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550" r:id="rId2"/>
    <p:sldId id="727" r:id="rId3"/>
    <p:sldId id="371" r:id="rId4"/>
    <p:sldId id="372" r:id="rId5"/>
    <p:sldId id="721" r:id="rId6"/>
    <p:sldId id="722" r:id="rId7"/>
    <p:sldId id="731" r:id="rId8"/>
    <p:sldId id="375" r:id="rId9"/>
    <p:sldId id="376" r:id="rId10"/>
    <p:sldId id="377" r:id="rId11"/>
    <p:sldId id="728" r:id="rId12"/>
    <p:sldId id="729" r:id="rId13"/>
    <p:sldId id="730" r:id="rId14"/>
    <p:sldId id="512" r:id="rId15"/>
    <p:sldId id="514" r:id="rId16"/>
    <p:sldId id="720" r:id="rId17"/>
    <p:sldId id="418" r:id="rId18"/>
    <p:sldId id="716" r:id="rId19"/>
    <p:sldId id="419" r:id="rId20"/>
    <p:sldId id="420" r:id="rId21"/>
    <p:sldId id="723" r:id="rId22"/>
    <p:sldId id="724" r:id="rId23"/>
    <p:sldId id="725" r:id="rId24"/>
    <p:sldId id="718" r:id="rId25"/>
    <p:sldId id="726" r:id="rId26"/>
    <p:sldId id="358" r:id="rId27"/>
    <p:sldId id="717" r:id="rId28"/>
    <p:sldId id="708" r:id="rId29"/>
    <p:sldId id="732" r:id="rId30"/>
    <p:sldId id="733" r:id="rId31"/>
    <p:sldId id="734" r:id="rId32"/>
    <p:sldId id="735" r:id="rId33"/>
    <p:sldId id="421" r:id="rId34"/>
    <p:sldId id="422" r:id="rId35"/>
    <p:sldId id="391" r:id="rId36"/>
    <p:sldId id="336" r:id="rId37"/>
    <p:sldId id="711" r:id="rId38"/>
    <p:sldId id="437" r:id="rId39"/>
    <p:sldId id="424" r:id="rId40"/>
    <p:sldId id="335" r:id="rId41"/>
    <p:sldId id="439" r:id="rId42"/>
    <p:sldId id="440" r:id="rId43"/>
    <p:sldId id="433" r:id="rId44"/>
    <p:sldId id="345" r:id="rId45"/>
    <p:sldId id="441" r:id="rId46"/>
    <p:sldId id="359" r:id="rId47"/>
    <p:sldId id="361" r:id="rId48"/>
    <p:sldId id="365" r:id="rId49"/>
    <p:sldId id="719" r:id="rId50"/>
    <p:sldId id="362" r:id="rId51"/>
  </p:sldIdLst>
  <p:sldSz cx="9145588"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84" userDrawn="1">
          <p15:clr>
            <a:srgbClr val="A4A3A4"/>
          </p15:clr>
        </p15:guide>
        <p15:guide id="4" pos="576" userDrawn="1">
          <p15:clr>
            <a:srgbClr val="A4A3A4"/>
          </p15:clr>
        </p15:guide>
        <p15:guide id="5" pos="7296" userDrawn="1">
          <p15:clr>
            <a:srgbClr val="A4A3A4"/>
          </p15:clr>
        </p15:guide>
        <p15:guide id="6" pos="7104" userDrawn="1">
          <p15:clr>
            <a:srgbClr val="A4A3A4"/>
          </p15:clr>
        </p15:guide>
        <p15:guide id="7" orient="horz" pos="3888" userDrawn="1">
          <p15:clr>
            <a:srgbClr val="A4A3A4"/>
          </p15:clr>
        </p15:guide>
        <p15:guide id="8" orient="horz" pos="1049" userDrawn="1">
          <p15:clr>
            <a:srgbClr val="A4A3A4"/>
          </p15:clr>
        </p15:guide>
        <p15:guide id="9" orient="horz" pos="686" userDrawn="1">
          <p15:clr>
            <a:srgbClr val="A4A3A4"/>
          </p15:clr>
        </p15:guide>
        <p15:guide id="10" orient="horz" pos="3158" userDrawn="1">
          <p15:clr>
            <a:srgbClr val="A4A3A4"/>
          </p15:clr>
        </p15:guide>
        <p15:guide id="11" pos="2881" userDrawn="1">
          <p15:clr>
            <a:srgbClr val="A4A3A4"/>
          </p15:clr>
        </p15:guide>
        <p15:guide id="12" pos="288" userDrawn="1">
          <p15:clr>
            <a:srgbClr val="A4A3A4"/>
          </p15:clr>
        </p15:guide>
        <p15:guide id="13" pos="432" userDrawn="1">
          <p15:clr>
            <a:srgbClr val="A4A3A4"/>
          </p15:clr>
        </p15:guide>
        <p15:guide id="14" pos="5473" userDrawn="1">
          <p15:clr>
            <a:srgbClr val="A4A3A4"/>
          </p15:clr>
        </p15:guide>
        <p15:guide id="15" pos="53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ghui" initials="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00FF"/>
    <a:srgbClr val="0099CC"/>
    <a:srgbClr val="7F8C8D"/>
    <a:srgbClr val="ECF0F1"/>
    <a:srgbClr val="E74C3C"/>
    <a:srgbClr val="94B155"/>
    <a:srgbClr val="3D9FAC"/>
    <a:srgbClr val="FEB834"/>
    <a:srgbClr val="5B44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27" autoAdjust="0"/>
    <p:restoredTop sz="79110" autoAdjust="0"/>
  </p:normalViewPr>
  <p:slideViewPr>
    <p:cSldViewPr snapToGrid="0" showGuides="1">
      <p:cViewPr varScale="1">
        <p:scale>
          <a:sx n="125" d="100"/>
          <a:sy n="125" d="100"/>
        </p:scale>
        <p:origin x="2706" y="114"/>
      </p:cViewPr>
      <p:guideLst>
        <p:guide orient="horz" pos="2160"/>
        <p:guide pos="3840"/>
        <p:guide pos="384"/>
        <p:guide pos="576"/>
        <p:guide pos="7296"/>
        <p:guide pos="7104"/>
        <p:guide orient="horz" pos="3888"/>
        <p:guide orient="horz" pos="1049"/>
        <p:guide orient="horz" pos="686"/>
        <p:guide orient="horz" pos="3158"/>
        <p:guide pos="2881"/>
        <p:guide pos="288"/>
        <p:guide pos="432"/>
        <p:guide pos="5473"/>
        <p:guide pos="532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CC360C-F423-4191-B903-C96919C651F4}"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B7194D-9457-4CB1-9230-4797428E1A5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78B8B009-7920-4CB0-8ADC-42EB4D4EFF5A}" type="slidenum">
              <a:rPr lang="zh-CN" altLang="en-US" sz="1200">
                <a:solidFill>
                  <a:prstClr val="black"/>
                </a:solidFill>
              </a:rPr>
              <a:t>17</a:t>
            </a:fld>
            <a:endParaRPr lang="en-US" altLang="zh-CN" sz="1200">
              <a:solidFill>
                <a:prstClr val="black"/>
              </a:solidFill>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t>18</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78B8B009-7920-4CB0-8ADC-42EB4D4EFF5A}" type="slidenum">
              <a:rPr lang="zh-CN" altLang="en-US" sz="1200">
                <a:solidFill>
                  <a:prstClr val="black"/>
                </a:solidFill>
              </a:rPr>
              <a:t>19</a:t>
            </a:fld>
            <a:endParaRPr lang="en-US" altLang="zh-CN" sz="1200">
              <a:solidFill>
                <a:prstClr val="black"/>
              </a:solidFill>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78B8B009-7920-4CB0-8ADC-42EB4D4EFF5A}" type="slidenum">
              <a:rPr lang="zh-CN" altLang="en-US" sz="1200">
                <a:solidFill>
                  <a:prstClr val="black"/>
                </a:solidFill>
              </a:rPr>
              <a:t>20</a:t>
            </a:fld>
            <a:endParaRPr lang="en-US" altLang="zh-CN" sz="1200">
              <a:solidFill>
                <a:prstClr val="black"/>
              </a:solidFill>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DD7F4BB4-93BC-4E10-A78E-FF87157B068B}" type="slidenum">
              <a:rPr lang="zh-CN" altLang="en-US" sz="1200">
                <a:solidFill>
                  <a:prstClr val="black"/>
                </a:solidFill>
              </a:rPr>
              <a:t>33</a:t>
            </a:fld>
            <a:endParaRPr lang="en-US" altLang="zh-CN" sz="1200">
              <a:solidFill>
                <a:prstClr val="black"/>
              </a:solidFill>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40CD741D-ED69-4B32-BA0B-1E8A8EBD9A71}" type="slidenum">
              <a:rPr lang="zh-CN" altLang="en-US" sz="1200">
                <a:solidFill>
                  <a:prstClr val="black"/>
                </a:solidFill>
              </a:rPr>
              <a:t>34</a:t>
            </a:fld>
            <a:endParaRPr lang="en-US" altLang="zh-CN" sz="1200">
              <a:solidFill>
                <a:prstClr val="black"/>
              </a:solidFill>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7485EF42-8225-472A-B1CF-A2675EB21FDA}" type="slidenum">
              <a:rPr lang="zh-CN" altLang="en-US" sz="1200">
                <a:solidFill>
                  <a:prstClr val="black"/>
                </a:solidFill>
              </a:rPr>
              <a:t>35</a:t>
            </a:fld>
            <a:endParaRPr lang="en-US" altLang="zh-CN" sz="1200">
              <a:solidFill>
                <a:prstClr val="black"/>
              </a:solidFill>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3DDB75E2-EE33-4CF8-90AF-EC00AAAE9694}" type="slidenum">
              <a:rPr lang="zh-CN" altLang="en-US" sz="1200">
                <a:solidFill>
                  <a:prstClr val="black"/>
                </a:solidFill>
              </a:rPr>
              <a:t>36</a:t>
            </a:fld>
            <a:endParaRPr lang="en-US" altLang="zh-CN" sz="1200">
              <a:solidFill>
                <a:prstClr val="black"/>
              </a:solidFill>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09A4D176-C18A-4CEF-977B-D41961190679}" type="slidenum">
              <a:rPr lang="zh-CN" altLang="en-US" sz="1200">
                <a:solidFill>
                  <a:prstClr val="black"/>
                </a:solidFill>
              </a:rPr>
              <a:t>39</a:t>
            </a:fld>
            <a:endParaRPr lang="en-US" altLang="zh-CN" sz="1200">
              <a:solidFill>
                <a:prstClr val="black"/>
              </a:solidFill>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B87BFB21-140E-4338-977E-7F7D731E03B0}" type="slidenum">
              <a:rPr lang="zh-CN" altLang="en-US" sz="1200">
                <a:solidFill>
                  <a:prstClr val="black"/>
                </a:solidFill>
              </a:rPr>
              <a:t>40</a:t>
            </a:fld>
            <a:endParaRPr lang="en-US" altLang="zh-CN" sz="1200">
              <a:solidFill>
                <a:prstClr val="black"/>
              </a:solidFill>
            </a:endParaRPr>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t>42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46021459-4868-4329-8E02-07584EA77847}" type="slidenum">
              <a:rPr lang="zh-CN" altLang="en-US" sz="1200">
                <a:solidFill>
                  <a:prstClr val="black"/>
                </a:solidFill>
              </a:rPr>
              <a:t>43</a:t>
            </a:fld>
            <a:endParaRPr lang="en-US" altLang="zh-CN" sz="1200">
              <a:solidFill>
                <a:prstClr val="black"/>
              </a:solidFill>
            </a:endParaRPr>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1396300B-F944-41DE-94FD-83A3833EA0F7}" type="slidenum">
              <a:rPr lang="zh-CN" altLang="en-US" sz="1200">
                <a:solidFill>
                  <a:prstClr val="black"/>
                </a:solidFill>
              </a:rPr>
              <a:t>44</a:t>
            </a:fld>
            <a:endParaRPr lang="en-US" altLang="zh-CN" sz="1200">
              <a:solidFill>
                <a:prstClr val="black"/>
              </a:solidFill>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A80620F7-BB10-4744-91EB-2907CE91D955}" type="slidenum">
              <a:rPr lang="zh-CN" altLang="en-US" sz="1200">
                <a:solidFill>
                  <a:prstClr val="black"/>
                </a:solidFill>
              </a:rPr>
              <a:t>45</a:t>
            </a:fld>
            <a:endParaRPr lang="en-US" altLang="zh-CN" sz="1200">
              <a:solidFill>
                <a:prstClr val="black"/>
              </a:solidFill>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A80620F7-BB10-4744-91EB-2907CE91D955}" type="slidenum">
              <a:rPr lang="zh-CN" altLang="en-US" sz="1200">
                <a:solidFill>
                  <a:prstClr val="black"/>
                </a:solidFill>
              </a:rPr>
              <a:t>49</a:t>
            </a:fld>
            <a:endParaRPr lang="en-US" altLang="zh-CN" sz="1200">
              <a:solidFill>
                <a:prstClr val="black"/>
              </a:solidFill>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sz="2300">
                <a:solidFill>
                  <a:schemeClr val="tx1"/>
                </a:solidFill>
                <a:latin typeface="Times New Roman" panose="02020703060505090304" pitchFamily="18" charset="0"/>
              </a:defRPr>
            </a:lvl1pPr>
            <a:lvl2pPr marL="716915" indent="-275590" eaLnBrk="0" hangingPunct="0">
              <a:defRPr sz="2300">
                <a:solidFill>
                  <a:schemeClr val="tx1"/>
                </a:solidFill>
                <a:latin typeface="Times New Roman" panose="02020703060505090304" pitchFamily="18" charset="0"/>
              </a:defRPr>
            </a:lvl2pPr>
            <a:lvl3pPr marL="1102995" indent="-220345" eaLnBrk="0" hangingPunct="0">
              <a:defRPr sz="2300">
                <a:solidFill>
                  <a:schemeClr val="tx1"/>
                </a:solidFill>
                <a:latin typeface="Times New Roman" panose="02020703060505090304" pitchFamily="18" charset="0"/>
              </a:defRPr>
            </a:lvl3pPr>
            <a:lvl4pPr marL="1544320" indent="-220345" eaLnBrk="0" hangingPunct="0">
              <a:defRPr sz="2300">
                <a:solidFill>
                  <a:schemeClr val="tx1"/>
                </a:solidFill>
                <a:latin typeface="Times New Roman" panose="02020703060505090304" pitchFamily="18" charset="0"/>
              </a:defRPr>
            </a:lvl4pPr>
            <a:lvl5pPr marL="1985010" indent="-220345" eaLnBrk="0" hangingPunct="0">
              <a:defRPr sz="2300">
                <a:solidFill>
                  <a:schemeClr val="tx1"/>
                </a:solidFill>
                <a:latin typeface="Times New Roman" panose="02020703060505090304" pitchFamily="18" charset="0"/>
              </a:defRPr>
            </a:lvl5pPr>
            <a:lvl6pPr marL="2426335" indent="-220345" eaLnBrk="0" fontAlgn="base" hangingPunct="0">
              <a:spcBef>
                <a:spcPct val="0"/>
              </a:spcBef>
              <a:spcAft>
                <a:spcPct val="0"/>
              </a:spcAft>
              <a:defRPr sz="2300">
                <a:solidFill>
                  <a:schemeClr val="tx1"/>
                </a:solidFill>
                <a:latin typeface="Times New Roman" panose="02020703060505090304" pitchFamily="18" charset="0"/>
              </a:defRPr>
            </a:lvl6pPr>
            <a:lvl7pPr marL="2867660" indent="-220345" eaLnBrk="0" fontAlgn="base" hangingPunct="0">
              <a:spcBef>
                <a:spcPct val="0"/>
              </a:spcBef>
              <a:spcAft>
                <a:spcPct val="0"/>
              </a:spcAft>
              <a:defRPr sz="2300">
                <a:solidFill>
                  <a:schemeClr val="tx1"/>
                </a:solidFill>
                <a:latin typeface="Times New Roman" panose="02020703060505090304" pitchFamily="18" charset="0"/>
              </a:defRPr>
            </a:lvl7pPr>
            <a:lvl8pPr marL="3308350" indent="-220345" eaLnBrk="0" fontAlgn="base" hangingPunct="0">
              <a:spcBef>
                <a:spcPct val="0"/>
              </a:spcBef>
              <a:spcAft>
                <a:spcPct val="0"/>
              </a:spcAft>
              <a:defRPr sz="2300">
                <a:solidFill>
                  <a:schemeClr val="tx1"/>
                </a:solidFill>
                <a:latin typeface="Times New Roman" panose="02020703060505090304" pitchFamily="18" charset="0"/>
              </a:defRPr>
            </a:lvl8pPr>
            <a:lvl9pPr marL="3749675" indent="-220345" eaLnBrk="0" fontAlgn="base" hangingPunct="0">
              <a:spcBef>
                <a:spcPct val="0"/>
              </a:spcBef>
              <a:spcAft>
                <a:spcPct val="0"/>
              </a:spcAft>
              <a:defRPr sz="2300">
                <a:solidFill>
                  <a:schemeClr val="tx1"/>
                </a:solidFill>
                <a:latin typeface="Times New Roman" panose="02020703060505090304" pitchFamily="18" charset="0"/>
              </a:defRPr>
            </a:lvl9pPr>
          </a:lstStyle>
          <a:p>
            <a:pPr eaLnBrk="1" hangingPunct="1"/>
            <a:fld id="{A80620F7-BB10-4744-91EB-2907CE91D955}" type="slidenum">
              <a:rPr lang="zh-CN" altLang="en-US" sz="1200">
                <a:solidFill>
                  <a:prstClr val="black"/>
                </a:solidFill>
              </a:rPr>
              <a:t>50</a:t>
            </a:fld>
            <a:endParaRPr lang="en-US" altLang="zh-CN" sz="1200">
              <a:solidFill>
                <a:prstClr val="black"/>
              </a:solidFill>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199" y="1122363"/>
            <a:ext cx="6859191"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hasCustomPrompt="1"/>
          </p:nvPr>
        </p:nvSpPr>
        <p:spPr>
          <a:xfrm>
            <a:off x="1143199" y="3602038"/>
            <a:ext cx="6859191"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935" indent="0" algn="ctr">
              <a:buNone/>
              <a:defRPr sz="1200"/>
            </a:lvl8pPr>
            <a:lvl9pPr marL="2743835" indent="0" algn="ctr">
              <a:buNone/>
              <a:defRPr sz="1200"/>
            </a:lvl9pPr>
          </a:lstStyle>
          <a:p>
            <a:r>
              <a:rPr lang="zh-CN" altLang="en-US"/>
              <a:t>单击以编辑母版副标题样式</a:t>
            </a:r>
          </a:p>
        </p:txBody>
      </p:sp>
      <p:sp>
        <p:nvSpPr>
          <p:cNvPr id="4" name="日期占位符 3"/>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996" y="1709739"/>
            <a:ext cx="788807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hasCustomPrompt="1"/>
          </p:nvPr>
        </p:nvSpPr>
        <p:spPr>
          <a:xfrm>
            <a:off x="623996" y="4589464"/>
            <a:ext cx="788807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28759" y="1825625"/>
            <a:ext cx="3886875"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954" y="1825625"/>
            <a:ext cx="3886875"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950" y="365126"/>
            <a:ext cx="788807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29951" y="1681163"/>
            <a:ext cx="3869012"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935" indent="0">
              <a:buNone/>
              <a:defRPr sz="1200" b="1"/>
            </a:lvl8pPr>
            <a:lvl9pPr marL="2743835" indent="0">
              <a:buNone/>
              <a:defRPr sz="1200" b="1"/>
            </a:lvl9pPr>
          </a:lstStyle>
          <a:p>
            <a:pPr lvl="0"/>
            <a:r>
              <a:rPr lang="zh-CN" altLang="en-US"/>
              <a:t>编辑母版文本样式</a:t>
            </a:r>
          </a:p>
        </p:txBody>
      </p:sp>
      <p:sp>
        <p:nvSpPr>
          <p:cNvPr id="4" name="内容占位符 3"/>
          <p:cNvSpPr>
            <a:spLocks noGrp="1"/>
          </p:cNvSpPr>
          <p:nvPr>
            <p:ph sz="half" idx="2" hasCustomPrompt="1"/>
          </p:nvPr>
        </p:nvSpPr>
        <p:spPr>
          <a:xfrm>
            <a:off x="629951" y="2505075"/>
            <a:ext cx="3869012"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954" y="1681163"/>
            <a:ext cx="388806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935" indent="0">
              <a:buNone/>
              <a:defRPr sz="1200" b="1"/>
            </a:lvl8pPr>
            <a:lvl9pPr marL="2743835" indent="0">
              <a:buNone/>
              <a:defRPr sz="1200" b="1"/>
            </a:lvl9pPr>
          </a:lstStyle>
          <a:p>
            <a:pPr lvl="0"/>
            <a:r>
              <a:rPr lang="zh-CN" altLang="en-US"/>
              <a:t>编辑母版文本样式</a:t>
            </a:r>
          </a:p>
        </p:txBody>
      </p:sp>
      <p:sp>
        <p:nvSpPr>
          <p:cNvPr id="6" name="内容占位符 5"/>
          <p:cNvSpPr>
            <a:spLocks noGrp="1"/>
          </p:cNvSpPr>
          <p:nvPr>
            <p:ph sz="quarter" idx="4" hasCustomPrompt="1"/>
          </p:nvPr>
        </p:nvSpPr>
        <p:spPr>
          <a:xfrm>
            <a:off x="4629954" y="2505075"/>
            <a:ext cx="3888066"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951" y="457200"/>
            <a:ext cx="2949690"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hasCustomPrompt="1"/>
          </p:nvPr>
        </p:nvSpPr>
        <p:spPr>
          <a:xfrm>
            <a:off x="3888066" y="987426"/>
            <a:ext cx="4629954"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29951" y="2057400"/>
            <a:ext cx="2949690"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935" indent="0">
              <a:buNone/>
              <a:defRPr sz="750"/>
            </a:lvl8pPr>
            <a:lvl9pPr marL="2743835" indent="0">
              <a:buNone/>
              <a:defRPr sz="750"/>
            </a:lvl9pPr>
          </a:lstStyle>
          <a:p>
            <a:pPr lvl="0"/>
            <a:r>
              <a:rPr lang="zh-CN" altLang="en-US"/>
              <a:t>编辑母版文本样式</a:t>
            </a:r>
          </a:p>
        </p:txBody>
      </p:sp>
      <p:sp>
        <p:nvSpPr>
          <p:cNvPr id="5" name="日期占位符 4"/>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951" y="457200"/>
            <a:ext cx="2949690"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8066" y="987426"/>
            <a:ext cx="4629954"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hasCustomPrompt="1"/>
          </p:nvPr>
        </p:nvSpPr>
        <p:spPr>
          <a:xfrm>
            <a:off x="629951" y="2057400"/>
            <a:ext cx="2949690"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935" indent="0">
              <a:buNone/>
              <a:defRPr sz="750"/>
            </a:lvl8pPr>
            <a:lvl9pPr marL="2743835" indent="0">
              <a:buNone/>
              <a:defRPr sz="750"/>
            </a:lvl9pPr>
          </a:lstStyle>
          <a:p>
            <a:pPr lvl="0"/>
            <a:r>
              <a:rPr lang="zh-CN" altLang="en-US"/>
              <a:t>编辑母版文本样式</a:t>
            </a:r>
          </a:p>
        </p:txBody>
      </p:sp>
      <p:sp>
        <p:nvSpPr>
          <p:cNvPr id="5" name="日期占位符 4"/>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4812" y="365125"/>
            <a:ext cx="1972017"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759" y="365125"/>
            <a:ext cx="5801732"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759" y="6356351"/>
            <a:ext cx="2057757" cy="365125"/>
          </a:xfrm>
          <a:prstGeom prst="rect">
            <a:avLst/>
          </a:prstGeom>
        </p:spPr>
        <p:txBody>
          <a:bodyPr/>
          <a:lstStyle/>
          <a:p>
            <a:fld id="{DDE5C839-82DB-4F14-88B3-6B5BEC2CAAB5}"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48" name="Picture Placeholder 11"/>
          <p:cNvSpPr>
            <a:spLocks noGrp="1"/>
          </p:cNvSpPr>
          <p:nvPr>
            <p:ph type="pic" sz="quarter" idx="10"/>
          </p:nvPr>
        </p:nvSpPr>
        <p:spPr>
          <a:xfrm>
            <a:off x="4721675" y="1600201"/>
            <a:ext cx="4424178" cy="3662363"/>
          </a:xfrm>
          <a:prstGeom prst="roundRect">
            <a:avLst>
              <a:gd name="adj" fmla="val 2031"/>
            </a:avLst>
          </a:prstGeom>
        </p:spPr>
        <p:txBody>
          <a:bodyPr/>
          <a:lstStyle>
            <a:lvl1pPr>
              <a:defRPr baseline="0"/>
            </a:lvl1pPr>
          </a:lstStyle>
          <a:p>
            <a:endParaRPr lang="en-US" dirty="0"/>
          </a:p>
        </p:txBody>
      </p:sp>
      <p:sp>
        <p:nvSpPr>
          <p:cNvPr id="49" name="Text Placeholder 13"/>
          <p:cNvSpPr>
            <a:spLocks noGrp="1"/>
          </p:cNvSpPr>
          <p:nvPr>
            <p:ph type="body" sz="quarter" idx="11"/>
          </p:nvPr>
        </p:nvSpPr>
        <p:spPr>
          <a:xfrm>
            <a:off x="685919" y="2112461"/>
            <a:ext cx="3011858" cy="585787"/>
          </a:xfrm>
          <a:prstGeom prst="rect">
            <a:avLst/>
          </a:prstGeom>
        </p:spPr>
        <p:txBody>
          <a:bodyPr>
            <a:noAutofit/>
          </a:bodyPr>
          <a:lstStyle>
            <a:lvl1pPr marL="0" indent="0">
              <a:buNone/>
              <a:defRPr sz="3200">
                <a:solidFill>
                  <a:schemeClr val="tx1">
                    <a:lumMod val="50000"/>
                    <a:lumOff val="50000"/>
                  </a:schemeClr>
                </a:solidFill>
                <a:latin typeface="GeosansLight" panose="02000603020000020003" pitchFamily="2" charset="0"/>
              </a:defRPr>
            </a:lvl1pPr>
            <a:lvl2pPr marL="457200" indent="0">
              <a:buNone/>
              <a:defRPr/>
            </a:lvl2pPr>
            <a:lvl3pPr marL="914400" indent="0">
              <a:buNone/>
              <a:defRPr/>
            </a:lvl3pPr>
            <a:lvl4pPr marL="1371600" indent="0">
              <a:buNone/>
              <a:defRPr/>
            </a:lvl4pPr>
          </a:lstStyle>
          <a:p>
            <a:pPr lvl="0"/>
            <a:endParaRPr lang="en-US" dirty="0"/>
          </a:p>
        </p:txBody>
      </p:sp>
      <p:sp>
        <p:nvSpPr>
          <p:cNvPr id="50" name="Content Placeholder 15"/>
          <p:cNvSpPr>
            <a:spLocks noGrp="1"/>
          </p:cNvSpPr>
          <p:nvPr>
            <p:ph sz="quarter" idx="12"/>
          </p:nvPr>
        </p:nvSpPr>
        <p:spPr>
          <a:xfrm>
            <a:off x="685919" y="3552826"/>
            <a:ext cx="3642755" cy="1198563"/>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Content Placeholder 17"/>
          <p:cNvSpPr>
            <a:spLocks noGrp="1"/>
          </p:cNvSpPr>
          <p:nvPr>
            <p:ph sz="quarter" idx="13"/>
          </p:nvPr>
        </p:nvSpPr>
        <p:spPr>
          <a:xfrm>
            <a:off x="688315" y="2735011"/>
            <a:ext cx="2557907" cy="3905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Layout">
    <p:spTree>
      <p:nvGrpSpPr>
        <p:cNvPr id="1" name=""/>
        <p:cNvGrpSpPr/>
        <p:nvPr/>
      </p:nvGrpSpPr>
      <p:grpSpPr>
        <a:xfrm>
          <a:off x="0" y="0"/>
          <a:ext cx="0" cy="0"/>
          <a:chOff x="0" y="0"/>
          <a:chExt cx="0" cy="0"/>
        </a:xfrm>
      </p:grpSpPr>
      <p:sp>
        <p:nvSpPr>
          <p:cNvPr id="20" name="Picture Placeholder 19"/>
          <p:cNvSpPr>
            <a:spLocks noGrp="1"/>
          </p:cNvSpPr>
          <p:nvPr>
            <p:ph type="pic" sz="quarter" idx="10"/>
          </p:nvPr>
        </p:nvSpPr>
        <p:spPr>
          <a:xfrm>
            <a:off x="0" y="0"/>
            <a:ext cx="9145588" cy="3429000"/>
          </a:xfrm>
          <a:prstGeom prst="rect">
            <a:avLst/>
          </a:prstGeom>
        </p:spPr>
        <p:txBody>
          <a:bodyPr/>
          <a:lstStyle>
            <a:lvl1pPr>
              <a:defRPr/>
            </a:lvl1pPr>
          </a:lstStyle>
          <a:p>
            <a:endParaRPr lang="en-US" dirty="0"/>
          </a:p>
        </p:txBody>
      </p:sp>
      <p:sp>
        <p:nvSpPr>
          <p:cNvPr id="22" name="Text Placeholder 21"/>
          <p:cNvSpPr>
            <a:spLocks noGrp="1"/>
          </p:cNvSpPr>
          <p:nvPr>
            <p:ph type="body" sz="quarter" idx="11"/>
          </p:nvPr>
        </p:nvSpPr>
        <p:spPr>
          <a:xfrm>
            <a:off x="2782974" y="3837116"/>
            <a:ext cx="3579640" cy="604837"/>
          </a:xfrm>
          <a:prstGeom prst="rect">
            <a:avLst/>
          </a:prstGeom>
        </p:spPr>
        <p:txBody>
          <a:bodyPr>
            <a:noAutofit/>
          </a:bodyPr>
          <a:lstStyle>
            <a:lvl1pPr marL="0" indent="0" algn="ctr">
              <a:buNone/>
              <a:defRPr sz="3200">
                <a:solidFill>
                  <a:schemeClr val="tx1">
                    <a:lumMod val="50000"/>
                    <a:lumOff val="50000"/>
                  </a:schemeClr>
                </a:solidFill>
                <a:latin typeface="GeosansLight" panose="02000603020000020003" pitchFamily="2" charset="0"/>
              </a:defRPr>
            </a:lvl1pPr>
          </a:lstStyle>
          <a:p>
            <a:pPr lvl="0"/>
            <a:endParaRPr lang="en-US" dirty="0"/>
          </a:p>
        </p:txBody>
      </p:sp>
      <p:sp>
        <p:nvSpPr>
          <p:cNvPr id="24" name="Text Placeholder 23"/>
          <p:cNvSpPr>
            <a:spLocks noGrp="1"/>
          </p:cNvSpPr>
          <p:nvPr>
            <p:ph type="body" sz="quarter" idx="12"/>
          </p:nvPr>
        </p:nvSpPr>
        <p:spPr>
          <a:xfrm>
            <a:off x="3209292" y="4441825"/>
            <a:ext cx="2704379" cy="476250"/>
          </a:xfrm>
          <a:prstGeom prst="rect">
            <a:avLst/>
          </a:prstGeom>
        </p:spPr>
        <p:txBody>
          <a:bodyPr>
            <a:normAutofit/>
          </a:bodyPr>
          <a:lstStyle>
            <a:lvl1pPr marL="0" indent="0" algn="ctr">
              <a:buNone/>
              <a:defRPr sz="1000"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6" name="Text Placeholder 25"/>
          <p:cNvSpPr>
            <a:spLocks noGrp="1"/>
          </p:cNvSpPr>
          <p:nvPr>
            <p:ph type="body" sz="quarter" idx="13"/>
          </p:nvPr>
        </p:nvSpPr>
        <p:spPr>
          <a:xfrm>
            <a:off x="2519205" y="5129214"/>
            <a:ext cx="4107179" cy="1030287"/>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New Product">
    <p:spTree>
      <p:nvGrpSpPr>
        <p:cNvPr id="1" name=""/>
        <p:cNvGrpSpPr/>
        <p:nvPr/>
      </p:nvGrpSpPr>
      <p:grpSpPr>
        <a:xfrm>
          <a:off x="0" y="0"/>
          <a:ext cx="0" cy="0"/>
          <a:chOff x="0" y="0"/>
          <a:chExt cx="0" cy="0"/>
        </a:xfrm>
      </p:grpSpPr>
      <p:sp>
        <p:nvSpPr>
          <p:cNvPr id="6" name="Picture Placeholder 47"/>
          <p:cNvSpPr>
            <a:spLocks noGrp="1"/>
          </p:cNvSpPr>
          <p:nvPr>
            <p:ph type="pic" sz="quarter" idx="10"/>
          </p:nvPr>
        </p:nvSpPr>
        <p:spPr>
          <a:xfrm>
            <a:off x="685919" y="1603376"/>
            <a:ext cx="2465022" cy="2170113"/>
          </a:xfrm>
          <a:prstGeom prst="rect">
            <a:avLst/>
          </a:prstGeom>
          <a:solidFill>
            <a:schemeClr val="bg1">
              <a:lumMod val="85000"/>
            </a:schemeClr>
          </a:solidFill>
        </p:spPr>
        <p:txBody>
          <a:bodyPr/>
          <a:lstStyle/>
          <a:p>
            <a:endParaRPr lang="en-US"/>
          </a:p>
        </p:txBody>
      </p:sp>
      <p:sp>
        <p:nvSpPr>
          <p:cNvPr id="7" name="Picture Placeholder 47"/>
          <p:cNvSpPr>
            <a:spLocks noGrp="1"/>
          </p:cNvSpPr>
          <p:nvPr>
            <p:ph type="pic" sz="quarter" idx="11"/>
          </p:nvPr>
        </p:nvSpPr>
        <p:spPr>
          <a:xfrm>
            <a:off x="3340034" y="1603376"/>
            <a:ext cx="2465022" cy="2170113"/>
          </a:xfrm>
          <a:prstGeom prst="rect">
            <a:avLst/>
          </a:prstGeom>
          <a:solidFill>
            <a:schemeClr val="bg1">
              <a:lumMod val="85000"/>
            </a:schemeClr>
          </a:solidFill>
        </p:spPr>
        <p:txBody>
          <a:bodyPr/>
          <a:lstStyle/>
          <a:p>
            <a:endParaRPr lang="en-US"/>
          </a:p>
        </p:txBody>
      </p:sp>
      <p:sp>
        <p:nvSpPr>
          <p:cNvPr id="8" name="Picture Placeholder 47"/>
          <p:cNvSpPr>
            <a:spLocks noGrp="1"/>
          </p:cNvSpPr>
          <p:nvPr>
            <p:ph type="pic" sz="quarter" idx="12"/>
          </p:nvPr>
        </p:nvSpPr>
        <p:spPr>
          <a:xfrm>
            <a:off x="5994149" y="1609068"/>
            <a:ext cx="2465022" cy="2170113"/>
          </a:xfrm>
          <a:prstGeom prst="rect">
            <a:avLst/>
          </a:prstGeom>
          <a:solidFill>
            <a:schemeClr val="bg1">
              <a:lumMod val="85000"/>
            </a:schemeClr>
          </a:solidFill>
        </p:spPr>
        <p:txBody>
          <a:bodyPr/>
          <a:lstStyle/>
          <a:p>
            <a:endParaRPr lang="en-US"/>
          </a:p>
        </p:txBody>
      </p:sp>
      <p:sp>
        <p:nvSpPr>
          <p:cNvPr id="9" name="Rectangle 8"/>
          <p:cNvSpPr/>
          <p:nvPr userDrawn="1"/>
        </p:nvSpPr>
        <p:spPr>
          <a:xfrm>
            <a:off x="685919" y="3773598"/>
            <a:ext cx="2464523"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3340533" y="3773597"/>
            <a:ext cx="2464523"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995146" y="3773600"/>
            <a:ext cx="2464523"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51"/>
          <p:cNvSpPr>
            <a:spLocks noGrp="1"/>
          </p:cNvSpPr>
          <p:nvPr>
            <p:ph type="body" sz="quarter" idx="13"/>
          </p:nvPr>
        </p:nvSpPr>
        <p:spPr>
          <a:xfrm>
            <a:off x="1599088" y="3522296"/>
            <a:ext cx="631046"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54"/>
          <p:cNvSpPr>
            <a:spLocks noGrp="1"/>
          </p:cNvSpPr>
          <p:nvPr>
            <p:ph type="body" sz="quarter" idx="14"/>
          </p:nvPr>
        </p:nvSpPr>
        <p:spPr>
          <a:xfrm>
            <a:off x="4261340" y="3532292"/>
            <a:ext cx="631046" cy="246888"/>
          </a:xfrm>
          <a:prstGeom prst="rect">
            <a:avLst/>
          </a:prstGeom>
          <a:solidFill>
            <a:schemeClr val="tx1">
              <a:lumMod val="65000"/>
              <a:lumOff val="35000"/>
            </a:schemeClr>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56"/>
          <p:cNvSpPr>
            <a:spLocks noGrp="1"/>
          </p:cNvSpPr>
          <p:nvPr>
            <p:ph type="body" sz="quarter" idx="15"/>
          </p:nvPr>
        </p:nvSpPr>
        <p:spPr>
          <a:xfrm>
            <a:off x="6911320" y="3519874"/>
            <a:ext cx="631046"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58"/>
          <p:cNvSpPr>
            <a:spLocks noGrp="1"/>
          </p:cNvSpPr>
          <p:nvPr>
            <p:ph type="body" sz="quarter" idx="16"/>
          </p:nvPr>
        </p:nvSpPr>
        <p:spPr>
          <a:xfrm>
            <a:off x="954548" y="4047786"/>
            <a:ext cx="1927267"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58"/>
          <p:cNvSpPr>
            <a:spLocks noGrp="1"/>
          </p:cNvSpPr>
          <p:nvPr>
            <p:ph type="body" sz="quarter" idx="17"/>
          </p:nvPr>
        </p:nvSpPr>
        <p:spPr>
          <a:xfrm>
            <a:off x="954548" y="4945815"/>
            <a:ext cx="1927267"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58"/>
          <p:cNvSpPr>
            <a:spLocks noGrp="1"/>
          </p:cNvSpPr>
          <p:nvPr>
            <p:ph type="body" sz="quarter" idx="19"/>
          </p:nvPr>
        </p:nvSpPr>
        <p:spPr>
          <a:xfrm>
            <a:off x="3609161" y="4945815"/>
            <a:ext cx="1927267"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58"/>
          <p:cNvSpPr>
            <a:spLocks noGrp="1"/>
          </p:cNvSpPr>
          <p:nvPr>
            <p:ph type="body" sz="quarter" idx="20"/>
          </p:nvPr>
        </p:nvSpPr>
        <p:spPr>
          <a:xfrm>
            <a:off x="3608911" y="4047786"/>
            <a:ext cx="1927267"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58"/>
          <p:cNvSpPr>
            <a:spLocks noGrp="1"/>
          </p:cNvSpPr>
          <p:nvPr>
            <p:ph type="body" sz="quarter" idx="21"/>
          </p:nvPr>
        </p:nvSpPr>
        <p:spPr>
          <a:xfrm>
            <a:off x="6266111" y="4945815"/>
            <a:ext cx="1927267"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58"/>
          <p:cNvSpPr>
            <a:spLocks noGrp="1"/>
          </p:cNvSpPr>
          <p:nvPr>
            <p:ph type="body" sz="quarter" idx="22"/>
          </p:nvPr>
        </p:nvSpPr>
        <p:spPr>
          <a:xfrm>
            <a:off x="6265862" y="4047786"/>
            <a:ext cx="1927267"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68"/>
          <p:cNvSpPr>
            <a:spLocks noGrp="1"/>
          </p:cNvSpPr>
          <p:nvPr>
            <p:ph type="body" sz="quarter" idx="23"/>
          </p:nvPr>
        </p:nvSpPr>
        <p:spPr>
          <a:xfrm>
            <a:off x="2376459" y="157038"/>
            <a:ext cx="4392670"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4" name="Text Placeholder 58"/>
          <p:cNvSpPr>
            <a:spLocks noGrp="1"/>
          </p:cNvSpPr>
          <p:nvPr>
            <p:ph type="body" sz="quarter" idx="24" hasCustomPrompt="1"/>
          </p:nvPr>
        </p:nvSpPr>
        <p:spPr>
          <a:xfrm>
            <a:off x="2832490" y="772883"/>
            <a:ext cx="3471724"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Add Slogun Text</a:t>
            </a:r>
          </a:p>
        </p:txBody>
      </p:sp>
      <p:sp>
        <p:nvSpPr>
          <p:cNvPr id="45" name="Text Placeholder 28"/>
          <p:cNvSpPr>
            <a:spLocks noGrp="1"/>
          </p:cNvSpPr>
          <p:nvPr>
            <p:ph type="body" sz="quarter" idx="25" hasCustomPrompt="1"/>
          </p:nvPr>
        </p:nvSpPr>
        <p:spPr>
          <a:xfrm>
            <a:off x="475823" y="6436671"/>
            <a:ext cx="1796794"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Company Name</a:t>
            </a:r>
          </a:p>
        </p:txBody>
      </p:sp>
      <p:sp>
        <p:nvSpPr>
          <p:cNvPr id="46" name="Text Placeholder 28"/>
          <p:cNvSpPr>
            <a:spLocks noGrp="1"/>
          </p:cNvSpPr>
          <p:nvPr>
            <p:ph type="body" sz="quarter" idx="26" hasCustomPrompt="1"/>
          </p:nvPr>
        </p:nvSpPr>
        <p:spPr>
          <a:xfrm>
            <a:off x="3674398" y="6436671"/>
            <a:ext cx="1796794"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Web Site Name</a:t>
            </a:r>
          </a:p>
        </p:txBody>
      </p:sp>
      <p:sp>
        <p:nvSpPr>
          <p:cNvPr id="47" name="Text Placeholder 28"/>
          <p:cNvSpPr>
            <a:spLocks noGrp="1"/>
          </p:cNvSpPr>
          <p:nvPr>
            <p:ph type="body" sz="quarter" idx="18" hasCustomPrompt="1"/>
          </p:nvPr>
        </p:nvSpPr>
        <p:spPr>
          <a:xfrm>
            <a:off x="6872971" y="6436671"/>
            <a:ext cx="1796794"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Page Number 00</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Work 1">
    <p:spTree>
      <p:nvGrpSpPr>
        <p:cNvPr id="1" name=""/>
        <p:cNvGrpSpPr/>
        <p:nvPr/>
      </p:nvGrpSpPr>
      <p:grpSpPr>
        <a:xfrm>
          <a:off x="0" y="0"/>
          <a:ext cx="0" cy="0"/>
          <a:chOff x="0" y="0"/>
          <a:chExt cx="0" cy="0"/>
        </a:xfrm>
      </p:grpSpPr>
      <p:sp>
        <p:nvSpPr>
          <p:cNvPr id="28" name="Picture Placeholder 27"/>
          <p:cNvSpPr>
            <a:spLocks noGrp="1"/>
          </p:cNvSpPr>
          <p:nvPr>
            <p:ph type="pic" sz="quarter" idx="10"/>
          </p:nvPr>
        </p:nvSpPr>
        <p:spPr>
          <a:xfrm>
            <a:off x="528244" y="1690876"/>
            <a:ext cx="1371838"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29" name="Picture Placeholder 27"/>
          <p:cNvSpPr>
            <a:spLocks noGrp="1"/>
          </p:cNvSpPr>
          <p:nvPr>
            <p:ph type="pic" sz="quarter" idx="11"/>
          </p:nvPr>
        </p:nvSpPr>
        <p:spPr>
          <a:xfrm>
            <a:off x="2188253" y="1690876"/>
            <a:ext cx="1371838"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0" name="Picture Placeholder 27"/>
          <p:cNvSpPr>
            <a:spLocks noGrp="1"/>
          </p:cNvSpPr>
          <p:nvPr>
            <p:ph type="pic" sz="quarter" idx="12"/>
          </p:nvPr>
        </p:nvSpPr>
        <p:spPr>
          <a:xfrm>
            <a:off x="3867824" y="1675161"/>
            <a:ext cx="1371838"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1" name="Picture Placeholder 27"/>
          <p:cNvSpPr>
            <a:spLocks noGrp="1"/>
          </p:cNvSpPr>
          <p:nvPr>
            <p:ph type="pic" sz="quarter" idx="13"/>
          </p:nvPr>
        </p:nvSpPr>
        <p:spPr>
          <a:xfrm>
            <a:off x="5546558" y="1683019"/>
            <a:ext cx="1371838"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2" name="Picture Placeholder 27"/>
          <p:cNvSpPr>
            <a:spLocks noGrp="1"/>
          </p:cNvSpPr>
          <p:nvPr>
            <p:ph type="pic" sz="quarter" idx="14"/>
          </p:nvPr>
        </p:nvSpPr>
        <p:spPr>
          <a:xfrm>
            <a:off x="7224454" y="1690876"/>
            <a:ext cx="1371838"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12" name="Arc 11"/>
          <p:cNvSpPr/>
          <p:nvPr userDrawn="1"/>
        </p:nvSpPr>
        <p:spPr>
          <a:xfrm>
            <a:off x="509519" y="1690876"/>
            <a:ext cx="1371838" cy="1828800"/>
          </a:xfrm>
          <a:prstGeom prst="arc">
            <a:avLst>
              <a:gd name="adj1" fmla="val 16200000"/>
              <a:gd name="adj2" fmla="val 10155543"/>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p:cNvSpPr/>
          <p:nvPr userDrawn="1"/>
        </p:nvSpPr>
        <p:spPr>
          <a:xfrm>
            <a:off x="2189089" y="1690876"/>
            <a:ext cx="1371838" cy="1828800"/>
          </a:xfrm>
          <a:prstGeom prst="arc">
            <a:avLst>
              <a:gd name="adj1" fmla="val 20082479"/>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p:cNvSpPr/>
          <p:nvPr userDrawn="1"/>
        </p:nvSpPr>
        <p:spPr>
          <a:xfrm>
            <a:off x="3868661" y="1675161"/>
            <a:ext cx="1371838" cy="1828800"/>
          </a:xfrm>
          <a:prstGeom prst="arc">
            <a:avLst>
              <a:gd name="adj1" fmla="val 13544500"/>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p:cNvSpPr/>
          <p:nvPr userDrawn="1"/>
        </p:nvSpPr>
        <p:spPr>
          <a:xfrm>
            <a:off x="5548233" y="1675161"/>
            <a:ext cx="1371838" cy="1828800"/>
          </a:xfrm>
          <a:prstGeom prst="arc">
            <a:avLst>
              <a:gd name="adj1" fmla="val 37899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Arc 15"/>
          <p:cNvSpPr/>
          <p:nvPr userDrawn="1"/>
        </p:nvSpPr>
        <p:spPr>
          <a:xfrm>
            <a:off x="7227806" y="1690876"/>
            <a:ext cx="1371838" cy="1828800"/>
          </a:xfrm>
          <a:prstGeom prst="arc">
            <a:avLst>
              <a:gd name="adj1" fmla="val 1500186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 Placeholder 33"/>
          <p:cNvSpPr>
            <a:spLocks noGrp="1"/>
          </p:cNvSpPr>
          <p:nvPr>
            <p:ph type="body" sz="quarter" idx="15"/>
          </p:nvPr>
        </p:nvSpPr>
        <p:spPr>
          <a:xfrm>
            <a:off x="670877" y="3937001"/>
            <a:ext cx="1016970"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38" name="Text Placeholder 37"/>
          <p:cNvSpPr>
            <a:spLocks noGrp="1"/>
          </p:cNvSpPr>
          <p:nvPr>
            <p:ph type="body" sz="quarter" idx="16"/>
          </p:nvPr>
        </p:nvSpPr>
        <p:spPr>
          <a:xfrm>
            <a:off x="509519" y="4697414"/>
            <a:ext cx="1339686"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3"/>
          <p:cNvSpPr>
            <a:spLocks noGrp="1"/>
          </p:cNvSpPr>
          <p:nvPr>
            <p:ph type="body" sz="quarter" idx="17"/>
          </p:nvPr>
        </p:nvSpPr>
        <p:spPr>
          <a:xfrm>
            <a:off x="2349612" y="3937001"/>
            <a:ext cx="1016970"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0" name="Text Placeholder 37"/>
          <p:cNvSpPr>
            <a:spLocks noGrp="1"/>
          </p:cNvSpPr>
          <p:nvPr>
            <p:ph type="body" sz="quarter" idx="18"/>
          </p:nvPr>
        </p:nvSpPr>
        <p:spPr>
          <a:xfrm>
            <a:off x="2188253" y="4697414"/>
            <a:ext cx="1339686"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33"/>
          <p:cNvSpPr>
            <a:spLocks noGrp="1"/>
          </p:cNvSpPr>
          <p:nvPr>
            <p:ph type="body" sz="quarter" idx="19"/>
          </p:nvPr>
        </p:nvSpPr>
        <p:spPr>
          <a:xfrm>
            <a:off x="4028346" y="3937001"/>
            <a:ext cx="1016970"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2" name="Text Placeholder 37"/>
          <p:cNvSpPr>
            <a:spLocks noGrp="1"/>
          </p:cNvSpPr>
          <p:nvPr>
            <p:ph type="body" sz="quarter" idx="20"/>
          </p:nvPr>
        </p:nvSpPr>
        <p:spPr>
          <a:xfrm>
            <a:off x="3866988" y="4697414"/>
            <a:ext cx="1339686"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33"/>
          <p:cNvSpPr>
            <a:spLocks noGrp="1"/>
          </p:cNvSpPr>
          <p:nvPr>
            <p:ph type="body" sz="quarter" idx="21"/>
          </p:nvPr>
        </p:nvSpPr>
        <p:spPr>
          <a:xfrm>
            <a:off x="5868438" y="3937001"/>
            <a:ext cx="1016970"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4" name="Text Placeholder 37"/>
          <p:cNvSpPr>
            <a:spLocks noGrp="1"/>
          </p:cNvSpPr>
          <p:nvPr>
            <p:ph type="body" sz="quarter" idx="22"/>
          </p:nvPr>
        </p:nvSpPr>
        <p:spPr>
          <a:xfrm>
            <a:off x="5707080" y="4697414"/>
            <a:ext cx="1339686"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5" name="Text Placeholder 33"/>
          <p:cNvSpPr>
            <a:spLocks noGrp="1"/>
          </p:cNvSpPr>
          <p:nvPr>
            <p:ph type="body" sz="quarter" idx="23"/>
          </p:nvPr>
        </p:nvSpPr>
        <p:spPr>
          <a:xfrm>
            <a:off x="7547172" y="3937001"/>
            <a:ext cx="1016970"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6" name="Text Placeholder 37"/>
          <p:cNvSpPr>
            <a:spLocks noGrp="1"/>
          </p:cNvSpPr>
          <p:nvPr>
            <p:ph type="body" sz="quarter" idx="24"/>
          </p:nvPr>
        </p:nvSpPr>
        <p:spPr>
          <a:xfrm>
            <a:off x="7385813" y="4697414"/>
            <a:ext cx="1339686"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7" name="Text Placeholder 68"/>
          <p:cNvSpPr>
            <a:spLocks noGrp="1"/>
          </p:cNvSpPr>
          <p:nvPr>
            <p:ph type="body" sz="quarter" idx="25"/>
          </p:nvPr>
        </p:nvSpPr>
        <p:spPr>
          <a:xfrm>
            <a:off x="2376459" y="157038"/>
            <a:ext cx="4392670"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8" name="Text Placeholder 58"/>
          <p:cNvSpPr>
            <a:spLocks noGrp="1"/>
          </p:cNvSpPr>
          <p:nvPr>
            <p:ph type="body" sz="quarter" idx="26"/>
          </p:nvPr>
        </p:nvSpPr>
        <p:spPr>
          <a:xfrm>
            <a:off x="2832490" y="772883"/>
            <a:ext cx="3471724"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49" name="Text Placeholder 28"/>
          <p:cNvSpPr>
            <a:spLocks noGrp="1"/>
          </p:cNvSpPr>
          <p:nvPr>
            <p:ph type="body" sz="quarter" idx="27"/>
          </p:nvPr>
        </p:nvSpPr>
        <p:spPr>
          <a:xfrm>
            <a:off x="475823" y="6436671"/>
            <a:ext cx="1796794"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0" name="Text Placeholder 28"/>
          <p:cNvSpPr>
            <a:spLocks noGrp="1"/>
          </p:cNvSpPr>
          <p:nvPr>
            <p:ph type="body" sz="quarter" idx="28"/>
          </p:nvPr>
        </p:nvSpPr>
        <p:spPr>
          <a:xfrm>
            <a:off x="3674398" y="6436671"/>
            <a:ext cx="1796794"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Text Placeholder 28"/>
          <p:cNvSpPr>
            <a:spLocks noGrp="1"/>
          </p:cNvSpPr>
          <p:nvPr>
            <p:ph type="body" sz="quarter" idx="29"/>
          </p:nvPr>
        </p:nvSpPr>
        <p:spPr>
          <a:xfrm>
            <a:off x="6872971" y="6436671"/>
            <a:ext cx="1796794"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Work 2">
    <p:spTree>
      <p:nvGrpSpPr>
        <p:cNvPr id="1" name=""/>
        <p:cNvGrpSpPr/>
        <p:nvPr/>
      </p:nvGrpSpPr>
      <p:grpSpPr>
        <a:xfrm>
          <a:off x="0" y="0"/>
          <a:ext cx="0" cy="0"/>
          <a:chOff x="0" y="0"/>
          <a:chExt cx="0" cy="0"/>
        </a:xfrm>
      </p:grpSpPr>
      <p:sp>
        <p:nvSpPr>
          <p:cNvPr id="9" name="Rectangle 8"/>
          <p:cNvSpPr/>
          <p:nvPr userDrawn="1"/>
        </p:nvSpPr>
        <p:spPr>
          <a:xfrm>
            <a:off x="2057757" y="914400"/>
            <a:ext cx="2515037"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4572794" y="2743200"/>
            <a:ext cx="2515037"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057757" y="4572000"/>
            <a:ext cx="2515037"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5944632" y="4572000"/>
            <a:ext cx="2515037"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26"/>
          <p:cNvSpPr>
            <a:spLocks noGrp="1"/>
          </p:cNvSpPr>
          <p:nvPr>
            <p:ph type="pic" sz="quarter" idx="10"/>
          </p:nvPr>
        </p:nvSpPr>
        <p:spPr>
          <a:xfrm>
            <a:off x="685919" y="914400"/>
            <a:ext cx="1371838" cy="1828800"/>
          </a:xfrm>
          <a:prstGeom prst="rect">
            <a:avLst/>
          </a:prstGeom>
          <a:solidFill>
            <a:schemeClr val="bg1">
              <a:lumMod val="85000"/>
            </a:schemeClr>
          </a:solidFill>
        </p:spPr>
        <p:txBody>
          <a:bodyPr/>
          <a:lstStyle/>
          <a:p>
            <a:endParaRPr lang="en-US"/>
          </a:p>
        </p:txBody>
      </p:sp>
      <p:sp>
        <p:nvSpPr>
          <p:cNvPr id="28" name="Picture Placeholder 26"/>
          <p:cNvSpPr>
            <a:spLocks noGrp="1"/>
          </p:cNvSpPr>
          <p:nvPr>
            <p:ph type="pic" sz="quarter" idx="11"/>
          </p:nvPr>
        </p:nvSpPr>
        <p:spPr>
          <a:xfrm>
            <a:off x="3200956" y="2743200"/>
            <a:ext cx="1371838" cy="1828800"/>
          </a:xfrm>
          <a:prstGeom prst="rect">
            <a:avLst/>
          </a:prstGeom>
          <a:solidFill>
            <a:schemeClr val="bg1">
              <a:lumMod val="85000"/>
            </a:schemeClr>
          </a:solidFill>
        </p:spPr>
        <p:txBody>
          <a:bodyPr/>
          <a:lstStyle/>
          <a:p>
            <a:endParaRPr lang="en-US"/>
          </a:p>
        </p:txBody>
      </p:sp>
      <p:sp>
        <p:nvSpPr>
          <p:cNvPr id="29" name="Picture Placeholder 26"/>
          <p:cNvSpPr>
            <a:spLocks noGrp="1"/>
          </p:cNvSpPr>
          <p:nvPr>
            <p:ph type="pic" sz="quarter" idx="12"/>
          </p:nvPr>
        </p:nvSpPr>
        <p:spPr>
          <a:xfrm>
            <a:off x="685918" y="4572000"/>
            <a:ext cx="1371838" cy="1828800"/>
          </a:xfrm>
          <a:prstGeom prst="rect">
            <a:avLst/>
          </a:prstGeom>
          <a:solidFill>
            <a:schemeClr val="bg1">
              <a:lumMod val="85000"/>
            </a:schemeClr>
          </a:solidFill>
        </p:spPr>
        <p:txBody>
          <a:bodyPr/>
          <a:lstStyle/>
          <a:p>
            <a:endParaRPr lang="en-US"/>
          </a:p>
        </p:txBody>
      </p:sp>
      <p:sp>
        <p:nvSpPr>
          <p:cNvPr id="30" name="Picture Placeholder 26"/>
          <p:cNvSpPr>
            <a:spLocks noGrp="1"/>
          </p:cNvSpPr>
          <p:nvPr>
            <p:ph type="pic" sz="quarter" idx="13"/>
          </p:nvPr>
        </p:nvSpPr>
        <p:spPr>
          <a:xfrm>
            <a:off x="4572794" y="4572000"/>
            <a:ext cx="1371838" cy="1828800"/>
          </a:xfrm>
          <a:prstGeom prst="rect">
            <a:avLst/>
          </a:prstGeom>
          <a:solidFill>
            <a:schemeClr val="bg1">
              <a:lumMod val="85000"/>
            </a:schemeClr>
          </a:solidFill>
        </p:spPr>
        <p:txBody>
          <a:bodyPr/>
          <a:lstStyle/>
          <a:p>
            <a:endParaRPr lang="en-US"/>
          </a:p>
        </p:txBody>
      </p:sp>
      <p:sp>
        <p:nvSpPr>
          <p:cNvPr id="32" name="Text Placeholder 31"/>
          <p:cNvSpPr>
            <a:spLocks noGrp="1"/>
          </p:cNvSpPr>
          <p:nvPr>
            <p:ph type="body" sz="quarter" idx="14"/>
          </p:nvPr>
        </p:nvSpPr>
        <p:spPr>
          <a:xfrm>
            <a:off x="2125635" y="4751388"/>
            <a:ext cx="1257518"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33"/>
          <p:cNvSpPr>
            <a:spLocks noGrp="1"/>
          </p:cNvSpPr>
          <p:nvPr>
            <p:ph type="body" sz="quarter" idx="15"/>
          </p:nvPr>
        </p:nvSpPr>
        <p:spPr>
          <a:xfrm>
            <a:off x="2125635" y="5453063"/>
            <a:ext cx="2379282"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31"/>
          <p:cNvSpPr>
            <a:spLocks noGrp="1"/>
          </p:cNvSpPr>
          <p:nvPr>
            <p:ph type="body" sz="quarter" idx="16"/>
          </p:nvPr>
        </p:nvSpPr>
        <p:spPr>
          <a:xfrm>
            <a:off x="6012509" y="4741129"/>
            <a:ext cx="1257518"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33"/>
          <p:cNvSpPr>
            <a:spLocks noGrp="1"/>
          </p:cNvSpPr>
          <p:nvPr>
            <p:ph type="body" sz="quarter" idx="17"/>
          </p:nvPr>
        </p:nvSpPr>
        <p:spPr>
          <a:xfrm>
            <a:off x="6012510" y="5442804"/>
            <a:ext cx="2379282"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31"/>
          <p:cNvSpPr>
            <a:spLocks noGrp="1"/>
          </p:cNvSpPr>
          <p:nvPr>
            <p:ph type="body" sz="quarter" idx="18"/>
          </p:nvPr>
        </p:nvSpPr>
        <p:spPr>
          <a:xfrm>
            <a:off x="4687114" y="2906018"/>
            <a:ext cx="1257518"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33"/>
          <p:cNvSpPr>
            <a:spLocks noGrp="1"/>
          </p:cNvSpPr>
          <p:nvPr>
            <p:ph type="body" sz="quarter" idx="19"/>
          </p:nvPr>
        </p:nvSpPr>
        <p:spPr>
          <a:xfrm>
            <a:off x="4687114" y="3607693"/>
            <a:ext cx="2379282"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1"/>
          <p:cNvSpPr>
            <a:spLocks noGrp="1"/>
          </p:cNvSpPr>
          <p:nvPr>
            <p:ph type="body" sz="quarter" idx="20"/>
          </p:nvPr>
        </p:nvSpPr>
        <p:spPr>
          <a:xfrm>
            <a:off x="2125635" y="1097252"/>
            <a:ext cx="1257518"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33"/>
          <p:cNvSpPr>
            <a:spLocks noGrp="1"/>
          </p:cNvSpPr>
          <p:nvPr>
            <p:ph type="body" sz="quarter" idx="21"/>
          </p:nvPr>
        </p:nvSpPr>
        <p:spPr>
          <a:xfrm>
            <a:off x="2125635" y="1798927"/>
            <a:ext cx="2379282"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41"/>
          <p:cNvSpPr>
            <a:spLocks noGrp="1"/>
          </p:cNvSpPr>
          <p:nvPr>
            <p:ph type="body" sz="quarter" idx="22"/>
          </p:nvPr>
        </p:nvSpPr>
        <p:spPr>
          <a:xfrm>
            <a:off x="4896700" y="1325563"/>
            <a:ext cx="3160468" cy="595312"/>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41"/>
          <p:cNvSpPr>
            <a:spLocks noGrp="1"/>
          </p:cNvSpPr>
          <p:nvPr>
            <p:ph type="body" sz="quarter" idx="23"/>
          </p:nvPr>
        </p:nvSpPr>
        <p:spPr>
          <a:xfrm>
            <a:off x="4896700" y="1949563"/>
            <a:ext cx="3160468" cy="406714"/>
          </a:xfrm>
          <a:prstGeom prst="rect">
            <a:avLst/>
          </a:prstGeom>
        </p:spPr>
        <p:txBody>
          <a:bodyPr>
            <a:normAutofit/>
          </a:bodyPr>
          <a:lstStyle>
            <a:lvl1pPr marL="0" indent="0">
              <a:buNone/>
              <a:defRPr sz="1000">
                <a:solidFill>
                  <a:schemeClr val="tx1">
                    <a:lumMod val="50000"/>
                    <a:lumOff val="50000"/>
                  </a:schemeClr>
                </a:solidFill>
                <a:latin typeface="GeosansLight" panose="02000603020000020003" pitchFamily="2" charset="0"/>
              </a:defRPr>
            </a:lvl1pPr>
          </a:lstStyle>
          <a:p>
            <a:pPr lvl="0"/>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Single">
    <p:spTree>
      <p:nvGrpSpPr>
        <p:cNvPr id="1" name=""/>
        <p:cNvGrpSpPr/>
        <p:nvPr/>
      </p:nvGrpSpPr>
      <p:grpSpPr>
        <a:xfrm>
          <a:off x="0" y="0"/>
          <a:ext cx="0" cy="0"/>
          <a:chOff x="0" y="0"/>
          <a:chExt cx="0" cy="0"/>
        </a:xfrm>
      </p:grpSpPr>
      <p:sp>
        <p:nvSpPr>
          <p:cNvPr id="30" name="Big Image"/>
          <p:cNvSpPr>
            <a:spLocks noGrp="1"/>
          </p:cNvSpPr>
          <p:nvPr>
            <p:ph type="pic" sz="quarter" idx="10"/>
          </p:nvPr>
        </p:nvSpPr>
        <p:spPr>
          <a:xfrm>
            <a:off x="5263476" y="0"/>
            <a:ext cx="3882112" cy="6858000"/>
          </a:xfrm>
          <a:prstGeom prst="rect">
            <a:avLst/>
          </a:prstGeom>
          <a:solidFill>
            <a:schemeClr val="bg1">
              <a:lumMod val="85000"/>
            </a:schemeClr>
          </a:solidFill>
        </p:spPr>
        <p:txBody>
          <a:bodyPr/>
          <a:lstStyle/>
          <a:p>
            <a:endParaRPr lang="en-US"/>
          </a:p>
        </p:txBody>
      </p:sp>
      <p:sp>
        <p:nvSpPr>
          <p:cNvPr id="34" name="Content Placeholder 33"/>
          <p:cNvSpPr>
            <a:spLocks noGrp="1"/>
          </p:cNvSpPr>
          <p:nvPr>
            <p:ph sz="quarter" idx="12"/>
          </p:nvPr>
        </p:nvSpPr>
        <p:spPr>
          <a:xfrm>
            <a:off x="583508" y="2816226"/>
            <a:ext cx="1838644" cy="612775"/>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35" name="Content Placeholder 33"/>
          <p:cNvSpPr>
            <a:spLocks noGrp="1"/>
          </p:cNvSpPr>
          <p:nvPr>
            <p:ph sz="quarter" idx="13"/>
          </p:nvPr>
        </p:nvSpPr>
        <p:spPr>
          <a:xfrm>
            <a:off x="1753932" y="3454156"/>
            <a:ext cx="668220" cy="277086"/>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Chart Placeholder 40"/>
          <p:cNvSpPr>
            <a:spLocks noGrp="1"/>
          </p:cNvSpPr>
          <p:nvPr>
            <p:ph type="chart" sz="quarter" idx="14"/>
          </p:nvPr>
        </p:nvSpPr>
        <p:spPr>
          <a:xfrm>
            <a:off x="583508" y="4308475"/>
            <a:ext cx="3989286" cy="1703388"/>
          </a:xfrm>
          <a:prstGeom prst="rect">
            <a:avLst/>
          </a:prstGeom>
        </p:spPr>
        <p:txBody>
          <a:bodyPr/>
          <a:lstStyle>
            <a:lvl1pPr>
              <a:defRPr>
                <a:solidFill>
                  <a:schemeClr val="tx1">
                    <a:lumMod val="50000"/>
                    <a:lumOff val="50000"/>
                  </a:schemeClr>
                </a:solidFill>
              </a:defRPr>
            </a:lvl1pPr>
          </a:lstStyle>
          <a:p>
            <a:endParaRPr lang="en-US"/>
          </a:p>
        </p:txBody>
      </p:sp>
      <p:sp>
        <p:nvSpPr>
          <p:cNvPr id="42" name="Text Placeholder 68"/>
          <p:cNvSpPr>
            <a:spLocks noGrp="1"/>
          </p:cNvSpPr>
          <p:nvPr>
            <p:ph type="body" sz="quarter" idx="25"/>
          </p:nvPr>
        </p:nvSpPr>
        <p:spPr>
          <a:xfrm>
            <a:off x="460616" y="1061261"/>
            <a:ext cx="4392670" cy="619125"/>
          </a:xfrm>
          <a:prstGeom prst="rect">
            <a:avLst/>
          </a:prstGeom>
        </p:spPr>
        <p:txBody>
          <a:bodyPr/>
          <a:lstStyle>
            <a:lvl1pPr marL="0" indent="0" algn="l">
              <a:buNone/>
              <a:defRPr>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58"/>
          <p:cNvSpPr>
            <a:spLocks noGrp="1"/>
          </p:cNvSpPr>
          <p:nvPr>
            <p:ph type="body" sz="quarter" idx="26"/>
          </p:nvPr>
        </p:nvSpPr>
        <p:spPr>
          <a:xfrm>
            <a:off x="460616" y="1677106"/>
            <a:ext cx="3471724" cy="561886"/>
          </a:xfrm>
          <a:prstGeom prst="rect">
            <a:avLst/>
          </a:prstGeom>
        </p:spPr>
        <p:txBody>
          <a:bodyPr>
            <a:normAutofit/>
          </a:bodyPr>
          <a:lstStyle>
            <a:lvl1pPr marL="0" indent="0" algn="l">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9145588" cy="6858000"/>
          </a:xfrm>
          <a:prstGeom prst="rect">
            <a:avLst/>
          </a:prstGeom>
        </p:spPr>
        <p:txBody>
          <a:bodyPr/>
          <a:lstStyle>
            <a:lvl1pPr>
              <a:defRPr>
                <a:solidFill>
                  <a:schemeClr val="tx1">
                    <a:lumMod val="50000"/>
                    <a:lumOff val="50000"/>
                  </a:schemeClr>
                </a:solidFill>
              </a:defRPr>
            </a:lvl1pPr>
          </a:lstStyle>
          <a:p>
            <a:endParaRPr lang="en-US"/>
          </a:p>
        </p:txBody>
      </p:sp>
      <p:sp>
        <p:nvSpPr>
          <p:cNvPr id="8" name="Text Placeholder 41"/>
          <p:cNvSpPr>
            <a:spLocks noGrp="1"/>
          </p:cNvSpPr>
          <p:nvPr>
            <p:ph type="body" sz="quarter" idx="22"/>
          </p:nvPr>
        </p:nvSpPr>
        <p:spPr>
          <a:xfrm>
            <a:off x="5259370" y="2513232"/>
            <a:ext cx="3160468" cy="595312"/>
          </a:xfrm>
          <a:prstGeom prst="rect">
            <a:avLst/>
          </a:prstGeom>
        </p:spPr>
        <p:txBody>
          <a:bodyPr>
            <a:normAutofit/>
          </a:bodyPr>
          <a:lstStyle>
            <a:lvl1pPr marL="0" indent="0">
              <a:buNone/>
              <a:defRPr sz="3200">
                <a:solidFill>
                  <a:schemeClr val="bg1"/>
                </a:solidFill>
                <a:latin typeface="GeosansLight" panose="02000603020000020003" pitchFamily="2" charset="0"/>
              </a:defRPr>
            </a:lvl1pPr>
          </a:lstStyle>
          <a:p>
            <a:pPr lvl="0"/>
            <a:endParaRPr lang="en-US"/>
          </a:p>
        </p:txBody>
      </p:sp>
      <p:sp>
        <p:nvSpPr>
          <p:cNvPr id="9" name="Text Placeholder 41"/>
          <p:cNvSpPr>
            <a:spLocks noGrp="1"/>
          </p:cNvSpPr>
          <p:nvPr>
            <p:ph type="body" sz="quarter" idx="23"/>
          </p:nvPr>
        </p:nvSpPr>
        <p:spPr>
          <a:xfrm>
            <a:off x="5259370" y="3137232"/>
            <a:ext cx="3160468" cy="1066906"/>
          </a:xfrm>
          <a:prstGeom prst="rect">
            <a:avLst/>
          </a:prstGeom>
        </p:spPr>
        <p:txBody>
          <a:bodyPr>
            <a:normAutofit/>
          </a:bodyPr>
          <a:lstStyle>
            <a:lvl1pPr marL="0" indent="0">
              <a:buNone/>
              <a:defRPr sz="1000">
                <a:solidFill>
                  <a:schemeClr val="bg1"/>
                </a:solidFill>
                <a:latin typeface="GeosansLight" panose="02000603020000020003" pitchFamily="2" charset="0"/>
              </a:defRPr>
            </a:lvl1pPr>
          </a:lstStyle>
          <a:p>
            <a:pPr lvl="0"/>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rtfolio">
    <p:spTree>
      <p:nvGrpSpPr>
        <p:cNvPr id="1" name=""/>
        <p:cNvGrpSpPr/>
        <p:nvPr/>
      </p:nvGrpSpPr>
      <p:grpSpPr>
        <a:xfrm>
          <a:off x="0" y="0"/>
          <a:ext cx="0" cy="0"/>
          <a:chOff x="0" y="0"/>
          <a:chExt cx="0" cy="0"/>
        </a:xfrm>
      </p:grpSpPr>
      <p:sp>
        <p:nvSpPr>
          <p:cNvPr id="22" name="Picture Placeholder 21"/>
          <p:cNvSpPr>
            <a:spLocks noGrp="1"/>
          </p:cNvSpPr>
          <p:nvPr>
            <p:ph type="pic" sz="quarter" idx="12"/>
          </p:nvPr>
        </p:nvSpPr>
        <p:spPr>
          <a:xfrm>
            <a:off x="0" y="3429000"/>
            <a:ext cx="4572794" cy="3429000"/>
          </a:xfrm>
          <a:prstGeom prst="rect">
            <a:avLst/>
          </a:prstGeom>
          <a:solidFill>
            <a:schemeClr val="bg1">
              <a:lumMod val="85000"/>
            </a:schemeClr>
          </a:solidFill>
        </p:spPr>
        <p:txBody>
          <a:bodyPr/>
          <a:lstStyle/>
          <a:p>
            <a:endParaRPr lang="en-US"/>
          </a:p>
        </p:txBody>
      </p:sp>
      <p:sp>
        <p:nvSpPr>
          <p:cNvPr id="18" name="Picture Placeholder 17"/>
          <p:cNvSpPr>
            <a:spLocks noGrp="1"/>
          </p:cNvSpPr>
          <p:nvPr>
            <p:ph type="pic" sz="quarter" idx="10"/>
          </p:nvPr>
        </p:nvSpPr>
        <p:spPr>
          <a:xfrm>
            <a:off x="2512656" y="0"/>
            <a:ext cx="3436740" cy="3429000"/>
          </a:xfrm>
          <a:prstGeom prst="rect">
            <a:avLst/>
          </a:prstGeom>
          <a:solidFill>
            <a:schemeClr val="bg1">
              <a:lumMod val="85000"/>
            </a:schemeClr>
          </a:solidFill>
        </p:spPr>
        <p:txBody>
          <a:bodyPr/>
          <a:lstStyle/>
          <a:p>
            <a:endParaRPr lang="en-US"/>
          </a:p>
        </p:txBody>
      </p:sp>
      <p:sp>
        <p:nvSpPr>
          <p:cNvPr id="20" name="Picture Placeholder 19"/>
          <p:cNvSpPr>
            <a:spLocks noGrp="1"/>
          </p:cNvSpPr>
          <p:nvPr>
            <p:ph type="pic" sz="quarter" idx="11"/>
          </p:nvPr>
        </p:nvSpPr>
        <p:spPr>
          <a:xfrm>
            <a:off x="5949396" y="0"/>
            <a:ext cx="3196192" cy="3429000"/>
          </a:xfrm>
          <a:prstGeom prst="rect">
            <a:avLst/>
          </a:prstGeom>
          <a:solidFill>
            <a:schemeClr val="bg1">
              <a:lumMod val="85000"/>
            </a:schemeClr>
          </a:solidFill>
        </p:spPr>
        <p:txBody>
          <a:bodyPr/>
          <a:lstStyle/>
          <a:p>
            <a:endParaRPr lang="en-US"/>
          </a:p>
        </p:txBody>
      </p:sp>
      <p:sp>
        <p:nvSpPr>
          <p:cNvPr id="24" name="Picture Placeholder 23"/>
          <p:cNvSpPr>
            <a:spLocks noGrp="1"/>
          </p:cNvSpPr>
          <p:nvPr>
            <p:ph type="pic" sz="quarter" idx="13"/>
          </p:nvPr>
        </p:nvSpPr>
        <p:spPr>
          <a:xfrm>
            <a:off x="6632933" y="3429000"/>
            <a:ext cx="2512655" cy="3429000"/>
          </a:xfrm>
          <a:prstGeom prst="rect">
            <a:avLst/>
          </a:prstGeom>
          <a:solidFill>
            <a:schemeClr val="bg1">
              <a:lumMod val="85000"/>
            </a:schemeClr>
          </a:solidFill>
        </p:spPr>
        <p:txBody>
          <a:bodyPr/>
          <a:lstStyle/>
          <a:p>
            <a:endParaRPr lang="en-US"/>
          </a:p>
        </p:txBody>
      </p:sp>
      <p:sp>
        <p:nvSpPr>
          <p:cNvPr id="5" name="Rectangle 4"/>
          <p:cNvSpPr/>
          <p:nvPr userDrawn="1"/>
        </p:nvSpPr>
        <p:spPr>
          <a:xfrm>
            <a:off x="0" y="0"/>
            <a:ext cx="2512378" cy="3429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4572794" y="3429000"/>
            <a:ext cx="2060416" cy="3429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25"/>
          <p:cNvSpPr>
            <a:spLocks noGrp="1"/>
          </p:cNvSpPr>
          <p:nvPr>
            <p:ph type="body" sz="quarter" idx="14"/>
          </p:nvPr>
        </p:nvSpPr>
        <p:spPr>
          <a:xfrm>
            <a:off x="6638888" y="2206625"/>
            <a:ext cx="1817209" cy="369888"/>
          </a:xfrm>
          <a:prstGeom prst="rect">
            <a:avLst/>
          </a:prstGeom>
          <a:ln>
            <a:solidFill>
              <a:schemeClr val="bg1"/>
            </a:solidFill>
          </a:ln>
        </p:spPr>
        <p:txBody>
          <a:bodyPr>
            <a:normAutofit/>
          </a:bodyPr>
          <a:lstStyle>
            <a:lvl1pPr marL="0" indent="0" algn="ctr">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27"/>
          <p:cNvSpPr>
            <a:spLocks noGrp="1"/>
          </p:cNvSpPr>
          <p:nvPr>
            <p:ph type="body" sz="quarter" idx="15"/>
          </p:nvPr>
        </p:nvSpPr>
        <p:spPr>
          <a:xfrm>
            <a:off x="3240254" y="4340226"/>
            <a:ext cx="2815126" cy="411163"/>
          </a:xfrm>
          <a:prstGeom prst="rect">
            <a:avLst/>
          </a:prstGeom>
        </p:spPr>
        <p:txBody>
          <a:bodyPr>
            <a:normAutofit/>
          </a:bodyPr>
          <a:lstStyle>
            <a:lvl1pPr marL="0" indent="0">
              <a:buNone/>
              <a:defRPr sz="20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9" name="Text Placeholder 27"/>
          <p:cNvSpPr>
            <a:spLocks noGrp="1"/>
          </p:cNvSpPr>
          <p:nvPr>
            <p:ph type="body" sz="quarter" idx="16"/>
          </p:nvPr>
        </p:nvSpPr>
        <p:spPr>
          <a:xfrm>
            <a:off x="4705634" y="5221387"/>
            <a:ext cx="1669546"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27"/>
          <p:cNvSpPr>
            <a:spLocks noGrp="1"/>
          </p:cNvSpPr>
          <p:nvPr>
            <p:ph type="body" sz="quarter" idx="17"/>
          </p:nvPr>
        </p:nvSpPr>
        <p:spPr>
          <a:xfrm>
            <a:off x="5023162" y="4775264"/>
            <a:ext cx="1034490" cy="309715"/>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31"/>
          <p:cNvSpPr>
            <a:spLocks noGrp="1"/>
          </p:cNvSpPr>
          <p:nvPr>
            <p:ph type="body" sz="quarter" idx="18"/>
          </p:nvPr>
        </p:nvSpPr>
        <p:spPr>
          <a:xfrm>
            <a:off x="426318" y="893764"/>
            <a:ext cx="1528946" cy="314325"/>
          </a:xfrm>
          <a:prstGeom prst="rect">
            <a:avLst/>
          </a:prstGeom>
        </p:spPr>
        <p:txBody>
          <a:bodyPr>
            <a:noAutofit/>
          </a:bodyPr>
          <a:lstStyle>
            <a:lvl1pPr marL="0" indent="0">
              <a:buNone/>
              <a:defRPr sz="2000">
                <a:solidFill>
                  <a:schemeClr val="bg1"/>
                </a:solidFill>
                <a:latin typeface="GeosansLight" panose="02000603020000020003" pitchFamily="2" charset="0"/>
              </a:defRPr>
            </a:lvl1pPr>
          </a:lstStyle>
          <a:p>
            <a:pPr lvl="0"/>
            <a:endParaRPr lang="en-US"/>
          </a:p>
        </p:txBody>
      </p:sp>
      <p:sp>
        <p:nvSpPr>
          <p:cNvPr id="33" name="Text Placeholder 31"/>
          <p:cNvSpPr>
            <a:spLocks noGrp="1"/>
          </p:cNvSpPr>
          <p:nvPr>
            <p:ph type="body" sz="quarter" idx="19"/>
          </p:nvPr>
        </p:nvSpPr>
        <p:spPr>
          <a:xfrm>
            <a:off x="426316" y="1228726"/>
            <a:ext cx="1978343" cy="424339"/>
          </a:xfrm>
          <a:prstGeom prst="rect">
            <a:avLst/>
          </a:prstGeom>
        </p:spPr>
        <p:txBody>
          <a:bodyPr>
            <a:noAutofit/>
          </a:bodyPr>
          <a:lstStyle>
            <a:lvl1pPr marL="0" indent="0">
              <a:buNone/>
              <a:defRPr sz="2800">
                <a:solidFill>
                  <a:schemeClr val="bg1"/>
                </a:solidFill>
                <a:latin typeface="GeosansLight" panose="02000603020000020003" pitchFamily="2" charset="0"/>
              </a:defRPr>
            </a:lvl1pPr>
          </a:lstStyle>
          <a:p>
            <a:pPr lvl="0"/>
            <a:endParaRPr lang="en-US"/>
          </a:p>
        </p:txBody>
      </p:sp>
      <p:sp>
        <p:nvSpPr>
          <p:cNvPr id="34" name="Text Placeholder 27"/>
          <p:cNvSpPr>
            <a:spLocks noGrp="1"/>
          </p:cNvSpPr>
          <p:nvPr>
            <p:ph type="body" sz="quarter" idx="20"/>
          </p:nvPr>
        </p:nvSpPr>
        <p:spPr>
          <a:xfrm>
            <a:off x="426317" y="1936939"/>
            <a:ext cx="1669546"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roduct Layout">
    <p:spTree>
      <p:nvGrpSpPr>
        <p:cNvPr id="1" name=""/>
        <p:cNvGrpSpPr/>
        <p:nvPr/>
      </p:nvGrpSpPr>
      <p:grpSpPr>
        <a:xfrm>
          <a:off x="0" y="0"/>
          <a:ext cx="0" cy="0"/>
          <a:chOff x="0" y="0"/>
          <a:chExt cx="0" cy="0"/>
        </a:xfrm>
      </p:grpSpPr>
      <p:sp>
        <p:nvSpPr>
          <p:cNvPr id="21" name="Oval 20"/>
          <p:cNvSpPr/>
          <p:nvPr userDrawn="1"/>
        </p:nvSpPr>
        <p:spPr>
          <a:xfrm>
            <a:off x="700976" y="4904155"/>
            <a:ext cx="716034" cy="9545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latin typeface="FontAwesome" pitchFamily="2" charset="0"/>
              </a:rPr>
              <a:t></a:t>
            </a:r>
            <a:endParaRPr lang="en-US" sz="2800">
              <a:solidFill>
                <a:schemeClr val="bg1"/>
              </a:solidFill>
            </a:endParaRPr>
          </a:p>
        </p:txBody>
      </p:sp>
      <p:sp>
        <p:nvSpPr>
          <p:cNvPr id="23" name="Oval 22"/>
          <p:cNvSpPr/>
          <p:nvPr userDrawn="1"/>
        </p:nvSpPr>
        <p:spPr>
          <a:xfrm>
            <a:off x="1237447" y="4904155"/>
            <a:ext cx="179563" cy="23937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24"/>
          <p:cNvSpPr>
            <a:spLocks noGrp="1"/>
          </p:cNvSpPr>
          <p:nvPr>
            <p:ph type="pic" sz="quarter" idx="10"/>
          </p:nvPr>
        </p:nvSpPr>
        <p:spPr>
          <a:xfrm>
            <a:off x="685919" y="1620839"/>
            <a:ext cx="1826736" cy="1817687"/>
          </a:xfrm>
          <a:prstGeom prst="rect">
            <a:avLst/>
          </a:prstGeom>
          <a:solidFill>
            <a:schemeClr val="bg1">
              <a:lumMod val="85000"/>
            </a:schemeClr>
          </a:solidFill>
        </p:spPr>
        <p:txBody>
          <a:bodyPr/>
          <a:lstStyle/>
          <a:p>
            <a:endParaRPr lang="en-US"/>
          </a:p>
        </p:txBody>
      </p:sp>
      <p:sp>
        <p:nvSpPr>
          <p:cNvPr id="26" name="Picture Placeholder 24"/>
          <p:cNvSpPr>
            <a:spLocks noGrp="1"/>
          </p:cNvSpPr>
          <p:nvPr>
            <p:ph type="pic" sz="quarter" idx="11"/>
          </p:nvPr>
        </p:nvSpPr>
        <p:spPr>
          <a:xfrm>
            <a:off x="2671895" y="1620839"/>
            <a:ext cx="1826736" cy="1817687"/>
          </a:xfrm>
          <a:prstGeom prst="rect">
            <a:avLst/>
          </a:prstGeom>
          <a:solidFill>
            <a:schemeClr val="bg1">
              <a:lumMod val="85000"/>
            </a:schemeClr>
          </a:solidFill>
        </p:spPr>
        <p:txBody>
          <a:bodyPr/>
          <a:lstStyle/>
          <a:p>
            <a:endParaRPr lang="en-US"/>
          </a:p>
        </p:txBody>
      </p:sp>
      <p:sp>
        <p:nvSpPr>
          <p:cNvPr id="27" name="Picture Placeholder 24"/>
          <p:cNvSpPr>
            <a:spLocks noGrp="1"/>
          </p:cNvSpPr>
          <p:nvPr>
            <p:ph type="pic" sz="quarter" idx="12"/>
          </p:nvPr>
        </p:nvSpPr>
        <p:spPr>
          <a:xfrm>
            <a:off x="4657593" y="1620839"/>
            <a:ext cx="1826736" cy="1817687"/>
          </a:xfrm>
          <a:prstGeom prst="rect">
            <a:avLst/>
          </a:prstGeom>
          <a:solidFill>
            <a:schemeClr val="bg1">
              <a:lumMod val="85000"/>
            </a:schemeClr>
          </a:solidFill>
        </p:spPr>
        <p:txBody>
          <a:bodyPr/>
          <a:lstStyle/>
          <a:p>
            <a:endParaRPr lang="en-US"/>
          </a:p>
        </p:txBody>
      </p:sp>
      <p:sp>
        <p:nvSpPr>
          <p:cNvPr id="28" name="Picture Placeholder 24"/>
          <p:cNvSpPr>
            <a:spLocks noGrp="1"/>
          </p:cNvSpPr>
          <p:nvPr>
            <p:ph type="pic" sz="quarter" idx="13"/>
          </p:nvPr>
        </p:nvSpPr>
        <p:spPr>
          <a:xfrm>
            <a:off x="6643291" y="1620532"/>
            <a:ext cx="1826736" cy="1817687"/>
          </a:xfrm>
          <a:prstGeom prst="rect">
            <a:avLst/>
          </a:prstGeom>
          <a:solidFill>
            <a:schemeClr val="bg1">
              <a:lumMod val="85000"/>
            </a:schemeClr>
          </a:solidFill>
        </p:spPr>
        <p:txBody>
          <a:bodyPr/>
          <a:lstStyle/>
          <a:p>
            <a:endParaRPr lang="en-US"/>
          </a:p>
        </p:txBody>
      </p:sp>
      <p:sp>
        <p:nvSpPr>
          <p:cNvPr id="30" name="Text Placeholder 29"/>
          <p:cNvSpPr>
            <a:spLocks noGrp="1"/>
          </p:cNvSpPr>
          <p:nvPr>
            <p:ph type="body" sz="quarter" idx="14"/>
          </p:nvPr>
        </p:nvSpPr>
        <p:spPr>
          <a:xfrm>
            <a:off x="685919" y="3607816"/>
            <a:ext cx="1706462"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1" name="Text Placeholder 29"/>
          <p:cNvSpPr>
            <a:spLocks noGrp="1"/>
          </p:cNvSpPr>
          <p:nvPr>
            <p:ph type="body" sz="quarter" idx="15"/>
          </p:nvPr>
        </p:nvSpPr>
        <p:spPr>
          <a:xfrm>
            <a:off x="2645775" y="3604658"/>
            <a:ext cx="1706462"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29"/>
          <p:cNvSpPr>
            <a:spLocks noGrp="1"/>
          </p:cNvSpPr>
          <p:nvPr>
            <p:ph type="body" sz="quarter" idx="16"/>
          </p:nvPr>
        </p:nvSpPr>
        <p:spPr>
          <a:xfrm>
            <a:off x="4657178" y="3607816"/>
            <a:ext cx="1706462"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29"/>
          <p:cNvSpPr>
            <a:spLocks noGrp="1"/>
          </p:cNvSpPr>
          <p:nvPr>
            <p:ph type="body" sz="quarter" idx="17"/>
          </p:nvPr>
        </p:nvSpPr>
        <p:spPr>
          <a:xfrm>
            <a:off x="6643291" y="3607816"/>
            <a:ext cx="1706462"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29"/>
          <p:cNvSpPr>
            <a:spLocks noGrp="1"/>
          </p:cNvSpPr>
          <p:nvPr>
            <p:ph type="body" sz="quarter" idx="18"/>
          </p:nvPr>
        </p:nvSpPr>
        <p:spPr>
          <a:xfrm>
            <a:off x="1520162" y="5023843"/>
            <a:ext cx="6829591"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68"/>
          <p:cNvSpPr>
            <a:spLocks noGrp="1"/>
          </p:cNvSpPr>
          <p:nvPr>
            <p:ph type="body" sz="quarter" idx="23"/>
          </p:nvPr>
        </p:nvSpPr>
        <p:spPr>
          <a:xfrm>
            <a:off x="2376459" y="157038"/>
            <a:ext cx="4392670"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36" name="Text Placeholder 58"/>
          <p:cNvSpPr>
            <a:spLocks noGrp="1"/>
          </p:cNvSpPr>
          <p:nvPr>
            <p:ph type="body" sz="quarter" idx="24"/>
          </p:nvPr>
        </p:nvSpPr>
        <p:spPr>
          <a:xfrm>
            <a:off x="2832490" y="772883"/>
            <a:ext cx="3471724"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7" name="Text Placeholder 28"/>
          <p:cNvSpPr>
            <a:spLocks noGrp="1"/>
          </p:cNvSpPr>
          <p:nvPr>
            <p:ph type="body" sz="quarter" idx="25"/>
          </p:nvPr>
        </p:nvSpPr>
        <p:spPr>
          <a:xfrm>
            <a:off x="475823" y="6436671"/>
            <a:ext cx="1796794"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8" name="Text Placeholder 28"/>
          <p:cNvSpPr>
            <a:spLocks noGrp="1"/>
          </p:cNvSpPr>
          <p:nvPr>
            <p:ph type="body" sz="quarter" idx="26"/>
          </p:nvPr>
        </p:nvSpPr>
        <p:spPr>
          <a:xfrm>
            <a:off x="3674398" y="6436671"/>
            <a:ext cx="1796794"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9" name="Text Placeholder 28"/>
          <p:cNvSpPr>
            <a:spLocks noGrp="1"/>
          </p:cNvSpPr>
          <p:nvPr>
            <p:ph type="body" sz="quarter" idx="27"/>
          </p:nvPr>
        </p:nvSpPr>
        <p:spPr>
          <a:xfrm>
            <a:off x="6872971" y="6436671"/>
            <a:ext cx="1796794"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cent Project">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1374220" y="914400"/>
            <a:ext cx="3198574" cy="2514600"/>
          </a:xfrm>
          <a:prstGeom prst="rect">
            <a:avLst/>
          </a:prstGeom>
          <a:solidFill>
            <a:schemeClr val="bg1">
              <a:lumMod val="85000"/>
            </a:schemeClr>
          </a:solidFill>
        </p:spPr>
        <p:txBody>
          <a:bodyPr/>
          <a:lstStyle/>
          <a:p>
            <a:endParaRPr lang="en-US"/>
          </a:p>
        </p:txBody>
      </p:sp>
      <p:sp>
        <p:nvSpPr>
          <p:cNvPr id="21" name="Picture Placeholder 20"/>
          <p:cNvSpPr>
            <a:spLocks noGrp="1"/>
          </p:cNvSpPr>
          <p:nvPr>
            <p:ph type="pic" sz="quarter" idx="11"/>
          </p:nvPr>
        </p:nvSpPr>
        <p:spPr>
          <a:xfrm>
            <a:off x="4572794" y="3429000"/>
            <a:ext cx="3198574" cy="2514600"/>
          </a:xfrm>
          <a:prstGeom prst="rect">
            <a:avLst/>
          </a:prstGeom>
          <a:solidFill>
            <a:schemeClr val="bg1">
              <a:lumMod val="85000"/>
            </a:schemeClr>
          </a:solidFill>
        </p:spPr>
        <p:txBody>
          <a:bodyPr/>
          <a:lstStyle/>
          <a:p>
            <a:endParaRPr lang="en-US"/>
          </a:p>
        </p:txBody>
      </p:sp>
      <p:sp>
        <p:nvSpPr>
          <p:cNvPr id="11" name="Rectangle 10"/>
          <p:cNvSpPr/>
          <p:nvPr userDrawn="1"/>
        </p:nvSpPr>
        <p:spPr>
          <a:xfrm>
            <a:off x="3822938" y="1987034"/>
            <a:ext cx="749856" cy="36933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4572794" y="4501634"/>
            <a:ext cx="1078606" cy="36933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p:cNvSpPr>
            <a:spLocks noGrp="1"/>
          </p:cNvSpPr>
          <p:nvPr>
            <p:ph type="body" sz="quarter" idx="12"/>
          </p:nvPr>
        </p:nvSpPr>
        <p:spPr>
          <a:xfrm>
            <a:off x="3822938" y="1980994"/>
            <a:ext cx="3107214" cy="365760"/>
          </a:xfrm>
          <a:prstGeom prst="rect">
            <a:avLst/>
          </a:prstGeom>
        </p:spPr>
        <p:txBody>
          <a:bodyPr>
            <a:normAutofit/>
          </a:bodyPr>
          <a:lstStyle>
            <a:lvl1pPr marL="0" indent="0">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5" name="Text Placeholder 24"/>
          <p:cNvSpPr>
            <a:spLocks noGrp="1"/>
          </p:cNvSpPr>
          <p:nvPr>
            <p:ph type="body" sz="quarter" idx="13"/>
          </p:nvPr>
        </p:nvSpPr>
        <p:spPr>
          <a:xfrm>
            <a:off x="4635909" y="2538414"/>
            <a:ext cx="2294732" cy="7080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6" name="Text Placeholder 22"/>
          <p:cNvSpPr>
            <a:spLocks noGrp="1"/>
          </p:cNvSpPr>
          <p:nvPr>
            <p:ph type="body" sz="quarter" idx="14"/>
          </p:nvPr>
        </p:nvSpPr>
        <p:spPr>
          <a:xfrm>
            <a:off x="2540512" y="4495594"/>
            <a:ext cx="3107214" cy="365760"/>
          </a:xfrm>
          <a:prstGeom prst="rect">
            <a:avLst/>
          </a:prstGeom>
        </p:spPr>
        <p:txBody>
          <a:bodyPr>
            <a:normAutofit/>
          </a:bodyPr>
          <a:lstStyle>
            <a:lvl1pPr marL="0" indent="0" algn="r">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7" name="Text Placeholder 24"/>
          <p:cNvSpPr>
            <a:spLocks noGrp="1"/>
          </p:cNvSpPr>
          <p:nvPr>
            <p:ph type="body" sz="quarter" idx="15"/>
          </p:nvPr>
        </p:nvSpPr>
        <p:spPr>
          <a:xfrm>
            <a:off x="2213663" y="5069249"/>
            <a:ext cx="2294732" cy="708025"/>
          </a:xfrm>
          <a:prstGeom prst="rect">
            <a:avLst/>
          </a:prstGeom>
        </p:spPr>
        <p:txBody>
          <a:bodyPr>
            <a:normAutofit/>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and Full Screen">
    <p:spTree>
      <p:nvGrpSpPr>
        <p:cNvPr id="1" name=""/>
        <p:cNvGrpSpPr/>
        <p:nvPr/>
      </p:nvGrpSpPr>
      <p:grpSpPr>
        <a:xfrm>
          <a:off x="0" y="0"/>
          <a:ext cx="0" cy="0"/>
          <a:chOff x="0" y="0"/>
          <a:chExt cx="0" cy="0"/>
        </a:xfrm>
      </p:grpSpPr>
      <p:sp>
        <p:nvSpPr>
          <p:cNvPr id="12" name="Background White"/>
          <p:cNvSpPr/>
          <p:nvPr userDrawn="1"/>
        </p:nvSpPr>
        <p:spPr>
          <a:xfrm>
            <a:off x="2854009" y="0"/>
            <a:ext cx="343757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userDrawn="1"/>
        </p:nvCxnSpPr>
        <p:spPr>
          <a:xfrm>
            <a:off x="4572794"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Rectangle 23"/>
          <p:cNvSpPr/>
          <p:nvPr userDrawn="1"/>
        </p:nvSpPr>
        <p:spPr>
          <a:xfrm>
            <a:off x="4371863" y="5700071"/>
            <a:ext cx="615874" cy="584775"/>
          </a:xfrm>
          <a:prstGeom prst="rect">
            <a:avLst/>
          </a:prstGeom>
        </p:spPr>
        <p:txBody>
          <a:bodyPr wrap="none">
            <a:spAutoFit/>
          </a:bodyPr>
          <a:lstStyle/>
          <a:p>
            <a:r>
              <a:rPr lang="en-US" sz="3200">
                <a:solidFill>
                  <a:schemeClr val="accent6"/>
                </a:solidFill>
                <a:latin typeface="FontAwesome" pitchFamily="2" charset="0"/>
              </a:rPr>
              <a:t></a:t>
            </a:r>
            <a:endParaRPr lang="en-US" sz="3200">
              <a:solidFill>
                <a:schemeClr val="accent6"/>
              </a:solidFill>
            </a:endParaRPr>
          </a:p>
        </p:txBody>
      </p:sp>
      <p:sp>
        <p:nvSpPr>
          <p:cNvPr id="5" name="Text Placeholder 4"/>
          <p:cNvSpPr>
            <a:spLocks noGrp="1"/>
          </p:cNvSpPr>
          <p:nvPr userDrawn="1">
            <p:ph type="body" sz="quarter" idx="11"/>
          </p:nvPr>
        </p:nvSpPr>
        <p:spPr>
          <a:xfrm>
            <a:off x="3272406" y="2322514"/>
            <a:ext cx="2680563" cy="16716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4"/>
          <p:cNvSpPr>
            <a:spLocks noGrp="1"/>
          </p:cNvSpPr>
          <p:nvPr>
            <p:ph type="body" sz="quarter" idx="12"/>
          </p:nvPr>
        </p:nvSpPr>
        <p:spPr>
          <a:xfrm>
            <a:off x="3272332" y="1012369"/>
            <a:ext cx="2680563" cy="584775"/>
          </a:xfrm>
          <a:prstGeom prst="rect">
            <a:avLst/>
          </a:prstGeom>
        </p:spPr>
        <p:txBody>
          <a:bodyPr/>
          <a:lstStyle>
            <a:lvl1pPr marL="0" indent="0">
              <a:buNone/>
              <a:defRPr sz="3200">
                <a:solidFill>
                  <a:schemeClr val="tx1">
                    <a:lumMod val="50000"/>
                    <a:lumOff val="50000"/>
                  </a:schemeClr>
                </a:solidFill>
                <a:latin typeface="GeosansLight" panose="02000603020000020003" pitchFamily="2" charset="0"/>
                <a:ea typeface="Open Sans" panose="020B0606030504020204" pitchFamily="34" charset="0"/>
                <a:cs typeface="Open Sans" panose="020B0606030504020204" pitchFamily="34" charset="0"/>
              </a:defRPr>
            </a:lvl1pPr>
          </a:lstStyle>
          <a:p>
            <a:pPr lvl="0"/>
            <a:endParaRPr lang="en-US"/>
          </a:p>
        </p:txBody>
      </p:sp>
      <p:sp>
        <p:nvSpPr>
          <p:cNvPr id="29" name="Text Placeholder 4"/>
          <p:cNvSpPr>
            <a:spLocks noGrp="1"/>
          </p:cNvSpPr>
          <p:nvPr>
            <p:ph type="body" sz="quarter" idx="13"/>
          </p:nvPr>
        </p:nvSpPr>
        <p:spPr>
          <a:xfrm>
            <a:off x="3272332" y="1620487"/>
            <a:ext cx="2680563" cy="37056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4"/>
          <p:cNvSpPr>
            <a:spLocks noGrp="1"/>
          </p:cNvSpPr>
          <p:nvPr>
            <p:ph type="body" sz="quarter" idx="14"/>
          </p:nvPr>
        </p:nvSpPr>
        <p:spPr>
          <a:xfrm>
            <a:off x="3272332" y="4506836"/>
            <a:ext cx="1300463"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4"/>
          <p:cNvSpPr>
            <a:spLocks noGrp="1"/>
          </p:cNvSpPr>
          <p:nvPr>
            <p:ph type="body" sz="quarter" idx="15"/>
          </p:nvPr>
        </p:nvSpPr>
        <p:spPr>
          <a:xfrm>
            <a:off x="4652432" y="4506836"/>
            <a:ext cx="1300463"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and Full Screen 2">
    <p:spTree>
      <p:nvGrpSpPr>
        <p:cNvPr id="1" name=""/>
        <p:cNvGrpSpPr/>
        <p:nvPr/>
      </p:nvGrpSpPr>
      <p:grpSpPr>
        <a:xfrm>
          <a:off x="0" y="0"/>
          <a:ext cx="0" cy="0"/>
          <a:chOff x="0" y="0"/>
          <a:chExt cx="0" cy="0"/>
        </a:xfrm>
      </p:grpSpPr>
      <p:cxnSp>
        <p:nvCxnSpPr>
          <p:cNvPr id="20" name="Straight Connector 19"/>
          <p:cNvCxnSpPr/>
          <p:nvPr userDrawn="1"/>
        </p:nvCxnSpPr>
        <p:spPr>
          <a:xfrm>
            <a:off x="4572794"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2854009" y="1"/>
            <a:ext cx="3437571" cy="4365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1" hasCustomPrompt="1"/>
          </p:nvPr>
        </p:nvSpPr>
        <p:spPr>
          <a:xfrm>
            <a:off x="4113725" y="436841"/>
            <a:ext cx="919132" cy="246888"/>
          </a:xfrm>
          <a:prstGeom prst="rect">
            <a:avLst/>
          </a:prstGeom>
          <a:solidFill>
            <a:schemeClr val="accent6"/>
          </a:solidFill>
        </p:spPr>
        <p:txBody>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BRAND NAME</a:t>
            </a:r>
          </a:p>
        </p:txBody>
      </p:sp>
      <p:sp>
        <p:nvSpPr>
          <p:cNvPr id="8" name="Text Placeholder 7"/>
          <p:cNvSpPr>
            <a:spLocks noGrp="1"/>
          </p:cNvSpPr>
          <p:nvPr>
            <p:ph type="body" sz="quarter" idx="12"/>
          </p:nvPr>
        </p:nvSpPr>
        <p:spPr>
          <a:xfrm>
            <a:off x="3370054" y="825394"/>
            <a:ext cx="2405480" cy="5667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10" name="Chart Placeholder 9"/>
          <p:cNvSpPr>
            <a:spLocks noGrp="1"/>
          </p:cNvSpPr>
          <p:nvPr>
            <p:ph type="chart" sz="quarter" idx="13"/>
          </p:nvPr>
        </p:nvSpPr>
        <p:spPr>
          <a:xfrm>
            <a:off x="3370054" y="1912938"/>
            <a:ext cx="2405480" cy="2038350"/>
          </a:xfrm>
          <a:prstGeom prst="rect">
            <a:avLst/>
          </a:prstGeom>
        </p:spPr>
        <p:txBody>
          <a:bodyPr/>
          <a:lstStyle>
            <a:lvl1pPr>
              <a:defRPr>
                <a:solidFill>
                  <a:schemeClr val="tx1">
                    <a:lumMod val="50000"/>
                    <a:lumOff val="50000"/>
                  </a:schemeClr>
                </a:solidFill>
              </a:defRPr>
            </a:lvl1p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706" y="0"/>
            <a:ext cx="7773750" cy="1143000"/>
          </a:xfrm>
        </p:spPr>
        <p:txBody>
          <a:bodyPr/>
          <a:lstStyle/>
          <a:p>
            <a:r>
              <a:rPr lang="zh-CN" altLang="en-US"/>
              <a:t>单击此处编辑母版标题样式</a:t>
            </a:r>
          </a:p>
        </p:txBody>
      </p:sp>
      <p:sp>
        <p:nvSpPr>
          <p:cNvPr id="3" name="文本占位符 2"/>
          <p:cNvSpPr>
            <a:spLocks noGrp="1"/>
          </p:cNvSpPr>
          <p:nvPr>
            <p:ph type="body" sz="half" idx="1" hasCustomPrompt="1"/>
          </p:nvPr>
        </p:nvSpPr>
        <p:spPr>
          <a:xfrm>
            <a:off x="215937" y="2438400"/>
            <a:ext cx="3810662" cy="9906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179025" y="2438400"/>
            <a:ext cx="3810662" cy="9906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7D33D0DC-5DEB-432C-9F3D-7A0D4C258015}" type="datetime11">
              <a:rPr lang="zh-CN" altLang="en-US"/>
              <a:t>21:54:16</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DA9FDB4-5247-4B8B-8493-9879F324AC7D}"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759" y="365126"/>
            <a:ext cx="788807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759" y="1825625"/>
            <a:ext cx="788807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3"/>
          </p:nvPr>
        </p:nvSpPr>
        <p:spPr>
          <a:xfrm>
            <a:off x="3029476" y="6356351"/>
            <a:ext cx="308663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6459072" y="6356351"/>
            <a:ext cx="2057757"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072AF17-D5F7-4535-B112-E5B9115149C2}" type="slidenum">
              <a:rPr lang="zh-CN" altLang="en-US" smtClean="0"/>
              <a:t>‹#›</a:t>
            </a:fld>
            <a:endParaRPr lang="zh-CN" altLang="en-US" dirty="0"/>
          </a:p>
        </p:txBody>
      </p:sp>
      <p:pic>
        <p:nvPicPr>
          <p:cNvPr id="8" name="图片 7"/>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14955" y="6270727"/>
            <a:ext cx="539349" cy="539349"/>
          </a:xfrm>
          <a:prstGeom prst="rect">
            <a:avLst/>
          </a:prstGeom>
        </p:spPr>
      </p:pic>
      <p:sp>
        <p:nvSpPr>
          <p:cNvPr id="10" name="矩形 9"/>
          <p:cNvSpPr/>
          <p:nvPr userDrawn="1"/>
        </p:nvSpPr>
        <p:spPr>
          <a:xfrm flipV="1">
            <a:off x="0" y="6813761"/>
            <a:ext cx="9145587"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1" name="矩形 10"/>
          <p:cNvSpPr/>
          <p:nvPr userDrawn="1"/>
        </p:nvSpPr>
        <p:spPr>
          <a:xfrm flipV="1">
            <a:off x="1" y="571"/>
            <a:ext cx="9145587" cy="8439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userDrawn="1"/>
        </p:nvCxnSpPr>
        <p:spPr>
          <a:xfrm flipH="1">
            <a:off x="0" y="10400"/>
            <a:ext cx="2" cy="683026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flipH="1">
            <a:off x="9145584" y="12138"/>
            <a:ext cx="2" cy="683026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1" y="111550"/>
            <a:ext cx="9145587"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415392" y="6775033"/>
            <a:ext cx="8730196"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9.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9.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3.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9.png"/><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14.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image" Target="../media/image9.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image" Target="../media/image10.png"/><Relationship Id="rId5" Type="http://schemas.openxmlformats.org/officeDocument/2006/relationships/tags" Target="../tags/tag56.xml"/><Relationship Id="rId10" Type="http://schemas.openxmlformats.org/officeDocument/2006/relationships/slideLayout" Target="../slideLayouts/slideLayout7.xml"/><Relationship Id="rId4" Type="http://schemas.openxmlformats.org/officeDocument/2006/relationships/tags" Target="../tags/tag55.xml"/><Relationship Id="rId9" Type="http://schemas.openxmlformats.org/officeDocument/2006/relationships/tags" Target="../tags/tag6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slideLayout" Target="../slideLayouts/slideLayout7.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tags" Target="../tags/tag77.xml"/><Relationship Id="rId2" Type="http://schemas.openxmlformats.org/officeDocument/2006/relationships/tags" Target="../tags/tag62.xml"/><Relationship Id="rId16" Type="http://schemas.openxmlformats.org/officeDocument/2006/relationships/tags" Target="../tags/tag76.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tags" Target="../tags/tag75.xml"/><Relationship Id="rId10" Type="http://schemas.openxmlformats.org/officeDocument/2006/relationships/tags" Target="../tags/tag70.xml"/><Relationship Id="rId19" Type="http://schemas.openxmlformats.org/officeDocument/2006/relationships/image" Target="../media/image9.png"/><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s>
</file>

<file path=ppt/slides/_rels/slide30.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tags" Target="../tags/tag90.xml"/><Relationship Id="rId18" Type="http://schemas.openxmlformats.org/officeDocument/2006/relationships/slideLayout" Target="../slideLayouts/slideLayout7.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tags" Target="../tags/tag94.xml"/><Relationship Id="rId2" Type="http://schemas.openxmlformats.org/officeDocument/2006/relationships/tags" Target="../tags/tag79.xml"/><Relationship Id="rId16" Type="http://schemas.openxmlformats.org/officeDocument/2006/relationships/tags" Target="../tags/tag93.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5" Type="http://schemas.openxmlformats.org/officeDocument/2006/relationships/tags" Target="../tags/tag82.xml"/><Relationship Id="rId15" Type="http://schemas.openxmlformats.org/officeDocument/2006/relationships/tags" Target="../tags/tag92.xml"/><Relationship Id="rId10" Type="http://schemas.openxmlformats.org/officeDocument/2006/relationships/tags" Target="../tags/tag87.xml"/><Relationship Id="rId19" Type="http://schemas.openxmlformats.org/officeDocument/2006/relationships/image" Target="../media/image9.png"/><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s>
</file>

<file path=ppt/slides/_rels/slide31.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tags" Target="../tags/tag107.xml"/><Relationship Id="rId18" Type="http://schemas.openxmlformats.org/officeDocument/2006/relationships/slideLayout" Target="../slideLayouts/slideLayout7.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17" Type="http://schemas.openxmlformats.org/officeDocument/2006/relationships/tags" Target="../tags/tag111.xml"/><Relationship Id="rId2" Type="http://schemas.openxmlformats.org/officeDocument/2006/relationships/tags" Target="../tags/tag96.xml"/><Relationship Id="rId16" Type="http://schemas.openxmlformats.org/officeDocument/2006/relationships/tags" Target="../tags/tag110.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5" Type="http://schemas.openxmlformats.org/officeDocument/2006/relationships/tags" Target="../tags/tag109.xml"/><Relationship Id="rId10" Type="http://schemas.openxmlformats.org/officeDocument/2006/relationships/tags" Target="../tags/tag104.xml"/><Relationship Id="rId19" Type="http://schemas.openxmlformats.org/officeDocument/2006/relationships/image" Target="../media/image9.png"/><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tags" Target="../tags/tag108.xml"/></Relationships>
</file>

<file path=ppt/slides/_rels/slide32.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tags" Target="../tags/tag124.xml"/><Relationship Id="rId18" Type="http://schemas.openxmlformats.org/officeDocument/2006/relationships/tags" Target="../tags/tag129.xml"/><Relationship Id="rId26" Type="http://schemas.openxmlformats.org/officeDocument/2006/relationships/image" Target="../media/image9.png"/><Relationship Id="rId3" Type="http://schemas.openxmlformats.org/officeDocument/2006/relationships/tags" Target="../tags/tag114.xml"/><Relationship Id="rId21" Type="http://schemas.openxmlformats.org/officeDocument/2006/relationships/tags" Target="../tags/tag132.xml"/><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tags" Target="../tags/tag128.xml"/><Relationship Id="rId25" Type="http://schemas.openxmlformats.org/officeDocument/2006/relationships/slideLayout" Target="../slideLayouts/slideLayout7.xml"/><Relationship Id="rId2" Type="http://schemas.openxmlformats.org/officeDocument/2006/relationships/tags" Target="../tags/tag113.xml"/><Relationship Id="rId16" Type="http://schemas.openxmlformats.org/officeDocument/2006/relationships/tags" Target="../tags/tag127.xml"/><Relationship Id="rId20" Type="http://schemas.openxmlformats.org/officeDocument/2006/relationships/tags" Target="../tags/tag131.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24" Type="http://schemas.openxmlformats.org/officeDocument/2006/relationships/tags" Target="../tags/tag135.xml"/><Relationship Id="rId5" Type="http://schemas.openxmlformats.org/officeDocument/2006/relationships/tags" Target="../tags/tag116.xml"/><Relationship Id="rId15" Type="http://schemas.openxmlformats.org/officeDocument/2006/relationships/tags" Target="../tags/tag126.xml"/><Relationship Id="rId23" Type="http://schemas.openxmlformats.org/officeDocument/2006/relationships/tags" Target="../tags/tag134.xml"/><Relationship Id="rId10" Type="http://schemas.openxmlformats.org/officeDocument/2006/relationships/tags" Target="../tags/tag121.xml"/><Relationship Id="rId19" Type="http://schemas.openxmlformats.org/officeDocument/2006/relationships/tags" Target="../tags/tag130.xml"/><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tags" Target="../tags/tag125.xml"/><Relationship Id="rId22" Type="http://schemas.openxmlformats.org/officeDocument/2006/relationships/tags" Target="../tags/tag133.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tags" Target="../tags/tag143.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image" Target="../media/image9.pn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slideLayout" Target="../slideLayouts/slideLayout7.xml"/><Relationship Id="rId5" Type="http://schemas.openxmlformats.org/officeDocument/2006/relationships/tags" Target="../tags/tag14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2000598" y="-1143795"/>
            <a:ext cx="5144393" cy="9145589"/>
          </a:xfrm>
          <a:prstGeom prst="rect">
            <a:avLst/>
          </a:prstGeom>
        </p:spPr>
      </p:pic>
      <p:sp>
        <p:nvSpPr>
          <p:cNvPr id="5" name="TextBox 4"/>
          <p:cNvSpPr txBox="1"/>
          <p:nvPr/>
        </p:nvSpPr>
        <p:spPr>
          <a:xfrm>
            <a:off x="-1" y="2361459"/>
            <a:ext cx="9145588" cy="1338956"/>
          </a:xfrm>
          <a:prstGeom prst="rect">
            <a:avLst/>
          </a:prstGeom>
          <a:noFill/>
          <a:ln>
            <a:noFill/>
          </a:ln>
          <a:effectLst/>
          <a:scene3d>
            <a:camera prst="orthographicFront"/>
            <a:lightRig rig="harsh" dir="t">
              <a:rot lat="0" lon="0" rev="0"/>
            </a:lightRig>
          </a:scene3d>
          <a:sp3d>
            <a:bevelT/>
          </a:sp3d>
        </p:spPr>
        <p:txBody>
          <a:bodyPr vert="horz" wrap="square" rtlCol="0">
            <a:spAutoFit/>
            <a:sp3d extrusionH="57150" prstMaterial="powder">
              <a:bevelT w="38100" h="38100"/>
              <a:bevelB w="38100" h="38100"/>
            </a:sp3d>
          </a:bodyPr>
          <a:lstStyle/>
          <a:p>
            <a:pPr algn="ctr"/>
            <a:r>
              <a:rPr lang="zh-CN" altLang="en-US" sz="8100" b="1" dirty="0">
                <a:ln>
                  <a:solidFill>
                    <a:schemeClr val="accent1">
                      <a:shade val="50000"/>
                    </a:schemeClr>
                  </a:solidFill>
                </a:ln>
                <a:solidFill>
                  <a:srgbClr val="3399FF"/>
                </a:solidFill>
                <a:effectLst>
                  <a:outerShdw blurRad="76200" dist="76200" dir="13500000" algn="br" rotWithShape="0">
                    <a:prstClr val="black">
                      <a:alpha val="40000"/>
                    </a:prstClr>
                  </a:outerShdw>
                </a:effectLst>
                <a:latin typeface="微软雅黑" panose="020B0503020204020204" pitchFamily="34" charset="-122"/>
                <a:ea typeface="微软雅黑" panose="020B0503020204020204" pitchFamily="34" charset="-122"/>
                <a:cs typeface="Times New Roman" panose="02020703060505090304" pitchFamily="18" charset="0"/>
              </a:rPr>
              <a:t>操 作 系 统</a:t>
            </a:r>
            <a:endParaRPr lang="en-US" sz="8100" b="1" dirty="0">
              <a:ln>
                <a:solidFill>
                  <a:schemeClr val="accent1">
                    <a:shade val="50000"/>
                  </a:schemeClr>
                </a:solidFill>
              </a:ln>
              <a:solidFill>
                <a:srgbClr val="3399FF"/>
              </a:solidFill>
              <a:effectLst>
                <a:outerShdw blurRad="76200" dist="76200" dir="13500000" algn="br" rotWithShape="0">
                  <a:prstClr val="black">
                    <a:alpha val="40000"/>
                  </a:prstClr>
                </a:outerShdw>
              </a:effectLst>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31" name="矩形 30"/>
          <p:cNvSpPr/>
          <p:nvPr/>
        </p:nvSpPr>
        <p:spPr>
          <a:xfrm>
            <a:off x="1972283" y="4229643"/>
            <a:ext cx="5201022" cy="1085100"/>
          </a:xfrm>
          <a:prstGeom prst="rect">
            <a:avLst/>
          </a:prstGeom>
          <a:solidFill>
            <a:srgbClr val="3399FF"/>
          </a:solidFill>
          <a:ln>
            <a:noFill/>
          </a:ln>
        </p:spPr>
        <p:style>
          <a:lnRef idx="3">
            <a:schemeClr val="lt1"/>
          </a:lnRef>
          <a:fillRef idx="1">
            <a:schemeClr val="accent3"/>
          </a:fillRef>
          <a:effectRef idx="1">
            <a:schemeClr val="accent3"/>
          </a:effectRef>
          <a:fontRef idx="minor">
            <a:schemeClr val="lt1"/>
          </a:fontRef>
        </p:style>
        <p:txBody>
          <a:bodyPr rtlCol="0" anchor="ctr"/>
          <a:lstStyle/>
          <a:p>
            <a:pPr algn="ctr" defTabSz="514350" fontAlgn="base">
              <a:spcBef>
                <a:spcPct val="0"/>
              </a:spcBef>
              <a:spcAft>
                <a:spcPct val="0"/>
              </a:spcAft>
              <a:defRPr/>
            </a:pPr>
            <a:endParaRPr lang="zh-CN" altLang="en-US" sz="825">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6" name="TextBox 5"/>
          <p:cNvSpPr txBox="1"/>
          <p:nvPr/>
        </p:nvSpPr>
        <p:spPr>
          <a:xfrm>
            <a:off x="2724159" y="4254633"/>
            <a:ext cx="3697271" cy="990528"/>
          </a:xfrm>
          <a:prstGeom prst="rect">
            <a:avLst/>
          </a:prstGeom>
          <a:noFill/>
          <a:effectLst>
            <a:outerShdw blurRad="50800" dist="38100" dir="13500000" algn="br" rotWithShape="0">
              <a:prstClr val="black">
                <a:alpha val="40000"/>
              </a:prstClr>
            </a:outerShdw>
          </a:effectLst>
        </p:spPr>
        <p:txBody>
          <a:bodyPr wrap="square" rtlCol="0">
            <a:spAutoFit/>
          </a:bodyPr>
          <a:lstStyle/>
          <a:p>
            <a:pPr algn="ctr">
              <a:lnSpc>
                <a:spcPct val="150000"/>
              </a:lnSpc>
            </a:pPr>
            <a:r>
              <a:rPr lang="zh-CN" altLang="en-US"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钟竞辉</a:t>
            </a:r>
            <a:endParaRPr lang="en-US" altLang="zh-CN"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a:p>
            <a:pPr algn="ctr">
              <a:lnSpc>
                <a:spcPct val="150000"/>
              </a:lnSpc>
            </a:pPr>
            <a:r>
              <a:rPr lang="zh-CN" altLang="en-US"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办公室：</a:t>
            </a:r>
            <a:r>
              <a:rPr lang="en-US" altLang="zh-CN"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B3-515</a:t>
            </a:r>
          </a:p>
          <a:p>
            <a:pPr algn="ctr">
              <a:lnSpc>
                <a:spcPct val="150000"/>
              </a:lnSpc>
            </a:pPr>
            <a:r>
              <a:rPr lang="zh-CN" altLang="en-US"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电子邮箱：</a:t>
            </a:r>
            <a:r>
              <a:rPr lang="en-US"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jinghuizhong@scut.edu.cn</a:t>
            </a:r>
            <a:endParaRPr lang="en-US" altLang="zh-CN" sz="1350"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32" y="919928"/>
            <a:ext cx="633773" cy="633773"/>
          </a:xfrm>
          <a:prstGeom prst="rect">
            <a:avLst/>
          </a:prstGeom>
          <a:effectLst/>
        </p:spPr>
      </p:pic>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09227" y="825296"/>
            <a:ext cx="1463177" cy="82303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2BBFCCB4-C9FC-456F-A91E-DD147B04C193}" type="slidenum">
              <a:rPr lang="zh-CN" altLang="en-US"/>
              <a:t>2</a:t>
            </a:fld>
            <a:endParaRPr lang="en-US" altLang="zh-CN"/>
          </a:p>
        </p:txBody>
      </p:sp>
      <p:sp>
        <p:nvSpPr>
          <p:cNvPr id="54274" name="Rectangle 2"/>
          <p:cNvSpPr>
            <a:spLocks noGrp="1" noChangeArrowheads="1"/>
          </p:cNvSpPr>
          <p:nvPr>
            <p:ph type="title"/>
          </p:nvPr>
        </p:nvSpPr>
        <p:spPr>
          <a:xfrm>
            <a:off x="567994" y="136524"/>
            <a:ext cx="8098575" cy="927579"/>
          </a:xfrm>
        </p:spPr>
        <p:txBody>
          <a:bodyPr>
            <a:normAutofit/>
          </a:bodyPr>
          <a:lstStyle/>
          <a:p>
            <a:pPr algn="ctr"/>
            <a:r>
              <a:rPr lang="zh-CN" altLang="en-US" sz="3800" b="1" dirty="0">
                <a:latin typeface="华文中宋" panose="02010600040101010101" pitchFamily="2" charset="-122"/>
              </a:rPr>
              <a:t>多级安全</a:t>
            </a:r>
            <a:endParaRPr lang="en-US" altLang="zh-CN" sz="3800" b="1" dirty="0">
              <a:latin typeface="华文中宋" panose="02010600040101010101" pitchFamily="2" charset="-122"/>
            </a:endParaRPr>
          </a:p>
        </p:txBody>
      </p:sp>
      <p:sp>
        <p:nvSpPr>
          <p:cNvPr id="2" name="文本框 1"/>
          <p:cNvSpPr txBox="1"/>
          <p:nvPr/>
        </p:nvSpPr>
        <p:spPr>
          <a:xfrm>
            <a:off x="531580" y="1181437"/>
            <a:ext cx="8098575" cy="3816429"/>
          </a:xfrm>
          <a:prstGeom prst="rect">
            <a:avLst/>
          </a:prstGeom>
          <a:noFill/>
        </p:spPr>
        <p:txBody>
          <a:bodyPr wrap="square" rtlCol="0">
            <a:spAutoFit/>
          </a:bodyPr>
          <a:lstStyle/>
          <a:p>
            <a:pPr marL="285750" indent="-285750">
              <a:buFont typeface="Wingdings" panose="05000000000000000000" pitchFamily="2" charset="2"/>
              <a:buChar char="l"/>
            </a:pPr>
            <a:r>
              <a:rPr lang="zh-CN" altLang="en-US" sz="2200" dirty="0">
                <a:latin typeface="华文中宋" panose="02010600040101010101" pitchFamily="2" charset="-122"/>
                <a:ea typeface="华文中宋" panose="02010600040101010101" pitchFamily="2" charset="-122"/>
              </a:rPr>
              <a:t>可自由支配的访问控制：个人用户决定谁可以读写文件；</a:t>
            </a: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r>
              <a:rPr lang="zh-CN" altLang="en-US" sz="2200" dirty="0">
                <a:latin typeface="华文中宋" panose="02010600040101010101" pitchFamily="2" charset="-122"/>
                <a:ea typeface="华文中宋" panose="02010600040101010101" pitchFamily="2" charset="-122"/>
              </a:rPr>
              <a:t>强制性的访问控制：由机构定义谁可以看什么文件的规则，确保安全策略被系统强制执行。</a:t>
            </a: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r>
              <a:rPr lang="en-US" altLang="zh-CN" sz="2200" dirty="0">
                <a:latin typeface="华文中宋" panose="02010600040101010101" pitchFamily="2" charset="-122"/>
                <a:ea typeface="华文中宋" panose="02010600040101010101" pitchFamily="2" charset="-122"/>
              </a:rPr>
              <a:t>Bell-La </a:t>
            </a:r>
            <a:r>
              <a:rPr lang="en-US" altLang="zh-CN" sz="2200" dirty="0" err="1">
                <a:latin typeface="华文中宋" panose="02010600040101010101" pitchFamily="2" charset="-122"/>
                <a:ea typeface="华文中宋" panose="02010600040101010101" pitchFamily="2" charset="-122"/>
              </a:rPr>
              <a:t>Padula</a:t>
            </a:r>
            <a:r>
              <a:rPr lang="en-US" altLang="zh-CN" sz="2200" dirty="0">
                <a:latin typeface="华文中宋" panose="02010600040101010101" pitchFamily="2" charset="-122"/>
                <a:ea typeface="华文中宋" panose="02010600040101010101" pitchFamily="2" charset="-122"/>
              </a:rPr>
              <a:t> </a:t>
            </a:r>
            <a:r>
              <a:rPr lang="zh-CN" altLang="en-US" sz="2200" dirty="0">
                <a:latin typeface="华文中宋" panose="02010600040101010101" pitchFamily="2" charset="-122"/>
                <a:ea typeface="华文中宋" panose="02010600040101010101" pitchFamily="2" charset="-122"/>
              </a:rPr>
              <a:t>模型</a:t>
            </a: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r>
              <a:rPr lang="en-US" altLang="zh-CN" sz="2200" dirty="0">
                <a:latin typeface="华文中宋" panose="02010600040101010101" pitchFamily="2" charset="-122"/>
                <a:ea typeface="华文中宋" panose="02010600040101010101" pitchFamily="2" charset="-122"/>
              </a:rPr>
              <a:t>Biba </a:t>
            </a:r>
            <a:r>
              <a:rPr lang="zh-CN" altLang="en-US" sz="2200" dirty="0">
                <a:latin typeface="华文中宋" panose="02010600040101010101" pitchFamily="2" charset="-122"/>
                <a:ea typeface="华文中宋" panose="02010600040101010101" pitchFamily="2" charset="-122"/>
              </a:rPr>
              <a:t>模型</a:t>
            </a: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endParaRPr lang="en-US" altLang="zh-CN" sz="2200" dirty="0">
              <a:latin typeface="华文中宋" panose="02010600040101010101" pitchFamily="2" charset="-122"/>
              <a:ea typeface="华文中宋" panose="02010600040101010101" pitchFamily="2" charset="-122"/>
            </a:endParaRPr>
          </a:p>
          <a:p>
            <a:pPr marL="285750" indent="-285750">
              <a:buFont typeface="Wingdings" panose="05000000000000000000" pitchFamily="2" charset="2"/>
              <a:buChar char="l"/>
            </a:pPr>
            <a:endParaRPr lang="zh-CN" altLang="en-US" sz="2200" dirty="0">
              <a:latin typeface="华文中宋" panose="02010600040101010101" pitchFamily="2" charset="-122"/>
              <a:ea typeface="华文中宋"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A6F1A962-214F-468C-A525-694C3EAB1A3F}" type="slidenum">
              <a:rPr lang="zh-CN" altLang="en-US"/>
              <a:t>3</a:t>
            </a:fld>
            <a:endParaRPr lang="en-US" altLang="zh-CN"/>
          </a:p>
        </p:txBody>
      </p:sp>
      <p:sp>
        <p:nvSpPr>
          <p:cNvPr id="56322" name="Rectangle 2"/>
          <p:cNvSpPr>
            <a:spLocks noGrp="1" noChangeArrowheads="1"/>
          </p:cNvSpPr>
          <p:nvPr>
            <p:ph type="title"/>
          </p:nvPr>
        </p:nvSpPr>
        <p:spPr>
          <a:xfrm>
            <a:off x="0" y="69767"/>
            <a:ext cx="9145588" cy="1325563"/>
          </a:xfrm>
        </p:spPr>
        <p:txBody>
          <a:bodyPr>
            <a:normAutofit/>
          </a:bodyPr>
          <a:lstStyle/>
          <a:p>
            <a:pPr algn="ctr"/>
            <a:r>
              <a:rPr lang="zh-CN" altLang="en-US" sz="3800" b="1" dirty="0">
                <a:latin typeface="华文中宋" panose="02010600040101010101" pitchFamily="2" charset="-122"/>
              </a:rPr>
              <a:t>多级安全： </a:t>
            </a:r>
            <a:r>
              <a:rPr lang="en-US" altLang="zh-CN" sz="3800" b="1" dirty="0">
                <a:latin typeface="华文中宋" panose="02010600040101010101" pitchFamily="2" charset="-122"/>
              </a:rPr>
              <a:t>Bell-La </a:t>
            </a:r>
            <a:r>
              <a:rPr lang="en-US" altLang="zh-CN" sz="3800" b="1" dirty="0" err="1">
                <a:latin typeface="华文中宋" panose="02010600040101010101" pitchFamily="2" charset="-122"/>
              </a:rPr>
              <a:t>Padula</a:t>
            </a:r>
            <a:r>
              <a:rPr lang="en-US" altLang="zh-CN" sz="3800" b="1" dirty="0">
                <a:latin typeface="华文中宋" panose="02010600040101010101" pitchFamily="2" charset="-122"/>
              </a:rPr>
              <a:t> </a:t>
            </a:r>
            <a:r>
              <a:rPr lang="zh-CN" altLang="en-US" sz="3800" b="1" dirty="0">
                <a:latin typeface="华文中宋" panose="02010600040101010101" pitchFamily="2" charset="-122"/>
              </a:rPr>
              <a:t>模型</a:t>
            </a:r>
          </a:p>
        </p:txBody>
      </p:sp>
      <p:sp>
        <p:nvSpPr>
          <p:cNvPr id="56323" name="Rectangle 3"/>
          <p:cNvSpPr>
            <a:spLocks noGrp="1" noChangeArrowheads="1"/>
          </p:cNvSpPr>
          <p:nvPr>
            <p:ph type="body" idx="1"/>
          </p:nvPr>
        </p:nvSpPr>
        <p:spPr>
          <a:xfrm>
            <a:off x="744429" y="5930983"/>
            <a:ext cx="7772400" cy="857250"/>
          </a:xfrm>
        </p:spPr>
        <p:txBody>
          <a:bodyPr/>
          <a:lstStyle/>
          <a:p>
            <a:pPr algn="ctr">
              <a:buFontTx/>
              <a:buNone/>
            </a:pPr>
            <a:endParaRPr lang="en-US" altLang="zh-CN" dirty="0">
              <a:latin typeface="华文中宋" panose="02010600040101010101" pitchFamily="2" charset="-122"/>
            </a:endParaRPr>
          </a:p>
          <a:p>
            <a:pPr algn="ctr">
              <a:buFontTx/>
              <a:buNone/>
            </a:pPr>
            <a:r>
              <a:rPr lang="en-US" altLang="zh-CN" dirty="0">
                <a:latin typeface="华文中宋" panose="02010600040101010101" pitchFamily="2" charset="-122"/>
              </a:rPr>
              <a:t>Bell-La </a:t>
            </a:r>
            <a:r>
              <a:rPr lang="en-US" altLang="zh-CN" dirty="0" err="1">
                <a:latin typeface="华文中宋" panose="02010600040101010101" pitchFamily="2" charset="-122"/>
              </a:rPr>
              <a:t>Padula</a:t>
            </a:r>
            <a:r>
              <a:rPr lang="zh-CN" altLang="en-US" dirty="0">
                <a:latin typeface="华文中宋" panose="02010600040101010101" pitchFamily="2" charset="-122"/>
              </a:rPr>
              <a:t>多级安全模型</a:t>
            </a:r>
          </a:p>
        </p:txBody>
      </p:sp>
      <p:pic>
        <p:nvPicPr>
          <p:cNvPr id="56326"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1050" y="2309492"/>
            <a:ext cx="5936900" cy="317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898813" y="1467545"/>
            <a:ext cx="7891896"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为管理军方安全系统而设计，亦被用于其他机构。</a:t>
            </a:r>
          </a:p>
        </p:txBody>
      </p:sp>
      <p:sp>
        <p:nvSpPr>
          <p:cNvPr id="3" name="文本框 2"/>
          <p:cNvSpPr txBox="1"/>
          <p:nvPr/>
        </p:nvSpPr>
        <p:spPr>
          <a:xfrm>
            <a:off x="359923" y="4844397"/>
            <a:ext cx="2772383" cy="1384995"/>
          </a:xfrm>
          <a:prstGeom prst="rect">
            <a:avLst/>
          </a:prstGeom>
          <a:noFill/>
          <a:ln w="19050">
            <a:solidFill>
              <a:srgbClr val="003399"/>
            </a:solidFill>
          </a:ln>
        </p:spPr>
        <p:txBody>
          <a:bodyPr wrap="square" rtlCol="0">
            <a:spAutoFit/>
          </a:bodyPr>
          <a:lstStyle/>
          <a:p>
            <a:r>
              <a:rPr lang="zh-CN" altLang="en-US" sz="2800" b="1" dirty="0"/>
              <a:t>进程可以下读上写，但不可颠倒</a:t>
            </a:r>
            <a:endParaRPr lang="en-US" altLang="zh-CN" sz="2800" b="1" dirty="0"/>
          </a:p>
          <a:p>
            <a:r>
              <a:rPr lang="zh-CN" altLang="en-US" sz="2800" b="1" dirty="0"/>
              <a:t>（收集情报）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8048F6C-9111-4D78-BAB1-1F2E246C1D7C}" type="slidenum">
              <a:rPr lang="zh-CN" altLang="en-US"/>
              <a:t>4</a:t>
            </a:fld>
            <a:endParaRPr lang="en-US" altLang="zh-CN"/>
          </a:p>
        </p:txBody>
      </p:sp>
      <p:sp>
        <p:nvSpPr>
          <p:cNvPr id="57347" name="Rectangle 3"/>
          <p:cNvSpPr>
            <a:spLocks noGrp="1" noChangeArrowheads="1"/>
          </p:cNvSpPr>
          <p:nvPr>
            <p:ph type="body" idx="1"/>
          </p:nvPr>
        </p:nvSpPr>
        <p:spPr>
          <a:xfrm>
            <a:off x="411914" y="1357131"/>
            <a:ext cx="8250610" cy="4543425"/>
          </a:xfrm>
        </p:spPr>
        <p:txBody>
          <a:bodyPr>
            <a:normAutofit/>
          </a:bodyPr>
          <a:lstStyle/>
          <a:p>
            <a:pPr marL="609600" indent="-609600" algn="ctr">
              <a:buNone/>
            </a:pPr>
            <a:endParaRPr lang="en-US" altLang="zh-CN" sz="3600" dirty="0">
              <a:ea typeface="宋体" panose="02010600030101010101" pitchFamily="2" charset="-122"/>
            </a:endParaRPr>
          </a:p>
          <a:p>
            <a:pPr>
              <a:buFont typeface="Wingdings" panose="05000000000000000000" pitchFamily="2" charset="2"/>
              <a:buChar char="ü"/>
            </a:pPr>
            <a:r>
              <a:rPr lang="zh-CN" altLang="en-US" sz="3600" dirty="0">
                <a:latin typeface="华文中宋" panose="02010600040101010101" pitchFamily="2" charset="-122"/>
              </a:rPr>
              <a:t>简单完整性原则</a:t>
            </a:r>
          </a:p>
          <a:p>
            <a:pPr marL="457200" lvl="1" indent="0">
              <a:buNone/>
            </a:pPr>
            <a:r>
              <a:rPr lang="zh-CN" altLang="en-US" sz="2400" dirty="0">
                <a:latin typeface="华文中宋" panose="02010600040101010101" pitchFamily="2" charset="-122"/>
              </a:rPr>
              <a:t>进程只能写低于其安全等级的对象</a:t>
            </a:r>
            <a:endParaRPr lang="en-US" altLang="zh-CN" sz="2400" dirty="0">
              <a:latin typeface="华文中宋" panose="02010600040101010101" pitchFamily="2" charset="-122"/>
            </a:endParaRPr>
          </a:p>
          <a:p>
            <a:pPr marL="990600" lvl="1" indent="-533400">
              <a:buFontTx/>
              <a:buChar char="•"/>
            </a:pPr>
            <a:endParaRPr lang="en-US" altLang="zh-CN" sz="2400" dirty="0">
              <a:latin typeface="华文中宋" panose="02010600040101010101" pitchFamily="2" charset="-122"/>
            </a:endParaRPr>
          </a:p>
          <a:p>
            <a:pPr>
              <a:buFont typeface="Wingdings" panose="05000000000000000000" pitchFamily="2" charset="2"/>
              <a:buChar char="ü"/>
            </a:pPr>
            <a:r>
              <a:rPr lang="zh-CN" altLang="en-US" sz="3600" dirty="0">
                <a:latin typeface="华文中宋" panose="02010600040101010101" pitchFamily="2" charset="-122"/>
              </a:rPr>
              <a:t>完整性*规则</a:t>
            </a:r>
            <a:endParaRPr lang="en-US" altLang="zh-CN" sz="3600" dirty="0">
              <a:latin typeface="华文中宋" panose="02010600040101010101" pitchFamily="2" charset="-122"/>
            </a:endParaRPr>
          </a:p>
          <a:p>
            <a:pPr marL="457200" lvl="1" indent="0">
              <a:buNone/>
            </a:pPr>
            <a:r>
              <a:rPr lang="zh-CN" altLang="en-US" sz="2400" dirty="0">
                <a:latin typeface="华文中宋" panose="02010600040101010101" pitchFamily="2" charset="-122"/>
              </a:rPr>
              <a:t>进程只能读高于其安全等级的对象</a:t>
            </a:r>
            <a:endParaRPr lang="en-US" altLang="zh-CN" sz="2400" dirty="0">
              <a:latin typeface="华文中宋" panose="02010600040101010101" pitchFamily="2" charset="-122"/>
            </a:endParaRPr>
          </a:p>
          <a:p>
            <a:pPr marL="457200" lvl="1" indent="0">
              <a:buNone/>
            </a:pPr>
            <a:endParaRPr lang="en-US" altLang="zh-CN" sz="2400" dirty="0">
              <a:latin typeface="华文中宋" panose="02010600040101010101" pitchFamily="2" charset="-122"/>
            </a:endParaRPr>
          </a:p>
          <a:p>
            <a:pPr marL="457200" lvl="1" indent="0">
              <a:buNone/>
            </a:pPr>
            <a:endParaRPr lang="en-US" altLang="zh-CN" sz="2400" dirty="0">
              <a:latin typeface="华文中宋" panose="02010600040101010101" pitchFamily="2" charset="-122"/>
            </a:endParaRPr>
          </a:p>
          <a:p>
            <a:pPr marL="457200" lvl="1" indent="0">
              <a:buNone/>
            </a:pPr>
            <a:endParaRPr lang="en-US" altLang="zh-CN" sz="2400" dirty="0">
              <a:latin typeface="华文中宋" panose="02010600040101010101" pitchFamily="2" charset="-122"/>
            </a:endParaRPr>
          </a:p>
          <a:p>
            <a:pPr marL="457200" lvl="1" indent="0">
              <a:buNone/>
            </a:pPr>
            <a:r>
              <a:rPr lang="zh-CN" altLang="en-US" sz="2400" dirty="0">
                <a:latin typeface="华文中宋" panose="02010600040101010101" pitchFamily="2" charset="-122"/>
              </a:rPr>
              <a:t>（下达指令）</a:t>
            </a:r>
            <a:endParaRPr lang="en-US" altLang="zh-CN" sz="2400" dirty="0">
              <a:latin typeface="华文中宋" panose="02010600040101010101" pitchFamily="2" charset="-122"/>
            </a:endParaRPr>
          </a:p>
        </p:txBody>
      </p:sp>
      <p:sp>
        <p:nvSpPr>
          <p:cNvPr id="7" name="Rectangle 2"/>
          <p:cNvSpPr>
            <a:spLocks noGrp="1" noChangeArrowheads="1"/>
          </p:cNvSpPr>
          <p:nvPr>
            <p:ph type="title"/>
          </p:nvPr>
        </p:nvSpPr>
        <p:spPr>
          <a:xfrm>
            <a:off x="0" y="69767"/>
            <a:ext cx="9145588" cy="1325563"/>
          </a:xfrm>
        </p:spPr>
        <p:txBody>
          <a:bodyPr>
            <a:normAutofit/>
          </a:bodyPr>
          <a:lstStyle/>
          <a:p>
            <a:pPr algn="ctr"/>
            <a:r>
              <a:rPr lang="zh-CN" altLang="en-US" sz="3800" b="1" dirty="0">
                <a:latin typeface="华文中宋" panose="02010600040101010101" pitchFamily="2" charset="-122"/>
              </a:rPr>
              <a:t>多级安全： </a:t>
            </a:r>
            <a:r>
              <a:rPr lang="en-US" altLang="zh-CN" sz="3800" b="1" dirty="0">
                <a:latin typeface="华文中宋" panose="02010600040101010101" pitchFamily="2" charset="-122"/>
              </a:rPr>
              <a:t>Biba </a:t>
            </a:r>
            <a:r>
              <a:rPr lang="zh-CN" altLang="en-US" sz="3800" b="1" dirty="0">
                <a:latin typeface="华文中宋" panose="02010600040101010101" pitchFamily="2" charset="-122"/>
              </a:rPr>
              <a:t>模型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813F4EE-F3E6-4758-9C4C-44A0511F7A20}" type="slidenum">
              <a:rPr lang="zh-CN" altLang="en-US"/>
              <a:t>5</a:t>
            </a:fld>
            <a:endParaRPr lang="en-US" altLang="zh-CN"/>
          </a:p>
        </p:txBody>
      </p:sp>
      <p:sp>
        <p:nvSpPr>
          <p:cNvPr id="59394" name="Rectangle 2"/>
          <p:cNvSpPr>
            <a:spLocks noGrp="1" noChangeArrowheads="1"/>
          </p:cNvSpPr>
          <p:nvPr>
            <p:ph type="title"/>
          </p:nvPr>
        </p:nvSpPr>
        <p:spPr>
          <a:xfrm>
            <a:off x="686594" y="254000"/>
            <a:ext cx="7772400" cy="698500"/>
          </a:xfrm>
        </p:spPr>
        <p:txBody>
          <a:bodyPr>
            <a:normAutofit/>
          </a:bodyPr>
          <a:lstStyle/>
          <a:p>
            <a:pPr algn="ctr"/>
            <a:r>
              <a:rPr lang="zh-CN" altLang="en-US" sz="3800" b="1" dirty="0">
                <a:latin typeface="华文中宋" panose="02010600040101010101" pitchFamily="2" charset="-122"/>
              </a:rPr>
              <a:t>隐蔽信道</a:t>
            </a:r>
            <a:endParaRPr lang="en-US" altLang="zh-CN" sz="3800" b="1" dirty="0">
              <a:latin typeface="华文中宋" panose="02010600040101010101" pitchFamily="2" charset="-122"/>
            </a:endParaRPr>
          </a:p>
        </p:txBody>
      </p:sp>
      <p:sp>
        <p:nvSpPr>
          <p:cNvPr id="2" name="矩形 1"/>
          <p:cNvSpPr/>
          <p:nvPr/>
        </p:nvSpPr>
        <p:spPr>
          <a:xfrm>
            <a:off x="686594" y="1529861"/>
            <a:ext cx="7830235" cy="3904659"/>
          </a:xfrm>
          <a:prstGeom prst="rect">
            <a:avLst/>
          </a:prstGeom>
        </p:spPr>
        <p:txBody>
          <a:bodyPr wrap="square">
            <a:spAutoFit/>
          </a:bodyPr>
          <a:lstStyle/>
          <a:p>
            <a:pPr>
              <a:lnSpc>
                <a:spcPct val="150000"/>
              </a:lnSpc>
            </a:pPr>
            <a:r>
              <a:rPr lang="zh-CN" altLang="en-US" sz="2800" b="1" dirty="0">
                <a:latin typeface="-apple-system"/>
              </a:rPr>
              <a:t>隐蔽信道（</a:t>
            </a:r>
            <a:r>
              <a:rPr lang="en-US" altLang="zh-CN" sz="2800" b="1" dirty="0">
                <a:latin typeface="-apple-system"/>
              </a:rPr>
              <a:t>Covert Channel</a:t>
            </a:r>
            <a:r>
              <a:rPr lang="zh-CN" altLang="en-US" sz="2800" b="1" dirty="0">
                <a:latin typeface="-apple-system"/>
              </a:rPr>
              <a:t>）</a:t>
            </a:r>
            <a:r>
              <a:rPr lang="zh-CN" altLang="en-US" sz="2800" dirty="0">
                <a:latin typeface="-apple-system"/>
              </a:rPr>
              <a:t> 是一种在计算机系统或网络通信中，用于在不安全的通信路径上传递信息的机制，而这些信息的传递通常是不被系统安全策略所允许的。隐蔽信道利用系统或网络中的正常功能或特性，以非传统或不易被检测到的方式来传递信息。</a:t>
            </a: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813F4EE-F3E6-4758-9C4C-44A0511F7A20}" type="slidenum">
              <a:rPr lang="zh-CN" altLang="en-US"/>
              <a:t>6</a:t>
            </a:fld>
            <a:endParaRPr lang="en-US" altLang="zh-CN"/>
          </a:p>
        </p:txBody>
      </p:sp>
      <p:sp>
        <p:nvSpPr>
          <p:cNvPr id="59394" name="Rectangle 2"/>
          <p:cNvSpPr>
            <a:spLocks noGrp="1" noChangeArrowheads="1"/>
          </p:cNvSpPr>
          <p:nvPr>
            <p:ph type="title"/>
          </p:nvPr>
        </p:nvSpPr>
        <p:spPr>
          <a:xfrm>
            <a:off x="686594" y="254000"/>
            <a:ext cx="7772400" cy="698500"/>
          </a:xfrm>
        </p:spPr>
        <p:txBody>
          <a:bodyPr>
            <a:normAutofit/>
          </a:bodyPr>
          <a:lstStyle/>
          <a:p>
            <a:pPr algn="ctr"/>
            <a:r>
              <a:rPr lang="zh-CN" altLang="en-US" sz="3800" b="1" dirty="0">
                <a:latin typeface="华文中宋" panose="02010600040101010101" pitchFamily="2" charset="-122"/>
              </a:rPr>
              <a:t>隐蔽信道</a:t>
            </a:r>
            <a:endParaRPr lang="en-US" altLang="zh-CN" sz="3800" b="1" dirty="0">
              <a:latin typeface="华文中宋" panose="02010600040101010101" pitchFamily="2" charset="-122"/>
            </a:endParaRPr>
          </a:p>
        </p:txBody>
      </p:sp>
      <p:sp>
        <p:nvSpPr>
          <p:cNvPr id="3" name="矩形 2"/>
          <p:cNvSpPr/>
          <p:nvPr/>
        </p:nvSpPr>
        <p:spPr>
          <a:xfrm>
            <a:off x="790686" y="1368497"/>
            <a:ext cx="7933765" cy="3970318"/>
          </a:xfrm>
          <a:prstGeom prst="rect">
            <a:avLst/>
          </a:prstGeom>
        </p:spPr>
        <p:txBody>
          <a:bodyPr wrap="square">
            <a:spAutoFit/>
          </a:bodyPr>
          <a:lstStyle/>
          <a:p>
            <a:r>
              <a:rPr lang="zh-CN" altLang="en-US" sz="2800" dirty="0">
                <a:latin typeface="-apple-system"/>
              </a:rPr>
              <a:t>对于系统管理员和安全专家来说，识别和防范隐蔽信道是非常重要的。</a:t>
            </a:r>
            <a:endParaRPr lang="en-US" altLang="zh-CN" sz="2800" dirty="0">
              <a:latin typeface="-apple-system"/>
            </a:endParaRPr>
          </a:p>
          <a:p>
            <a:endParaRPr lang="en-US" altLang="zh-CN" sz="2800" dirty="0">
              <a:latin typeface="-apple-system"/>
            </a:endParaRPr>
          </a:p>
          <a:p>
            <a:endParaRPr lang="en-US" altLang="zh-CN" sz="2800" dirty="0">
              <a:latin typeface="-apple-system"/>
            </a:endParaRPr>
          </a:p>
          <a:p>
            <a:r>
              <a:rPr lang="zh-CN" altLang="en-US" sz="2800" b="1" dirty="0">
                <a:latin typeface="-apple-system"/>
              </a:rPr>
              <a:t>恶意使用：</a:t>
            </a:r>
            <a:r>
              <a:rPr lang="zh-CN" altLang="en-US" sz="2800" dirty="0">
                <a:latin typeface="-apple-system"/>
              </a:rPr>
              <a:t>绕过安全策略、隐藏通信、传递敏感数据或进行其他非法活动。</a:t>
            </a:r>
            <a:endParaRPr lang="en-US" altLang="zh-CN" sz="2800" dirty="0">
              <a:latin typeface="-apple-system"/>
            </a:endParaRPr>
          </a:p>
          <a:p>
            <a:endParaRPr lang="en-US" altLang="zh-CN" sz="2800" b="1" dirty="0">
              <a:latin typeface="-apple-system"/>
            </a:endParaRPr>
          </a:p>
          <a:p>
            <a:r>
              <a:rPr lang="zh-CN" altLang="en-US" sz="2800" b="1" dirty="0">
                <a:latin typeface="-apple-system"/>
              </a:rPr>
              <a:t>防范措施：</a:t>
            </a:r>
            <a:r>
              <a:rPr lang="zh-CN" altLang="en-US" sz="2800" dirty="0">
                <a:latin typeface="-apple-system"/>
              </a:rPr>
              <a:t>监控系统的异常行为、限制不必要的权限、使用加密技术保护敏感数据等。</a:t>
            </a:r>
            <a:endParaRPr lang="zh-CN"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813F4EE-F3E6-4758-9C4C-44A0511F7A20}" type="slidenum">
              <a:rPr lang="zh-CN" altLang="en-US"/>
              <a:t>7</a:t>
            </a:fld>
            <a:endParaRPr lang="en-US" altLang="zh-CN"/>
          </a:p>
        </p:txBody>
      </p:sp>
      <p:sp>
        <p:nvSpPr>
          <p:cNvPr id="59394" name="Rectangle 2"/>
          <p:cNvSpPr>
            <a:spLocks noGrp="1" noChangeArrowheads="1"/>
          </p:cNvSpPr>
          <p:nvPr>
            <p:ph type="title"/>
          </p:nvPr>
        </p:nvSpPr>
        <p:spPr>
          <a:xfrm>
            <a:off x="686594" y="254000"/>
            <a:ext cx="7772400" cy="698500"/>
          </a:xfrm>
        </p:spPr>
        <p:txBody>
          <a:bodyPr>
            <a:normAutofit/>
          </a:bodyPr>
          <a:lstStyle/>
          <a:p>
            <a:pPr algn="ctr"/>
            <a:r>
              <a:rPr lang="zh-CN" altLang="en-US" sz="3800" b="1" dirty="0">
                <a:latin typeface="华文中宋" panose="02010600040101010101" pitchFamily="2" charset="-122"/>
              </a:rPr>
              <a:t>隐蔽信道</a:t>
            </a:r>
            <a:endParaRPr lang="en-US" altLang="zh-CN" sz="3800" b="1" dirty="0">
              <a:latin typeface="华文中宋" panose="02010600040101010101" pitchFamily="2" charset="-122"/>
            </a:endParaRPr>
          </a:p>
        </p:txBody>
      </p:sp>
      <p:sp>
        <p:nvSpPr>
          <p:cNvPr id="3" name="矩形 2"/>
          <p:cNvSpPr/>
          <p:nvPr/>
        </p:nvSpPr>
        <p:spPr>
          <a:xfrm>
            <a:off x="790686" y="1368497"/>
            <a:ext cx="7933765" cy="3914020"/>
          </a:xfrm>
          <a:prstGeom prst="rect">
            <a:avLst/>
          </a:prstGeom>
        </p:spPr>
        <p:txBody>
          <a:bodyPr wrap="square">
            <a:spAutoFit/>
          </a:bodyPr>
          <a:lstStyle/>
          <a:p>
            <a:pPr>
              <a:lnSpc>
                <a:spcPct val="150000"/>
              </a:lnSpc>
            </a:pPr>
            <a:r>
              <a:rPr lang="zh-CN" altLang="en-US" sz="2400" b="1" dirty="0"/>
              <a:t>主要分类</a:t>
            </a:r>
            <a:r>
              <a:rPr lang="zh-CN" altLang="en-US" sz="2400" dirty="0"/>
              <a:t>：</a:t>
            </a:r>
          </a:p>
          <a:p>
            <a:pPr>
              <a:lnSpc>
                <a:spcPct val="150000"/>
              </a:lnSpc>
            </a:pPr>
            <a:r>
              <a:rPr lang="zh-CN" altLang="en-US" sz="2400" b="1" dirty="0"/>
              <a:t>（</a:t>
            </a:r>
            <a:r>
              <a:rPr lang="en-US" altLang="zh-CN" sz="2400" b="1" dirty="0"/>
              <a:t>1</a:t>
            </a:r>
            <a:r>
              <a:rPr lang="zh-CN" altLang="en-US" sz="2400" b="1" dirty="0"/>
              <a:t>）存储隐蔽信道</a:t>
            </a:r>
            <a:r>
              <a:rPr lang="zh-CN" altLang="en-US" sz="2400" dirty="0"/>
              <a:t>：发送者直接或间接写目标值，接收者直接或间接读取目标值。</a:t>
            </a:r>
          </a:p>
          <a:p>
            <a:pPr>
              <a:lnSpc>
                <a:spcPct val="150000"/>
              </a:lnSpc>
            </a:pPr>
            <a:r>
              <a:rPr lang="zh-CN" altLang="en-US" sz="2400" b="1" dirty="0"/>
              <a:t>（</a:t>
            </a:r>
            <a:r>
              <a:rPr lang="en-US" altLang="zh-CN" sz="2400" b="1" dirty="0"/>
              <a:t>2</a:t>
            </a:r>
            <a:r>
              <a:rPr lang="zh-CN" altLang="en-US" sz="2400" b="1" dirty="0"/>
              <a:t>）时间隐蔽信道</a:t>
            </a:r>
            <a:r>
              <a:rPr lang="zh-CN" altLang="en-US" sz="2400" dirty="0"/>
              <a:t>：发送者通过时域上调制使用资源（如</a:t>
            </a:r>
            <a:r>
              <a:rPr lang="en-US" altLang="zh-CN" sz="2400" dirty="0"/>
              <a:t>CPU</a:t>
            </a:r>
            <a:r>
              <a:rPr lang="zh-CN" altLang="en-US" sz="2400" dirty="0"/>
              <a:t>）发送信息，接收者能够观测到并对信息进行解码。与存储隐蔽信道相比，时间隐蔽信道又称为无记忆通道，不能长久存储信息。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813F4EE-F3E6-4758-9C4C-44A0511F7A20}" type="slidenum">
              <a:rPr lang="zh-CN" altLang="en-US"/>
              <a:t>8</a:t>
            </a:fld>
            <a:endParaRPr lang="en-US" altLang="zh-CN"/>
          </a:p>
        </p:txBody>
      </p:sp>
      <p:sp>
        <p:nvSpPr>
          <p:cNvPr id="59394" name="Rectangle 2"/>
          <p:cNvSpPr>
            <a:spLocks noGrp="1" noChangeArrowheads="1"/>
          </p:cNvSpPr>
          <p:nvPr>
            <p:ph type="title"/>
          </p:nvPr>
        </p:nvSpPr>
        <p:spPr>
          <a:xfrm>
            <a:off x="686594" y="254000"/>
            <a:ext cx="7772400" cy="698500"/>
          </a:xfrm>
        </p:spPr>
        <p:txBody>
          <a:bodyPr>
            <a:normAutofit/>
          </a:bodyPr>
          <a:lstStyle/>
          <a:p>
            <a:pPr algn="ctr"/>
            <a:r>
              <a:rPr lang="zh-CN" altLang="en-US" sz="3800" b="1" dirty="0">
                <a:latin typeface="华文中宋" panose="02010600040101010101" pitchFamily="2" charset="-122"/>
              </a:rPr>
              <a:t>隐蔽信道</a:t>
            </a:r>
            <a:endParaRPr lang="en-US" altLang="zh-CN" sz="3800" b="1" dirty="0">
              <a:latin typeface="华文中宋" panose="02010600040101010101" pitchFamily="2" charset="-122"/>
            </a:endParaRPr>
          </a:p>
        </p:txBody>
      </p:sp>
      <p:pic>
        <p:nvPicPr>
          <p:cNvPr id="59396" name="Picture 4"/>
          <p:cNvPicPr>
            <a:picLocks noChangeAspect="1" noChangeArrowheads="1"/>
          </p:cNvPicPr>
          <p:nvPr/>
        </p:nvPicPr>
        <p:blipFill>
          <a:blip r:embed="rId2">
            <a:extLst>
              <a:ext uri="{28A0092B-C50C-407E-A947-70E740481C1C}">
                <a14:useLocalDpi xmlns:a14="http://schemas.microsoft.com/office/drawing/2010/main" val="0"/>
              </a:ext>
            </a:extLst>
          </a:blip>
          <a:srcRect l="28729" t="49126" r="17831" b="36755"/>
          <a:stretch>
            <a:fillRect/>
          </a:stretch>
        </p:blipFill>
        <p:spPr bwMode="auto">
          <a:xfrm>
            <a:off x="638970" y="1806576"/>
            <a:ext cx="8505825" cy="317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397" name="Text Box 5"/>
          <p:cNvSpPr txBox="1">
            <a:spLocks noChangeArrowheads="1"/>
          </p:cNvSpPr>
          <p:nvPr/>
        </p:nvSpPr>
        <p:spPr bwMode="auto">
          <a:xfrm>
            <a:off x="858044" y="5029200"/>
            <a:ext cx="30861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dirty="0">
                <a:latin typeface="华文中宋" panose="02010600040101010101" pitchFamily="2" charset="-122"/>
                <a:ea typeface="华文中宋" panose="02010600040101010101" pitchFamily="2" charset="-122"/>
              </a:rPr>
              <a:t>客户机, 服务器和协作进程</a:t>
            </a:r>
            <a:endParaRPr lang="en-US" altLang="zh-CN" dirty="0">
              <a:latin typeface="华文中宋" panose="02010600040101010101" pitchFamily="2" charset="-122"/>
              <a:ea typeface="华文中宋" panose="02010600040101010101" pitchFamily="2" charset="-122"/>
            </a:endParaRPr>
          </a:p>
        </p:txBody>
      </p:sp>
      <p:sp>
        <p:nvSpPr>
          <p:cNvPr id="59398" name="Text Box 6"/>
          <p:cNvSpPr txBox="1">
            <a:spLocks noChangeArrowheads="1"/>
          </p:cNvSpPr>
          <p:nvPr/>
        </p:nvSpPr>
        <p:spPr bwMode="auto">
          <a:xfrm>
            <a:off x="4772819" y="4886326"/>
            <a:ext cx="36004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dirty="0">
                <a:latin typeface="华文中宋" panose="02010600040101010101" pitchFamily="2" charset="-122"/>
                <a:ea typeface="华文中宋" panose="02010600040101010101" pitchFamily="2" charset="-122"/>
              </a:rPr>
              <a:t>封装后的服务器可以通过隐通道向协作程序泄漏信息</a:t>
            </a:r>
            <a:endParaRPr lang="en-US" altLang="zh-CN" dirty="0">
              <a:latin typeface="华文中宋" panose="02010600040101010101" pitchFamily="2" charset="-122"/>
              <a:ea typeface="华文中宋" panose="020106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42DCC5C2-89F2-44BB-9448-28326300AB3B}" type="slidenum">
              <a:rPr lang="zh-CN" altLang="en-US"/>
              <a:t>9</a:t>
            </a:fld>
            <a:endParaRPr lang="en-US" altLang="zh-CN"/>
          </a:p>
        </p:txBody>
      </p:sp>
      <p:sp>
        <p:nvSpPr>
          <p:cNvPr id="60419" name="Rectangle 3"/>
          <p:cNvSpPr>
            <a:spLocks noGrp="1" noChangeArrowheads="1"/>
          </p:cNvSpPr>
          <p:nvPr>
            <p:ph type="body" idx="1"/>
          </p:nvPr>
        </p:nvSpPr>
        <p:spPr>
          <a:xfrm>
            <a:off x="600869" y="5438776"/>
            <a:ext cx="7772400" cy="542925"/>
          </a:xfrm>
        </p:spPr>
        <p:txBody>
          <a:bodyPr/>
          <a:lstStyle/>
          <a:p>
            <a:pPr algn="ctr">
              <a:lnSpc>
                <a:spcPct val="90000"/>
              </a:lnSpc>
              <a:buFontTx/>
              <a:buNone/>
            </a:pPr>
            <a:r>
              <a:rPr lang="zh-CN" altLang="en-US" dirty="0">
                <a:latin typeface="华文中宋" panose="02010600040101010101" pitchFamily="2" charset="-122"/>
              </a:rPr>
              <a:t>使用文件锁的隐通道</a:t>
            </a:r>
            <a:endParaRPr lang="en-US" altLang="zh-CN" dirty="0">
              <a:latin typeface="华文中宋" panose="02010600040101010101" pitchFamily="2" charset="-122"/>
            </a:endParaRPr>
          </a:p>
        </p:txBody>
      </p:sp>
      <p:pic>
        <p:nvPicPr>
          <p:cNvPr id="604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395" y="1906589"/>
            <a:ext cx="8520113" cy="301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noChangeArrowheads="1"/>
          </p:cNvSpPr>
          <p:nvPr/>
        </p:nvSpPr>
        <p:spPr>
          <a:xfrm>
            <a:off x="686594" y="254000"/>
            <a:ext cx="7772400" cy="6985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pPr algn="ctr"/>
            <a:r>
              <a:rPr lang="zh-CN" altLang="en-US" sz="3800" b="1" dirty="0">
                <a:latin typeface="华文中宋" panose="02010600040101010101" pitchFamily="2" charset="-122"/>
              </a:rPr>
              <a:t>隐蔽信道</a:t>
            </a:r>
            <a:endParaRPr lang="en-US" altLang="zh-CN" sz="3800" b="1" dirty="0">
              <a:latin typeface="华文中宋"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a:xfrm>
            <a:off x="6459072" y="6356351"/>
            <a:ext cx="2057757" cy="365125"/>
          </a:xfrm>
        </p:spPr>
        <p:txBody>
          <a:bodyPr/>
          <a:lstStyle/>
          <a:p>
            <a:fld id="{86BCD030-CC91-4976-8EC4-F4391F3C22C5}" type="slidenum">
              <a:rPr lang="zh-CN" altLang="en-US"/>
              <a:t>10</a:t>
            </a:fld>
            <a:endParaRPr lang="en-US" altLang="zh-CN"/>
          </a:p>
        </p:txBody>
      </p:sp>
      <p:sp>
        <p:nvSpPr>
          <p:cNvPr id="61443" name="Rectangle 3"/>
          <p:cNvSpPr>
            <a:spLocks noGrp="1" noChangeArrowheads="1"/>
          </p:cNvSpPr>
          <p:nvPr>
            <p:ph type="body" idx="1"/>
          </p:nvPr>
        </p:nvSpPr>
        <p:spPr>
          <a:xfrm>
            <a:off x="399258" y="1069976"/>
            <a:ext cx="8077199" cy="1774825"/>
          </a:xfrm>
        </p:spPr>
        <p:txBody>
          <a:bodyPr>
            <a:normAutofit/>
          </a:bodyPr>
          <a:lstStyle/>
          <a:p>
            <a:pPr>
              <a:buFont typeface="Wingdings" panose="05000000000000000000" pitchFamily="2" charset="2"/>
              <a:buChar char="l"/>
            </a:pPr>
            <a:r>
              <a:rPr lang="zh-CN" altLang="en-US" sz="2800" dirty="0">
                <a:latin typeface="华文中宋" panose="02010600040101010101" pitchFamily="2" charset="-122"/>
              </a:rPr>
              <a:t>图片看起来一样，右边的图片有5部莎士比亚戏剧已加密</a:t>
            </a:r>
            <a:r>
              <a:rPr lang="en-US" altLang="zh-CN" sz="2800" dirty="0">
                <a:latin typeface="华文中宋" panose="02010600040101010101" pitchFamily="2" charset="-122"/>
              </a:rPr>
              <a:t>,</a:t>
            </a:r>
            <a:r>
              <a:rPr lang="zh-CN" altLang="en-US" sz="2800" dirty="0">
                <a:latin typeface="华文中宋" panose="02010600040101010101" pitchFamily="2" charset="-122"/>
              </a:rPr>
              <a:t>插入在颜色字的最低位</a:t>
            </a:r>
            <a:endParaRPr lang="en-US" altLang="zh-CN" sz="2800" dirty="0">
              <a:latin typeface="华文中宋" panose="02010600040101010101" pitchFamily="2" charset="-122"/>
            </a:endParaRPr>
          </a:p>
        </p:txBody>
      </p:sp>
      <p:pic>
        <p:nvPicPr>
          <p:cNvPr id="61445" name="Picture 5" descr="zebras-ori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258" y="2531825"/>
            <a:ext cx="3762375" cy="2820988"/>
          </a:xfrm>
          <a:prstGeom prst="rect">
            <a:avLst/>
          </a:prstGeom>
          <a:noFill/>
          <a:extLst>
            <a:ext uri="{909E8E84-426E-40DD-AFC4-6F175D3DCCD1}">
              <a14:hiddenFill xmlns:a14="http://schemas.microsoft.com/office/drawing/2010/main">
                <a:solidFill>
                  <a:srgbClr val="FFFFFF"/>
                </a:solidFill>
              </a14:hiddenFill>
            </a:ext>
          </a:extLst>
        </p:spPr>
      </p:pic>
      <p:pic>
        <p:nvPicPr>
          <p:cNvPr id="61446" name="Picture 6" descr="zebras-shak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17257" y="2522301"/>
            <a:ext cx="3759200" cy="2817813"/>
          </a:xfrm>
          <a:prstGeom prst="rect">
            <a:avLst/>
          </a:prstGeom>
          <a:noFill/>
          <a:extLst>
            <a:ext uri="{909E8E84-426E-40DD-AFC4-6F175D3DCCD1}">
              <a14:hiddenFill xmlns:a14="http://schemas.microsoft.com/office/drawing/2010/main">
                <a:solidFill>
                  <a:srgbClr val="FFFFFF"/>
                </a:solidFill>
              </a14:hiddenFill>
            </a:ext>
          </a:extLst>
        </p:spPr>
      </p:pic>
      <p:sp>
        <p:nvSpPr>
          <p:cNvPr id="61447" name="Text Box 7"/>
          <p:cNvSpPr txBox="1">
            <a:spLocks noChangeArrowheads="1"/>
          </p:cNvSpPr>
          <p:nvPr/>
        </p:nvSpPr>
        <p:spPr bwMode="auto">
          <a:xfrm>
            <a:off x="1796412" y="564786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ea typeface="宋体" panose="02010600030101010101" pitchFamily="2" charset="-122"/>
              </a:rPr>
              <a:t>斑马</a:t>
            </a:r>
          </a:p>
        </p:txBody>
      </p:sp>
      <p:sp>
        <p:nvSpPr>
          <p:cNvPr id="61448" name="Text Box 8"/>
          <p:cNvSpPr txBox="1">
            <a:spLocks noChangeArrowheads="1"/>
          </p:cNvSpPr>
          <p:nvPr/>
        </p:nvSpPr>
        <p:spPr bwMode="auto">
          <a:xfrm>
            <a:off x="4556919" y="5470289"/>
            <a:ext cx="34163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ea typeface="宋体" panose="02010600030101010101" pitchFamily="2" charset="-122"/>
              </a:rPr>
              <a:t>哈姆雷特，麦克白，罗密欧与朱</a:t>
            </a:r>
          </a:p>
          <a:p>
            <a:r>
              <a:rPr lang="zh-CN" altLang="en-US" dirty="0">
                <a:ea typeface="宋体" panose="02010600030101010101" pitchFamily="2" charset="-122"/>
              </a:rPr>
              <a:t>利叶，威尼斯商人，李尔王</a:t>
            </a:r>
            <a:endParaRPr lang="en-US" altLang="zh-CN" dirty="0">
              <a:ea typeface="宋体" panose="02010600030101010101" pitchFamily="2" charset="-122"/>
            </a:endParaRPr>
          </a:p>
        </p:txBody>
      </p:sp>
      <p:sp>
        <p:nvSpPr>
          <p:cNvPr id="11" name="Rectangle 2"/>
          <p:cNvSpPr txBox="1">
            <a:spLocks noChangeArrowheads="1"/>
          </p:cNvSpPr>
          <p:nvPr/>
        </p:nvSpPr>
        <p:spPr>
          <a:xfrm>
            <a:off x="686594" y="254000"/>
            <a:ext cx="7772400" cy="6985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pPr algn="ctr"/>
            <a:r>
              <a:rPr lang="zh-CN" altLang="en-US" sz="3800" b="1" dirty="0">
                <a:latin typeface="华文中宋" panose="02010600040101010101" pitchFamily="2" charset="-122"/>
              </a:rPr>
              <a:t>隐蔽信道</a:t>
            </a:r>
            <a:endParaRPr lang="en-US" altLang="zh-CN" sz="3800" b="1" dirty="0">
              <a:latin typeface="华文中宋" panose="0201060004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zh-CN" altLang="en-US" dirty="0"/>
              <a:t>隐蔽信道是什么？</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3"/>
            </p:custDataLst>
          </p:nvPr>
        </p:nvSpPr>
        <p:spPr>
          <a:xfrm>
            <a:off x="1829117" y="2786063"/>
            <a:ext cx="6401911" cy="642938"/>
          </a:xfrm>
          <a:prstGeom prst="rect">
            <a:avLst/>
          </a:prstGeom>
          <a:noFill/>
        </p:spPr>
        <p:txBody>
          <a:bodyPr vert="horz" rtlCol="0" anchor="ctr" anchorCtr="0">
            <a:noAutofit/>
          </a:bodyPr>
          <a:lstStyle/>
          <a:p>
            <a:r>
              <a:rPr lang="zh-CN" altLang="en-US" dirty="0"/>
              <a:t>允许进程以违背系统安全策略的形式传送信息的通信通道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829117" y="3643313"/>
            <a:ext cx="6401911" cy="642938"/>
          </a:xfrm>
          <a:prstGeom prst="rect">
            <a:avLst/>
          </a:prstGeom>
          <a:noFill/>
        </p:spPr>
        <p:txBody>
          <a:bodyPr vert="horz" rtlCol="0" anchor="ctr" anchorCtr="0">
            <a:noAutofit/>
          </a:bodyPr>
          <a:lstStyle/>
          <a:p>
            <a:r>
              <a:rPr lang="zh-CN" altLang="en-US" dirty="0"/>
              <a:t>加密信息并将其暴露给攻击者的通道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1829117" y="4500563"/>
            <a:ext cx="6401911" cy="642938"/>
          </a:xfrm>
          <a:prstGeom prst="rect">
            <a:avLst/>
          </a:prstGeom>
          <a:noFill/>
        </p:spPr>
        <p:txBody>
          <a:bodyPr vert="horz" rtlCol="0" anchor="ctr" anchorCtr="0">
            <a:noAutofit/>
          </a:bodyPr>
          <a:lstStyle/>
          <a:p>
            <a:r>
              <a:rPr lang="zh-CN" altLang="en-US" dirty="0"/>
              <a:t>专为传输大量数据而设计的通信通道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6"/>
            </p:custDataLst>
          </p:nvPr>
        </p:nvSpPr>
        <p:spPr>
          <a:xfrm>
            <a:off x="1829117" y="5357813"/>
            <a:ext cx="6401911" cy="642938"/>
          </a:xfrm>
          <a:prstGeom prst="rect">
            <a:avLst/>
          </a:prstGeom>
          <a:noFill/>
        </p:spPr>
        <p:txBody>
          <a:bodyPr vert="horz" rtlCol="0" anchor="ctr" anchorCtr="0">
            <a:noAutofit/>
          </a:bodyPr>
          <a:lstStyle/>
          <a:p>
            <a:r>
              <a:rPr lang="zh-CN" altLang="en-US" dirty="0"/>
              <a:t>于连接两个不同网络的网关</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7"/>
            </p:custDataLst>
          </p:nvPr>
        </p:nvSpPr>
        <p:spPr>
          <a:xfrm>
            <a:off x="1114663"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8"/>
            </p:custDataLst>
          </p:nvPr>
        </p:nvSpPr>
        <p:spPr>
          <a:xfrm>
            <a:off x="1114663"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9"/>
            </p:custDataLst>
          </p:nvPr>
        </p:nvSpPr>
        <p:spPr>
          <a:xfrm>
            <a:off x="1114663"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10"/>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p:cNvSpPr/>
          <p:nvPr>
            <p:custDataLst>
              <p:tags r:id="rId11"/>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p:cNvGrpSpPr/>
          <p:nvPr>
            <p:custDataLst>
              <p:tags r:id="rId12"/>
            </p:custDataLst>
          </p:nvPr>
        </p:nvGrpSpPr>
        <p:grpSpPr>
          <a:xfrm>
            <a:off x="0" y="0"/>
            <a:ext cx="9145588" cy="635000"/>
            <a:chOff x="0" y="0"/>
            <a:chExt cx="9145588" cy="635000"/>
          </a:xfrm>
        </p:grpSpPr>
        <p:sp>
          <p:nvSpPr>
            <p:cNvPr id="16" name="TitleBackground"/>
            <p:cNvSpPr/>
            <p:nvPr>
              <p:custDataLst>
                <p:tags r:id="rId14"/>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zh-CN" altLang="en-US" dirty="0"/>
              <a:t>隐蔽信道对系统安全有何影响？</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9117" y="2786063"/>
            <a:ext cx="6401911" cy="642938"/>
          </a:xfrm>
          <a:prstGeom prst="rect">
            <a:avLst/>
          </a:prstGeom>
          <a:noFill/>
        </p:spPr>
        <p:txBody>
          <a:bodyPr vert="horz" rtlCol="0" anchor="ctr" anchorCtr="0">
            <a:noAutofit/>
          </a:bodyPr>
          <a:lstStyle/>
          <a:p>
            <a:r>
              <a:rPr lang="zh-CN" altLang="en-US" dirty="0"/>
              <a:t>提高系统的安全性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9117" y="3643313"/>
            <a:ext cx="6401911" cy="642938"/>
          </a:xfrm>
          <a:prstGeom prst="rect">
            <a:avLst/>
          </a:prstGeom>
          <a:noFill/>
        </p:spPr>
        <p:txBody>
          <a:bodyPr vert="horz" rtlCol="0" anchor="ctr" anchorCtr="0">
            <a:noAutofit/>
          </a:bodyPr>
          <a:lstStyle/>
          <a:p>
            <a:r>
              <a:rPr lang="en-US" altLang="zh-CN" dirty="0"/>
              <a:t>. </a:t>
            </a:r>
            <a:r>
              <a:rPr lang="zh-CN" altLang="en-US" dirty="0"/>
              <a:t>降低系统的复杂性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9117" y="4500563"/>
            <a:ext cx="6401911" cy="642938"/>
          </a:xfrm>
          <a:prstGeom prst="rect">
            <a:avLst/>
          </a:prstGeom>
          <a:noFill/>
        </p:spPr>
        <p:txBody>
          <a:bodyPr vert="horz" rtlCol="0" anchor="ctr" anchorCtr="0">
            <a:noAutofit/>
          </a:bodyPr>
          <a:lstStyle/>
          <a:p>
            <a:r>
              <a:rPr lang="zh-CN" altLang="en-US" dirty="0"/>
              <a:t>构成对强制访问控制策略的威胁</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9117" y="5357813"/>
            <a:ext cx="6401911" cy="642938"/>
          </a:xfrm>
          <a:prstGeom prst="rect">
            <a:avLst/>
          </a:prstGeom>
          <a:noFill/>
        </p:spPr>
        <p:txBody>
          <a:bodyPr vert="horz" rtlCol="0" anchor="ctr" anchorCtr="0">
            <a:noAutofit/>
          </a:bodyPr>
          <a:lstStyle/>
          <a:p>
            <a:r>
              <a:rPr lang="zh-CN" altLang="en-US" dirty="0"/>
              <a:t>增加数据传输速率</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114663"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663"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663"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1"/>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5588" cy="635000"/>
            <a:chOff x="0" y="0"/>
            <a:chExt cx="9145588" cy="635000"/>
          </a:xfrm>
        </p:grpSpPr>
        <p:sp>
          <p:nvSpPr>
            <p:cNvPr id="14" name="TitleBackground"/>
            <p:cNvSpPr/>
            <p:nvPr>
              <p:custDataLst>
                <p:tags r:id="rId14"/>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zh-CN" altLang="en-US" dirty="0"/>
              <a:t>以下哪项是隐蔽信道的分类方法之一？</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9117" y="2786063"/>
            <a:ext cx="6401911" cy="642938"/>
          </a:xfrm>
          <a:prstGeom prst="rect">
            <a:avLst/>
          </a:prstGeom>
          <a:noFill/>
        </p:spPr>
        <p:txBody>
          <a:bodyPr vert="horz" rtlCol="0" anchor="ctr" anchorCtr="0">
            <a:noAutofit/>
          </a:bodyPr>
          <a:lstStyle/>
          <a:p>
            <a:r>
              <a:rPr lang="zh-CN" altLang="en-US" dirty="0"/>
              <a:t>加密信道和非加密信道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9117" y="3643313"/>
            <a:ext cx="6401911" cy="642938"/>
          </a:xfrm>
          <a:prstGeom prst="rect">
            <a:avLst/>
          </a:prstGeom>
          <a:noFill/>
        </p:spPr>
        <p:txBody>
          <a:bodyPr vert="horz" rtlCol="0" anchor="ctr" anchorCtr="0">
            <a:noAutofit/>
          </a:bodyPr>
          <a:lstStyle/>
          <a:p>
            <a:r>
              <a:rPr lang="zh-CN" altLang="en-US" dirty="0"/>
              <a:t>传输信道和接收信道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9117" y="4500563"/>
            <a:ext cx="6401911" cy="642938"/>
          </a:xfrm>
          <a:prstGeom prst="rect">
            <a:avLst/>
          </a:prstGeom>
          <a:noFill/>
        </p:spPr>
        <p:txBody>
          <a:bodyPr vert="horz" rtlCol="0" anchor="ctr" anchorCtr="0">
            <a:noAutofit/>
          </a:bodyPr>
          <a:lstStyle/>
          <a:p>
            <a:r>
              <a:rPr lang="zh-CN" altLang="en-US" dirty="0"/>
              <a:t>存储隐蔽信道和时间隐蔽信道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9117" y="5357813"/>
            <a:ext cx="6401911" cy="642938"/>
          </a:xfrm>
          <a:prstGeom prst="rect">
            <a:avLst/>
          </a:prstGeom>
          <a:noFill/>
        </p:spPr>
        <p:txBody>
          <a:bodyPr vert="horz" rtlCol="0" anchor="ctr" anchorCtr="0">
            <a:noAutofit/>
          </a:bodyPr>
          <a:lstStyle/>
          <a:p>
            <a:r>
              <a:rPr lang="zh-CN" altLang="en-US" dirty="0"/>
              <a:t>高速信道和低速信道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114663"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663"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663"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1"/>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5588" cy="635000"/>
            <a:chOff x="0" y="0"/>
            <a:chExt cx="9145588" cy="635000"/>
          </a:xfrm>
        </p:grpSpPr>
        <p:sp>
          <p:nvSpPr>
            <p:cNvPr id="14" name="TitleBackground"/>
            <p:cNvSpPr/>
            <p:nvPr>
              <p:custDataLst>
                <p:tags r:id="rId14"/>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custDataLst>
              <p:tags r:id="rId2"/>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p:cNvSpPr/>
          <p:nvPr>
            <p:custDataLst>
              <p:tags r:id="rId3"/>
            </p:custDataLst>
          </p:nvPr>
        </p:nvSpPr>
        <p:spPr>
          <a:xfrm>
            <a:off x="0" y="5849239"/>
            <a:ext cx="9145588" cy="365824"/>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pic>
        <p:nvPicPr>
          <p:cNvPr id="3" name="图片 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53145" y="937324"/>
            <a:ext cx="7439297" cy="3647322"/>
          </a:xfrm>
          <a:prstGeom prst="rect">
            <a:avLst/>
          </a:prstGeom>
        </p:spPr>
      </p:pic>
      <p:grpSp>
        <p:nvGrpSpPr>
          <p:cNvPr id="12" name="组合 11"/>
          <p:cNvGrpSpPr/>
          <p:nvPr>
            <p:custDataLst>
              <p:tags r:id="rId4"/>
            </p:custDataLst>
          </p:nvPr>
        </p:nvGrpSpPr>
        <p:grpSpPr>
          <a:xfrm>
            <a:off x="0" y="0"/>
            <a:ext cx="9145588" cy="635000"/>
            <a:chOff x="0" y="0"/>
            <a:chExt cx="9145588" cy="635000"/>
          </a:xfrm>
        </p:grpSpPr>
        <p:sp>
          <p:nvSpPr>
            <p:cNvPr id="8" name="TitleBackground"/>
            <p:cNvSpPr/>
            <p:nvPr>
              <p:custDataLst>
                <p:tags r:id="rId6"/>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5295" y="778409"/>
            <a:ext cx="7956868" cy="4154984"/>
          </a:xfrm>
          <a:prstGeom prst="rect">
            <a:avLst/>
          </a:prstGeom>
        </p:spPr>
        <p:txBody>
          <a:bodyPr wrap="square">
            <a:spAutoFit/>
          </a:bodyPr>
          <a:lstStyle/>
          <a:p>
            <a:pPr>
              <a:lnSpc>
                <a:spcPct val="150000"/>
              </a:lnSpc>
            </a:pP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大概思路：</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nSpc>
                <a:spcPct val="150000"/>
              </a:lnSpc>
            </a:pP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nSpc>
                <a:spcPct val="150000"/>
              </a:lnSpc>
            </a:pP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1600*1200 = 1920000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个像素； </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nSpc>
                <a:spcPct val="150000"/>
              </a:lnSpc>
            </a:pP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每个像素有</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个位用来插入数据；</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nSpc>
                <a:spcPct val="150000"/>
              </a:lnSpc>
            </a:pP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共有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1920000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 /8 = 720000Byte</a:t>
            </a:r>
          </a:p>
          <a:p>
            <a:pPr>
              <a:lnSpc>
                <a:spcPct val="150000"/>
              </a:lnSpc>
            </a:pP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若存放压缩后的数据，则原来数据可为：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720000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 = 1440000B</a:t>
            </a:r>
          </a:p>
          <a:p>
            <a:pPr>
              <a:lnSpc>
                <a:spcPct val="150000"/>
              </a:lnSpc>
            </a:pP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图片尺寸不变；</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效率</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 = 25%</a:t>
            </a:r>
            <a:endPar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28759" y="2180477"/>
            <a:ext cx="7888070" cy="1325563"/>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pPr algn="ctr"/>
            <a:r>
              <a:rPr lang="en-US" altLang="zh-CN" sz="3800" b="1" dirty="0"/>
              <a:t>Unix/Linux: Case Study</a:t>
            </a:r>
            <a:endParaRPr lang="zh-CN" altLang="en-US" sz="38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71AAD236-C405-4D2D-9C4F-791D4C553FDE}" type="slidenum">
              <a:rPr lang="zh-CN" altLang="en-US" sz="1400">
                <a:solidFill>
                  <a:prstClr val="black"/>
                </a:solidFill>
                <a:cs typeface="Times New Roman" panose="02020703060505090304" pitchFamily="18" charset="0"/>
              </a:rPr>
              <a:t>17</a:t>
            </a:fld>
            <a:endParaRPr lang="en-US" altLang="zh-CN" sz="1400">
              <a:solidFill>
                <a:prstClr val="black"/>
              </a:solidFill>
              <a:cs typeface="Times New Roman" panose="02020703060505090304" pitchFamily="18" charset="0"/>
            </a:endParaRPr>
          </a:p>
        </p:txBody>
      </p:sp>
      <p:sp>
        <p:nvSpPr>
          <p:cNvPr id="3075" name="Rectangle 2"/>
          <p:cNvSpPr>
            <a:spLocks noGrp="1" noChangeArrowheads="1"/>
          </p:cNvSpPr>
          <p:nvPr>
            <p:ph type="title"/>
          </p:nvPr>
        </p:nvSpPr>
        <p:spPr>
          <a:xfrm>
            <a:off x="628759" y="136524"/>
            <a:ext cx="7888070" cy="1325563"/>
          </a:xfrm>
        </p:spPr>
        <p:txBody>
          <a:bodyPr>
            <a:normAutofit/>
          </a:bodyPr>
          <a:lstStyle/>
          <a:p>
            <a:pPr algn="ctr" eaLnBrk="1" hangingPunct="1"/>
            <a:r>
              <a:rPr lang="en-US" altLang="zh-CN" sz="3800" b="1" dirty="0"/>
              <a:t>Unix/Linux </a:t>
            </a:r>
            <a:r>
              <a:rPr lang="zh-CN" altLang="en-US" sz="3800" b="1" dirty="0"/>
              <a:t>历史</a:t>
            </a:r>
          </a:p>
        </p:txBody>
      </p:sp>
      <p:sp>
        <p:nvSpPr>
          <p:cNvPr id="3076" name="Rectangle 3"/>
          <p:cNvSpPr>
            <a:spLocks noGrp="1" noChangeArrowheads="1"/>
          </p:cNvSpPr>
          <p:nvPr>
            <p:ph type="body" idx="1"/>
          </p:nvPr>
        </p:nvSpPr>
        <p:spPr>
          <a:xfrm>
            <a:off x="515650" y="1532654"/>
            <a:ext cx="8090230" cy="4375828"/>
          </a:xfrm>
        </p:spPr>
        <p:txBody>
          <a:bodyPr>
            <a:noAutofit/>
          </a:bodyPr>
          <a:lstStyle/>
          <a:p>
            <a:pPr eaLnBrk="1" hangingPunct="1">
              <a:lnSpc>
                <a:spcPct val="100000"/>
              </a:lnSpc>
              <a:buFont typeface="Wingdings" panose="05000000000000000000" pitchFamily="2" charset="2"/>
              <a:buChar char="l"/>
            </a:pPr>
            <a:r>
              <a:rPr lang="en-US" altLang="zh-CN" sz="2800" dirty="0"/>
              <a:t>UNICS (</a:t>
            </a:r>
            <a:r>
              <a:rPr lang="en-US" altLang="zh-CN" sz="2800" dirty="0" err="1"/>
              <a:t>Uniplexed</a:t>
            </a:r>
            <a:r>
              <a:rPr lang="en-US" altLang="zh-CN" sz="2800" dirty="0"/>
              <a:t> Information and Computing Service,</a:t>
            </a:r>
            <a:r>
              <a:rPr lang="zh-CN" altLang="en-US" sz="2800" dirty="0"/>
              <a:t>单路信息与计算服务</a:t>
            </a:r>
            <a:r>
              <a:rPr lang="en-US" altLang="zh-CN" sz="2800" dirty="0"/>
              <a:t>)</a:t>
            </a:r>
            <a:r>
              <a:rPr lang="zh-CN" altLang="en-US" sz="2800" dirty="0"/>
              <a:t>，</a:t>
            </a:r>
            <a:r>
              <a:rPr lang="en-US" altLang="zh-CN" sz="2800" dirty="0"/>
              <a:t>1969</a:t>
            </a:r>
            <a:r>
              <a:rPr lang="zh-CN" altLang="en-US" sz="2800" dirty="0"/>
              <a:t>，汇编语言</a:t>
            </a:r>
            <a:endParaRPr lang="en-US" altLang="zh-CN" sz="2800" dirty="0"/>
          </a:p>
          <a:p>
            <a:pPr eaLnBrk="1" hangingPunct="1">
              <a:lnSpc>
                <a:spcPct val="100000"/>
              </a:lnSpc>
            </a:pPr>
            <a:endParaRPr lang="en-US" altLang="zh-CN" sz="2800" dirty="0"/>
          </a:p>
          <a:p>
            <a:pPr eaLnBrk="1" hangingPunct="1">
              <a:lnSpc>
                <a:spcPct val="100000"/>
              </a:lnSpc>
            </a:pPr>
            <a:endParaRPr lang="en-US" altLang="zh-CN" sz="2800" dirty="0"/>
          </a:p>
        </p:txBody>
      </p:sp>
      <p:pic>
        <p:nvPicPr>
          <p:cNvPr id="7170" name="Picture 2" descr="劳动节谁是大明星 计算机领域的传奇人物 "/>
          <p:cNvPicPr>
            <a:picLocks noChangeAspect="1" noChangeArrowheads="1"/>
          </p:cNvPicPr>
          <p:nvPr/>
        </p:nvPicPr>
        <p:blipFill rotWithShape="1">
          <a:blip r:embed="rId3">
            <a:extLst>
              <a:ext uri="{28A0092B-C50C-407E-A947-70E740481C1C}">
                <a14:useLocalDpi xmlns:a14="http://schemas.microsoft.com/office/drawing/2010/main" val="0"/>
              </a:ext>
            </a:extLst>
          </a:blip>
          <a:srcRect r="187" b="13284"/>
          <a:stretch>
            <a:fillRect/>
          </a:stretch>
        </p:blipFill>
        <p:spPr bwMode="auto">
          <a:xfrm>
            <a:off x="1865630" y="2758440"/>
            <a:ext cx="4753610" cy="2643106"/>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818640" y="5723816"/>
            <a:ext cx="5857240" cy="369332"/>
          </a:xfrm>
          <a:prstGeom prst="rect">
            <a:avLst/>
          </a:prstGeom>
        </p:spPr>
        <p:txBody>
          <a:bodyPr wrap="square">
            <a:spAutoFit/>
          </a:bodyPr>
          <a:lstStyle/>
          <a:p>
            <a:r>
              <a:rPr lang="en-US" altLang="zh-CN" b="1" dirty="0" err="1">
                <a:solidFill>
                  <a:srgbClr val="333333"/>
                </a:solidFill>
                <a:latin typeface="Times New Roman" panose="02020703060505090304" pitchFamily="18" charset="0"/>
                <a:ea typeface="华文中宋" panose="02010600040101010101" pitchFamily="2" charset="-122"/>
                <a:cs typeface="Times New Roman" panose="02020703060505090304" pitchFamily="18" charset="0"/>
              </a:rPr>
              <a:t>Keb</a:t>
            </a:r>
            <a:r>
              <a:rPr lang="en-US" altLang="zh-CN" b="1" dirty="0">
                <a:solidFill>
                  <a:srgbClr val="333333"/>
                </a:solidFill>
                <a:latin typeface="Times New Roman" panose="02020703060505090304" pitchFamily="18" charset="0"/>
                <a:ea typeface="华文中宋" panose="02010600040101010101" pitchFamily="2" charset="-122"/>
                <a:cs typeface="Times New Roman" panose="02020703060505090304" pitchFamily="18" charset="0"/>
              </a:rPr>
              <a:t> Thompson</a:t>
            </a:r>
            <a:r>
              <a:rPr lang="zh-CN" altLang="en-US" b="1" dirty="0">
                <a:solidFill>
                  <a:srgbClr val="333333"/>
                </a:solidFill>
                <a:latin typeface="Times New Roman" panose="02020703060505090304" pitchFamily="18" charset="0"/>
                <a:ea typeface="华文中宋" panose="02010600040101010101" pitchFamily="2" charset="-122"/>
                <a:cs typeface="Times New Roman" panose="02020703060505090304" pitchFamily="18" charset="0"/>
              </a:rPr>
              <a:t>（左）与 </a:t>
            </a:r>
            <a:r>
              <a:rPr lang="en-US" altLang="zh-CN" b="1" dirty="0">
                <a:solidFill>
                  <a:srgbClr val="333333"/>
                </a:solidFill>
                <a:latin typeface="Times New Roman" panose="02020703060505090304" pitchFamily="18" charset="0"/>
                <a:ea typeface="华文中宋" panose="02010600040101010101" pitchFamily="2" charset="-122"/>
                <a:cs typeface="Times New Roman" panose="02020703060505090304" pitchFamily="18" charset="0"/>
              </a:rPr>
              <a:t>Dennis </a:t>
            </a:r>
            <a:r>
              <a:rPr lang="en-US" altLang="zh-CN" b="1" dirty="0" err="1">
                <a:solidFill>
                  <a:srgbClr val="333333"/>
                </a:solidFill>
                <a:latin typeface="Times New Roman" panose="02020703060505090304" pitchFamily="18" charset="0"/>
                <a:ea typeface="华文中宋" panose="02010600040101010101" pitchFamily="2" charset="-122"/>
                <a:cs typeface="Times New Roman" panose="02020703060505090304" pitchFamily="18" charset="0"/>
              </a:rPr>
              <a:t>M.Ritchie</a:t>
            </a:r>
            <a:r>
              <a:rPr lang="zh-CN" altLang="en-US" b="1" dirty="0">
                <a:solidFill>
                  <a:srgbClr val="333333"/>
                </a:solidFill>
                <a:latin typeface="Times New Roman" panose="02020703060505090304" pitchFamily="18" charset="0"/>
                <a:ea typeface="华文中宋" panose="02010600040101010101" pitchFamily="2" charset="-122"/>
                <a:cs typeface="Times New Roman" panose="02020703060505090304" pitchFamily="18" charset="0"/>
              </a:rPr>
              <a:t>（右）</a:t>
            </a:r>
            <a:endParaRPr lang="zh-CN" altLang="en-US" dirty="0">
              <a:latin typeface="Times New Roman" panose="02020703060505090304" pitchFamily="18" charset="0"/>
              <a:ea typeface="华文中宋" panose="02010600040101010101" pitchFamily="2" charset="-122"/>
              <a:cs typeface="Times New Roman" panose="020207030605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10235"/>
            <a:ext cx="9145588" cy="369332"/>
          </a:xfrm>
          <a:prstGeom prst="rect">
            <a:avLst/>
          </a:prstGeom>
        </p:spPr>
        <p:txBody>
          <a:bodyPr wrap="square">
            <a:spAutoFit/>
          </a:bodyPr>
          <a:lstStyle/>
          <a:p>
            <a:pPr algn="ctr"/>
            <a:r>
              <a:rPr lang="en-US" altLang="zh-CN" dirty="0" err="1">
                <a:solidFill>
                  <a:srgbClr val="333333"/>
                </a:solidFill>
                <a:latin typeface="Arial" panose="020B0604020202090204" pitchFamily="34" charset="0"/>
              </a:rPr>
              <a:t>Tiobe</a:t>
            </a:r>
            <a:r>
              <a:rPr lang="zh-CN" altLang="en-US" dirty="0">
                <a:solidFill>
                  <a:srgbClr val="333333"/>
                </a:solidFill>
                <a:latin typeface="Arial" panose="020B0604020202090204" pitchFamily="34" charset="0"/>
              </a:rPr>
              <a:t>发布的</a:t>
            </a:r>
            <a:r>
              <a:rPr lang="en-US" altLang="zh-CN" dirty="0">
                <a:solidFill>
                  <a:srgbClr val="333333"/>
                </a:solidFill>
                <a:latin typeface="Arial" panose="020B0604020202090204" pitchFamily="34" charset="0"/>
              </a:rPr>
              <a:t>2024</a:t>
            </a:r>
            <a:r>
              <a:rPr lang="zh-CN" altLang="en-US" dirty="0">
                <a:solidFill>
                  <a:srgbClr val="333333"/>
                </a:solidFill>
                <a:latin typeface="Arial" panose="020B0604020202090204" pitchFamily="34" charset="0"/>
              </a:rPr>
              <a:t>最新一期（</a:t>
            </a:r>
            <a:r>
              <a:rPr lang="en-US" altLang="zh-CN" dirty="0">
                <a:solidFill>
                  <a:srgbClr val="333333"/>
                </a:solidFill>
                <a:latin typeface="Arial" panose="020B0604020202090204" pitchFamily="34" charset="0"/>
              </a:rPr>
              <a:t>5</a:t>
            </a:r>
            <a:r>
              <a:rPr lang="zh-CN" altLang="en-US" dirty="0">
                <a:solidFill>
                  <a:srgbClr val="333333"/>
                </a:solidFill>
                <a:latin typeface="Arial" panose="020B0604020202090204" pitchFamily="34" charset="0"/>
              </a:rPr>
              <a:t>月份）编程语言欢迎度榜单</a:t>
            </a:r>
            <a:endParaRPr lang="zh-CN" altLang="en-US" dirty="0"/>
          </a:p>
        </p:txBody>
      </p:sp>
      <p:pic>
        <p:nvPicPr>
          <p:cNvPr id="2" name="图片 1"/>
          <p:cNvPicPr>
            <a:picLocks noChangeAspect="1"/>
          </p:cNvPicPr>
          <p:nvPr/>
        </p:nvPicPr>
        <p:blipFill>
          <a:blip r:embed="rId3"/>
          <a:stretch>
            <a:fillRect/>
          </a:stretch>
        </p:blipFill>
        <p:spPr>
          <a:xfrm>
            <a:off x="1721224" y="573961"/>
            <a:ext cx="6121101" cy="61285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71AAD236-C405-4D2D-9C4F-791D4C553FDE}" type="slidenum">
              <a:rPr lang="zh-CN" altLang="en-US" sz="1400">
                <a:solidFill>
                  <a:prstClr val="black"/>
                </a:solidFill>
                <a:cs typeface="Times New Roman" panose="02020703060505090304" pitchFamily="18" charset="0"/>
              </a:rPr>
              <a:t>19</a:t>
            </a:fld>
            <a:endParaRPr lang="en-US" altLang="zh-CN" sz="1400">
              <a:solidFill>
                <a:prstClr val="black"/>
              </a:solidFill>
              <a:cs typeface="Times New Roman" panose="02020703060505090304" pitchFamily="18" charset="0"/>
            </a:endParaRPr>
          </a:p>
        </p:txBody>
      </p:sp>
      <p:sp>
        <p:nvSpPr>
          <p:cNvPr id="3075" name="Rectangle 2"/>
          <p:cNvSpPr>
            <a:spLocks noGrp="1" noChangeArrowheads="1"/>
          </p:cNvSpPr>
          <p:nvPr>
            <p:ph type="title"/>
          </p:nvPr>
        </p:nvSpPr>
        <p:spPr>
          <a:xfrm>
            <a:off x="628759" y="136524"/>
            <a:ext cx="7888070" cy="1325563"/>
          </a:xfrm>
        </p:spPr>
        <p:txBody>
          <a:bodyPr>
            <a:normAutofit/>
          </a:bodyPr>
          <a:lstStyle/>
          <a:p>
            <a:pPr algn="ctr" eaLnBrk="1" hangingPunct="1"/>
            <a:r>
              <a:rPr lang="en-US" altLang="zh-CN" sz="3800" b="1" dirty="0"/>
              <a:t>Unix/Linux </a:t>
            </a:r>
            <a:r>
              <a:rPr lang="zh-CN" altLang="en-US" sz="3800" b="1" dirty="0"/>
              <a:t>历史</a:t>
            </a:r>
          </a:p>
        </p:txBody>
      </p:sp>
      <p:sp>
        <p:nvSpPr>
          <p:cNvPr id="3076" name="Rectangle 3"/>
          <p:cNvSpPr>
            <a:spLocks noGrp="1" noChangeArrowheads="1"/>
          </p:cNvSpPr>
          <p:nvPr>
            <p:ph type="body" idx="1"/>
          </p:nvPr>
        </p:nvSpPr>
        <p:spPr>
          <a:xfrm>
            <a:off x="515650" y="1532654"/>
            <a:ext cx="8090230" cy="4375828"/>
          </a:xfrm>
        </p:spPr>
        <p:txBody>
          <a:bodyPr>
            <a:noAutofit/>
          </a:bodyPr>
          <a:lstStyle/>
          <a:p>
            <a:pPr>
              <a:lnSpc>
                <a:spcPct val="100000"/>
              </a:lnSpc>
              <a:buFont typeface="Wingdings" panose="05000000000000000000" pitchFamily="2" charset="2"/>
              <a:buChar char="l"/>
            </a:pPr>
            <a:r>
              <a:rPr lang="en-US" altLang="zh-CN" sz="2800" dirty="0"/>
              <a:t>PDP-11UNIX (</a:t>
            </a:r>
            <a:r>
              <a:rPr lang="zh-CN" altLang="en-US" sz="2800" dirty="0"/>
              <a:t>基于</a:t>
            </a:r>
            <a:r>
              <a:rPr lang="en-US" altLang="zh-CN" sz="2800" dirty="0"/>
              <a:t>C</a:t>
            </a:r>
            <a:r>
              <a:rPr lang="zh-CN" altLang="en-US" sz="2800" dirty="0"/>
              <a:t>语言</a:t>
            </a:r>
            <a:r>
              <a:rPr lang="en-US" altLang="zh-CN" sz="2800" dirty="0"/>
              <a:t>)</a:t>
            </a:r>
            <a:r>
              <a:rPr lang="zh-CN" altLang="en-US" sz="2800" dirty="0"/>
              <a:t>，</a:t>
            </a:r>
            <a:r>
              <a:rPr lang="en-US" altLang="zh-CN" sz="2800" dirty="0"/>
              <a:t>1973</a:t>
            </a:r>
            <a:r>
              <a:rPr lang="zh-CN" altLang="en-US" sz="2800" dirty="0"/>
              <a:t>，</a:t>
            </a:r>
            <a:r>
              <a:rPr lang="en-US" altLang="zh-CN" sz="2800" b="1" dirty="0">
                <a:solidFill>
                  <a:srgbClr val="333333"/>
                </a:solidFill>
              </a:rPr>
              <a:t> </a:t>
            </a:r>
            <a:r>
              <a:rPr lang="en-US" altLang="zh-CN" sz="2800" dirty="0">
                <a:solidFill>
                  <a:srgbClr val="333333"/>
                </a:solidFill>
              </a:rPr>
              <a:t>K. Thompson &amp; D. M. Ritchie</a:t>
            </a:r>
          </a:p>
          <a:p>
            <a:pPr>
              <a:lnSpc>
                <a:spcPct val="100000"/>
              </a:lnSpc>
              <a:buFont typeface="Wingdings" panose="05000000000000000000" pitchFamily="2" charset="2"/>
              <a:buChar char="l"/>
            </a:pPr>
            <a:endParaRPr lang="en-US" altLang="zh-CN" sz="2800" dirty="0"/>
          </a:p>
          <a:p>
            <a:pPr eaLnBrk="1" hangingPunct="1">
              <a:lnSpc>
                <a:spcPct val="100000"/>
              </a:lnSpc>
              <a:buFont typeface="Wingdings" panose="05000000000000000000" pitchFamily="2" charset="2"/>
              <a:buChar char="l"/>
            </a:pPr>
            <a:r>
              <a:rPr lang="en-US" altLang="zh-CN" sz="2800" dirty="0"/>
              <a:t>Portable UNIX (</a:t>
            </a:r>
            <a:r>
              <a:rPr lang="zh-CN" altLang="en-US" sz="2800" dirty="0"/>
              <a:t>可移植的</a:t>
            </a:r>
            <a:r>
              <a:rPr lang="en-US" altLang="zh-CN" sz="2800" dirty="0"/>
              <a:t>C</a:t>
            </a:r>
            <a:r>
              <a:rPr lang="zh-CN" altLang="en-US" sz="2800" dirty="0"/>
              <a:t>编译器</a:t>
            </a:r>
            <a:r>
              <a:rPr lang="en-US" altLang="zh-CN" sz="2800" dirty="0"/>
              <a:t>)</a:t>
            </a:r>
            <a:r>
              <a:rPr lang="zh-CN" altLang="en-US" sz="2800" dirty="0"/>
              <a:t>， </a:t>
            </a:r>
            <a:endParaRPr lang="en-US" altLang="zh-CN" sz="2800" dirty="0"/>
          </a:p>
          <a:p>
            <a:pPr marL="0" indent="0" eaLnBrk="1" hangingPunct="1">
              <a:lnSpc>
                <a:spcPct val="100000"/>
              </a:lnSpc>
              <a:buNone/>
            </a:pPr>
            <a:r>
              <a:rPr lang="en-US" altLang="zh-CN" sz="2800" dirty="0"/>
              <a:t>   Bell Lab, Steve Johnson, 1979</a:t>
            </a:r>
          </a:p>
          <a:p>
            <a:pPr marL="0" indent="0" eaLnBrk="1" hangingPunct="1">
              <a:lnSpc>
                <a:spcPct val="100000"/>
              </a:lnSpc>
              <a:buNone/>
            </a:pPr>
            <a:endParaRPr lang="en-US" altLang="zh-CN" sz="2800" dirty="0"/>
          </a:p>
          <a:p>
            <a:pPr>
              <a:lnSpc>
                <a:spcPct val="100000"/>
              </a:lnSpc>
              <a:buFont typeface="Wingdings" panose="05000000000000000000" pitchFamily="2" charset="2"/>
              <a:buChar char="l"/>
            </a:pPr>
            <a:r>
              <a:rPr lang="en-US" altLang="zh-CN" sz="2800" dirty="0"/>
              <a:t>Berkeley UNIX (1~4BSD), </a:t>
            </a:r>
          </a:p>
          <a:p>
            <a:pPr marL="0" indent="0">
              <a:lnSpc>
                <a:spcPct val="100000"/>
              </a:lnSpc>
              <a:buNone/>
            </a:pPr>
            <a:r>
              <a:rPr lang="en-US" altLang="zh-CN" sz="2800" dirty="0"/>
              <a:t>  </a:t>
            </a:r>
            <a:r>
              <a:rPr lang="zh-CN" altLang="en-US" sz="2400" dirty="0"/>
              <a:t>加州伯克利分校（</a:t>
            </a:r>
            <a:r>
              <a:rPr lang="en-US" altLang="zh-CN" sz="2400" dirty="0">
                <a:solidFill>
                  <a:srgbClr val="333333"/>
                </a:solidFill>
              </a:rPr>
              <a:t>K. Thompson </a:t>
            </a:r>
            <a:r>
              <a:rPr lang="zh-CN" altLang="en-US" sz="2400" dirty="0">
                <a:solidFill>
                  <a:srgbClr val="333333"/>
                </a:solidFill>
              </a:rPr>
              <a:t>母校</a:t>
            </a:r>
            <a:r>
              <a:rPr lang="zh-CN" altLang="en-US" sz="2400" dirty="0"/>
              <a:t>），</a:t>
            </a:r>
            <a:r>
              <a:rPr lang="en-US" altLang="zh-CN" sz="2400" dirty="0"/>
              <a:t>1979-1983</a:t>
            </a:r>
          </a:p>
          <a:p>
            <a:pPr eaLnBrk="1" hangingPunct="1">
              <a:lnSpc>
                <a:spcPct val="100000"/>
              </a:lnSpc>
            </a:pPr>
            <a:endParaRPr lang="en-US" altLang="zh-CN" sz="2800" dirty="0"/>
          </a:p>
          <a:p>
            <a:pPr eaLnBrk="1" hangingPunct="1">
              <a:lnSpc>
                <a:spcPct val="100000"/>
              </a:lnSpc>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71AAD236-C405-4D2D-9C4F-791D4C553FDE}" type="slidenum">
              <a:rPr lang="zh-CN" altLang="en-US" sz="1400">
                <a:solidFill>
                  <a:prstClr val="black"/>
                </a:solidFill>
                <a:cs typeface="Times New Roman" panose="02020703060505090304" pitchFamily="18" charset="0"/>
              </a:rPr>
              <a:t>20</a:t>
            </a:fld>
            <a:endParaRPr lang="en-US" altLang="zh-CN" sz="1400">
              <a:solidFill>
                <a:prstClr val="black"/>
              </a:solidFill>
              <a:cs typeface="Times New Roman" panose="02020703060505090304" pitchFamily="18" charset="0"/>
            </a:endParaRPr>
          </a:p>
        </p:txBody>
      </p:sp>
      <p:sp>
        <p:nvSpPr>
          <p:cNvPr id="3075" name="Rectangle 2"/>
          <p:cNvSpPr>
            <a:spLocks noGrp="1" noChangeArrowheads="1"/>
          </p:cNvSpPr>
          <p:nvPr>
            <p:ph type="title"/>
          </p:nvPr>
        </p:nvSpPr>
        <p:spPr>
          <a:xfrm>
            <a:off x="628759" y="136524"/>
            <a:ext cx="7888070" cy="1325563"/>
          </a:xfrm>
        </p:spPr>
        <p:txBody>
          <a:bodyPr>
            <a:normAutofit/>
          </a:bodyPr>
          <a:lstStyle/>
          <a:p>
            <a:pPr algn="ctr" eaLnBrk="1" hangingPunct="1"/>
            <a:r>
              <a:rPr lang="en-US" altLang="zh-CN" sz="3800" b="1" dirty="0"/>
              <a:t>Unix/Linux </a:t>
            </a:r>
            <a:r>
              <a:rPr lang="zh-CN" altLang="en-US" sz="3800" b="1" dirty="0"/>
              <a:t>历史</a:t>
            </a:r>
          </a:p>
        </p:txBody>
      </p:sp>
      <p:sp>
        <p:nvSpPr>
          <p:cNvPr id="3076" name="Rectangle 3"/>
          <p:cNvSpPr>
            <a:spLocks noGrp="1" noChangeArrowheads="1"/>
          </p:cNvSpPr>
          <p:nvPr>
            <p:ph type="body" idx="1"/>
          </p:nvPr>
        </p:nvSpPr>
        <p:spPr>
          <a:xfrm>
            <a:off x="527679" y="1395494"/>
            <a:ext cx="8090230" cy="5041720"/>
          </a:xfrm>
        </p:spPr>
        <p:txBody>
          <a:bodyPr>
            <a:noAutofit/>
          </a:bodyPr>
          <a:lstStyle/>
          <a:p>
            <a:pPr>
              <a:lnSpc>
                <a:spcPct val="100000"/>
              </a:lnSpc>
              <a:buFont typeface="Wingdings" panose="05000000000000000000" pitchFamily="2" charset="2"/>
              <a:buChar char="l"/>
            </a:pPr>
            <a:r>
              <a:rPr lang="zh-CN" altLang="en-US" sz="2800" dirty="0"/>
              <a:t>标准</a:t>
            </a:r>
            <a:r>
              <a:rPr lang="en-US" altLang="zh-CN" sz="2800" dirty="0"/>
              <a:t>UNIX :</a:t>
            </a:r>
          </a:p>
          <a:p>
            <a:pPr marL="0" indent="0">
              <a:lnSpc>
                <a:spcPct val="100000"/>
              </a:lnSpc>
              <a:buNone/>
            </a:pPr>
            <a:r>
              <a:rPr lang="en-US" altLang="zh-CN" sz="2800" dirty="0"/>
              <a:t>   </a:t>
            </a:r>
            <a:r>
              <a:rPr lang="en-US" altLang="zh-CN" sz="2600" dirty="0"/>
              <a:t>Portable Operating System Interface of UNIX , POSIX, </a:t>
            </a:r>
          </a:p>
          <a:p>
            <a:pPr marL="0" indent="0">
              <a:lnSpc>
                <a:spcPct val="100000"/>
              </a:lnSpc>
              <a:buNone/>
            </a:pPr>
            <a:r>
              <a:rPr lang="en-US" altLang="zh-CN" sz="2600" dirty="0"/>
              <a:t>   IEEE,  1003.1</a:t>
            </a:r>
            <a:r>
              <a:rPr lang="zh-CN" altLang="en-US" sz="2600" dirty="0"/>
              <a:t>版本，</a:t>
            </a:r>
            <a:r>
              <a:rPr lang="en-US" altLang="zh-CN" sz="2600" dirty="0"/>
              <a:t>1990 </a:t>
            </a:r>
            <a:r>
              <a:rPr lang="zh-CN" altLang="en-US" sz="2600" dirty="0"/>
              <a:t>通过 </a:t>
            </a:r>
            <a:r>
              <a:rPr lang="en-US" altLang="zh-CN" sz="2600" dirty="0"/>
              <a:t>(1995</a:t>
            </a:r>
            <a:r>
              <a:rPr lang="zh-CN" altLang="en-US" sz="2600" dirty="0"/>
              <a:t>修订）</a:t>
            </a:r>
            <a:endParaRPr lang="en-US" altLang="zh-CN" sz="2600" dirty="0"/>
          </a:p>
          <a:p>
            <a:pPr marL="0" indent="0">
              <a:lnSpc>
                <a:spcPct val="100000"/>
              </a:lnSpc>
              <a:buNone/>
            </a:pPr>
            <a:endParaRPr lang="en-US" altLang="zh-CN" sz="2600" dirty="0"/>
          </a:p>
          <a:p>
            <a:pPr eaLnBrk="1" hangingPunct="1">
              <a:lnSpc>
                <a:spcPct val="100000"/>
              </a:lnSpc>
              <a:buFont typeface="Wingdings" panose="05000000000000000000" pitchFamily="2" charset="2"/>
              <a:buChar char="l"/>
            </a:pPr>
            <a:r>
              <a:rPr lang="en-US" altLang="zh-CN" sz="2800" dirty="0" err="1"/>
              <a:t>Minix</a:t>
            </a:r>
            <a:r>
              <a:rPr lang="en-US" altLang="zh-CN" sz="2800" dirty="0"/>
              <a:t> : </a:t>
            </a:r>
            <a:r>
              <a:rPr lang="zh-CN" altLang="en-US" sz="2800" dirty="0"/>
              <a:t>基于微内核设计的类</a:t>
            </a:r>
            <a:r>
              <a:rPr lang="en-US" altLang="zh-CN" sz="2800" dirty="0"/>
              <a:t>UNIX</a:t>
            </a:r>
            <a:r>
              <a:rPr lang="zh-CN" altLang="en-US" sz="2800" dirty="0"/>
              <a:t>系统</a:t>
            </a:r>
            <a:endParaRPr lang="en-US" altLang="zh-CN" sz="2800" dirty="0"/>
          </a:p>
          <a:p>
            <a:pPr marL="0" indent="0">
              <a:lnSpc>
                <a:spcPct val="100000"/>
              </a:lnSpc>
              <a:buNone/>
            </a:pPr>
            <a:r>
              <a:rPr lang="en-US" altLang="zh-CN" sz="2800" dirty="0"/>
              <a:t>   16</a:t>
            </a:r>
            <a:r>
              <a:rPr lang="en-US" altLang="zh-CN" sz="2600" dirty="0"/>
              <a:t>00</a:t>
            </a:r>
            <a:r>
              <a:rPr lang="zh-CN" altLang="en-US" sz="2600" dirty="0"/>
              <a:t>行</a:t>
            </a:r>
            <a:r>
              <a:rPr lang="en-US" altLang="zh-CN" sz="2600" dirty="0"/>
              <a:t>C</a:t>
            </a:r>
            <a:r>
              <a:rPr lang="zh-CN" altLang="en-US" sz="2600" dirty="0"/>
              <a:t>，</a:t>
            </a:r>
            <a:r>
              <a:rPr lang="en-US" altLang="zh-CN" sz="2600" dirty="0"/>
              <a:t>800</a:t>
            </a:r>
            <a:r>
              <a:rPr lang="zh-CN" altLang="en-US" sz="2600" dirty="0"/>
              <a:t>行汇编，荷兰科学家</a:t>
            </a:r>
            <a:r>
              <a:rPr lang="en-US" altLang="zh-CN" sz="2600" dirty="0"/>
              <a:t>A. Tanenbaum </a:t>
            </a:r>
            <a:r>
              <a:rPr lang="zh-CN" altLang="en-US" sz="2600" dirty="0"/>
              <a:t>，以教学为目的，</a:t>
            </a:r>
            <a:r>
              <a:rPr lang="en-US" altLang="zh-CN" sz="2600" dirty="0"/>
              <a:t> 1987</a:t>
            </a:r>
          </a:p>
          <a:p>
            <a:pPr marL="0" indent="0">
              <a:lnSpc>
                <a:spcPct val="100000"/>
              </a:lnSpc>
              <a:buNone/>
            </a:pPr>
            <a:endParaRPr lang="en-US" altLang="zh-CN" sz="2600" dirty="0"/>
          </a:p>
          <a:p>
            <a:pPr eaLnBrk="1" hangingPunct="1">
              <a:lnSpc>
                <a:spcPct val="100000"/>
              </a:lnSpc>
              <a:buFont typeface="Wingdings" panose="05000000000000000000" pitchFamily="2" charset="2"/>
              <a:buChar char="l"/>
            </a:pPr>
            <a:r>
              <a:rPr lang="en-US" altLang="zh-CN" sz="2800" dirty="0"/>
              <a:t>Linux</a:t>
            </a:r>
            <a:r>
              <a:rPr lang="zh-CN" altLang="en-US" sz="2800" dirty="0"/>
              <a:t>：完备的系统产品，芬兰学生</a:t>
            </a:r>
            <a:r>
              <a:rPr lang="en-US" altLang="zh-CN" sz="2800" dirty="0"/>
              <a:t>Linus Torvalds</a:t>
            </a:r>
            <a:r>
              <a:rPr lang="zh-CN" altLang="en-US" sz="2800" dirty="0"/>
              <a:t>， </a:t>
            </a:r>
            <a:r>
              <a:rPr lang="en-US" altLang="zh-CN" sz="2800"/>
              <a:t>1991</a:t>
            </a:r>
            <a:endParaRPr lang="en-US" altLang="zh-CN" sz="2800" dirty="0"/>
          </a:p>
          <a:p>
            <a:pPr eaLnBrk="1" hangingPunct="1">
              <a:lnSpc>
                <a:spcPct val="100000"/>
              </a:lnSpc>
            </a:pPr>
            <a:endParaRPr lang="en-US" altLang="zh-CN" sz="2800" dirty="0"/>
          </a:p>
          <a:p>
            <a:pPr eaLnBrk="1" hangingPunct="1">
              <a:lnSpc>
                <a:spcPct val="100000"/>
              </a:lnSpc>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917150" y="2376806"/>
            <a:ext cx="8030446" cy="743827"/>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r>
              <a:rPr lang="zh-CN" altLang="en-US" sz="4800" b="1" dirty="0">
                <a:solidFill>
                  <a:srgbClr val="121212"/>
                </a:solidFill>
                <a:latin typeface="-apple-system"/>
              </a:rPr>
              <a:t>关于开源许可证</a:t>
            </a:r>
            <a:endParaRPr lang="zh-CN" altLang="en-US" sz="4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开源许可证（</a:t>
            </a:r>
            <a:r>
              <a:rPr lang="en-US" altLang="zh-CN" dirty="0"/>
              <a:t>Open Source License</a:t>
            </a:r>
            <a:r>
              <a:rPr lang="zh-CN" altLang="en-US" dirty="0"/>
              <a:t>）</a:t>
            </a:r>
          </a:p>
        </p:txBody>
      </p:sp>
      <p:sp>
        <p:nvSpPr>
          <p:cNvPr id="3" name="内容占位符 2"/>
          <p:cNvSpPr>
            <a:spLocks noGrp="1"/>
          </p:cNvSpPr>
          <p:nvPr>
            <p:ph idx="1"/>
          </p:nvPr>
        </p:nvSpPr>
        <p:spPr/>
        <p:txBody>
          <a:bodyPr/>
          <a:lstStyle/>
          <a:p>
            <a:pPr>
              <a:lnSpc>
                <a:spcPct val="150000"/>
              </a:lnSpc>
            </a:pPr>
            <a:r>
              <a:rPr lang="zh-CN" altLang="en-US" sz="2400" b="1" dirty="0"/>
              <a:t>定义与目的</a:t>
            </a:r>
            <a:r>
              <a:rPr lang="zh-CN" altLang="en-US" sz="2400" dirty="0"/>
              <a:t>：开源许可证是一种法律文件，用于明确开源软件的版权、使用、修改、分发等权限和限制。</a:t>
            </a:r>
          </a:p>
          <a:p>
            <a:pPr>
              <a:lnSpc>
                <a:spcPct val="150000"/>
              </a:lnSpc>
            </a:pPr>
            <a:r>
              <a:rPr lang="zh-CN" altLang="en-US" sz="2400" dirty="0"/>
              <a:t>目的是确保软件开发者能够自由地使用和分享软件，同时保护他们的权益和贡献。</a:t>
            </a:r>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开源许可证（</a:t>
            </a:r>
            <a:r>
              <a:rPr lang="en-US" altLang="zh-CN" dirty="0"/>
              <a:t>Open Source License</a:t>
            </a:r>
            <a:r>
              <a:rPr lang="zh-CN" altLang="en-US" dirty="0"/>
              <a:t>）</a:t>
            </a:r>
          </a:p>
        </p:txBody>
      </p:sp>
      <p:sp>
        <p:nvSpPr>
          <p:cNvPr id="3" name="内容占位符 2"/>
          <p:cNvSpPr>
            <a:spLocks noGrp="1"/>
          </p:cNvSpPr>
          <p:nvPr>
            <p:ph idx="1"/>
          </p:nvPr>
        </p:nvSpPr>
        <p:spPr>
          <a:xfrm>
            <a:off x="435120" y="1690689"/>
            <a:ext cx="8214027" cy="4351338"/>
          </a:xfrm>
        </p:spPr>
        <p:txBody>
          <a:bodyPr>
            <a:normAutofit lnSpcReduction="10000"/>
          </a:bodyPr>
          <a:lstStyle/>
          <a:p>
            <a:r>
              <a:rPr lang="zh-CN" altLang="en-US" sz="2400" b="1" dirty="0"/>
              <a:t>主要类型</a:t>
            </a:r>
            <a:r>
              <a:rPr lang="zh-CN" altLang="en-US" sz="2400" dirty="0"/>
              <a:t>：</a:t>
            </a:r>
          </a:p>
          <a:p>
            <a:pPr lvl="1">
              <a:lnSpc>
                <a:spcPct val="150000"/>
              </a:lnSpc>
            </a:pPr>
            <a:r>
              <a:rPr lang="zh-CN" altLang="en-US" sz="2400" dirty="0"/>
              <a:t>宽松许可证（</a:t>
            </a:r>
            <a:r>
              <a:rPr lang="en-US" altLang="zh-CN" sz="2400" dirty="0"/>
              <a:t>Permissive Licenses</a:t>
            </a:r>
            <a:r>
              <a:rPr lang="zh-CN" altLang="en-US" sz="2400" dirty="0"/>
              <a:t>）：如 </a:t>
            </a:r>
            <a:r>
              <a:rPr lang="en-US" altLang="zh-CN" sz="2400" dirty="0"/>
              <a:t>BSD</a:t>
            </a:r>
            <a:r>
              <a:rPr lang="zh-CN" altLang="en-US" sz="2400" dirty="0"/>
              <a:t>、</a:t>
            </a:r>
            <a:r>
              <a:rPr lang="en-US" altLang="zh-CN" sz="2400" dirty="0"/>
              <a:t>MIT </a:t>
            </a:r>
            <a:r>
              <a:rPr lang="zh-CN" altLang="en-US" sz="2400" dirty="0"/>
              <a:t>和 </a:t>
            </a:r>
            <a:r>
              <a:rPr lang="en-US" altLang="zh-CN" sz="2400" dirty="0"/>
              <a:t>Apache 2.0</a:t>
            </a:r>
            <a:r>
              <a:rPr lang="zh-CN" altLang="en-US" sz="2400" dirty="0"/>
              <a:t>，它们允许用户自由地修改、分发和使用软件。</a:t>
            </a:r>
          </a:p>
          <a:p>
            <a:pPr lvl="1">
              <a:lnSpc>
                <a:spcPct val="150000"/>
              </a:lnSpc>
            </a:pPr>
            <a:r>
              <a:rPr lang="zh-CN" altLang="en-US" sz="2400" dirty="0"/>
              <a:t>互惠许可证（</a:t>
            </a:r>
            <a:r>
              <a:rPr lang="en-US" altLang="zh-CN" sz="2400" dirty="0"/>
              <a:t>Reciprocal Licenses</a:t>
            </a:r>
            <a:r>
              <a:rPr lang="zh-CN" altLang="en-US" sz="2400" dirty="0"/>
              <a:t>）：如 </a:t>
            </a:r>
            <a:r>
              <a:rPr lang="en-US" altLang="zh-CN" sz="2400" dirty="0"/>
              <a:t>LGPL</a:t>
            </a:r>
            <a:r>
              <a:rPr lang="zh-CN" altLang="en-US" sz="2400" dirty="0"/>
              <a:t>（</a:t>
            </a:r>
            <a:r>
              <a:rPr lang="en-US" altLang="zh-CN" sz="2400" dirty="0"/>
              <a:t>Lesser General Public License</a:t>
            </a:r>
            <a:r>
              <a:rPr lang="zh-CN" altLang="en-US" sz="2400" dirty="0"/>
              <a:t>）和 </a:t>
            </a:r>
            <a:r>
              <a:rPr lang="en-US" altLang="zh-CN" sz="2400" dirty="0"/>
              <a:t>Mozilla Public License</a:t>
            </a:r>
            <a:r>
              <a:rPr lang="zh-CN" altLang="en-US" sz="2400" dirty="0"/>
              <a:t>。</a:t>
            </a:r>
          </a:p>
          <a:p>
            <a:pPr lvl="1">
              <a:lnSpc>
                <a:spcPct val="150000"/>
              </a:lnSpc>
            </a:pPr>
            <a:r>
              <a:rPr lang="zh-CN" altLang="en-US" sz="2400" dirty="0"/>
              <a:t>严格</a:t>
            </a:r>
            <a:r>
              <a:rPr lang="en-US" altLang="zh-CN" sz="2400" dirty="0"/>
              <a:t>/</a:t>
            </a:r>
            <a:r>
              <a:rPr lang="zh-CN" altLang="en-US" sz="2400" dirty="0"/>
              <a:t>复制左许可证（</a:t>
            </a:r>
            <a:r>
              <a:rPr lang="en-US" altLang="zh-CN" sz="2400" dirty="0"/>
              <a:t>Copyleft Licenses</a:t>
            </a:r>
            <a:r>
              <a:rPr lang="zh-CN" altLang="en-US" sz="2400" dirty="0"/>
              <a:t>）：如 </a:t>
            </a:r>
            <a:r>
              <a:rPr lang="en-US" altLang="zh-CN" sz="2400" dirty="0"/>
              <a:t>GPL</a:t>
            </a:r>
            <a:r>
              <a:rPr lang="zh-CN" altLang="en-US" sz="2400" dirty="0"/>
              <a:t>（</a:t>
            </a:r>
            <a:r>
              <a:rPr lang="en-US" altLang="zh-CN" sz="2400" dirty="0"/>
              <a:t>General Public License</a:t>
            </a:r>
            <a:r>
              <a:rPr lang="zh-CN" altLang="en-US" sz="2400" dirty="0"/>
              <a:t>），要求任何衍生作品也必须以相同的许可证发布，以确保软件的持续自由和开放。</a:t>
            </a:r>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383" y="365126"/>
            <a:ext cx="8030446" cy="743827"/>
          </a:xfrm>
        </p:spPr>
        <p:txBody>
          <a:bodyPr/>
          <a:lstStyle/>
          <a:p>
            <a:r>
              <a:rPr lang="zh-CN" altLang="en-US" b="1" i="0" dirty="0">
                <a:solidFill>
                  <a:srgbClr val="121212"/>
                </a:solidFill>
                <a:effectLst/>
                <a:latin typeface="-apple-system"/>
              </a:rPr>
              <a:t>开源许可证</a:t>
            </a: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852" y="1303506"/>
            <a:ext cx="8198333" cy="49902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917150" y="2376806"/>
            <a:ext cx="5623961" cy="743827"/>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r>
              <a:rPr lang="zh-CN" altLang="en-US" sz="4800" b="1" dirty="0">
                <a:solidFill>
                  <a:srgbClr val="121212"/>
                </a:solidFill>
                <a:latin typeface="-apple-system"/>
              </a:rPr>
              <a:t>关于</a:t>
            </a:r>
            <a:r>
              <a:rPr lang="en-US" altLang="zh-CN" sz="4800" b="1" dirty="0">
                <a:solidFill>
                  <a:srgbClr val="121212"/>
                </a:solidFill>
                <a:latin typeface="-apple-system"/>
              </a:rPr>
              <a:t>Linux </a:t>
            </a:r>
            <a:r>
              <a:rPr lang="zh-CN" altLang="en-US" sz="4800" b="1" dirty="0">
                <a:solidFill>
                  <a:srgbClr val="121212"/>
                </a:solidFill>
                <a:latin typeface="-apple-system"/>
              </a:rPr>
              <a:t>发展历史</a:t>
            </a:r>
            <a:endParaRPr lang="zh-CN" altLang="en-US" sz="4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177800"/>
            <a:ext cx="9145588" cy="677108"/>
          </a:xfrm>
          <a:prstGeom prst="rect">
            <a:avLst/>
          </a:prstGeom>
          <a:noFill/>
        </p:spPr>
        <p:txBody>
          <a:bodyPr wrap="square" rtlCol="0">
            <a:spAutoFit/>
          </a:bodyPr>
          <a:lstStyle/>
          <a:p>
            <a:pPr algn="ctr"/>
            <a:r>
              <a:rPr lang="en-US" altLang="zh-CN" sz="3800" b="1" dirty="0">
                <a:latin typeface="Times New Roman" panose="02020703060505090304" pitchFamily="18" charset="0"/>
                <a:ea typeface="华文中宋" panose="02010600040101010101" pitchFamily="2" charset="-122"/>
                <a:cs typeface="Times New Roman" panose="02020703060505090304" pitchFamily="18" charset="0"/>
              </a:rPr>
              <a:t>Linux</a:t>
            </a:r>
            <a:r>
              <a:rPr lang="zh-CN" altLang="en-US" sz="3800" b="1" dirty="0">
                <a:latin typeface="Times New Roman" panose="02020703060505090304" pitchFamily="18" charset="0"/>
                <a:ea typeface="华文中宋" panose="02010600040101010101" pitchFamily="2" charset="-122"/>
                <a:cs typeface="Times New Roman" panose="02020703060505090304" pitchFamily="18" charset="0"/>
              </a:rPr>
              <a:t>的发展历史</a:t>
            </a:r>
          </a:p>
        </p:txBody>
      </p:sp>
      <p:sp>
        <p:nvSpPr>
          <p:cNvPr id="2" name="矩形 1"/>
          <p:cNvSpPr/>
          <p:nvPr/>
        </p:nvSpPr>
        <p:spPr>
          <a:xfrm>
            <a:off x="278780" y="1208544"/>
            <a:ext cx="8642196" cy="4202176"/>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1990</a:t>
            </a:r>
            <a:r>
              <a:rPr lang="zh-CN" altLang="en-US" dirty="0">
                <a:solidFill>
                  <a:srgbClr val="333333"/>
                </a:solidFill>
                <a:latin typeface="微软雅黑" panose="020B0503020204020204" pitchFamily="34" charset="-122"/>
                <a:ea typeface="微软雅黑" panose="020B0503020204020204" pitchFamily="34" charset="-122"/>
              </a:rPr>
              <a:t>年，芬兰赫尔辛基大学学生</a:t>
            </a:r>
            <a:r>
              <a:rPr lang="en-US" altLang="zh-CN" dirty="0">
                <a:solidFill>
                  <a:srgbClr val="333333"/>
                </a:solidFill>
                <a:latin typeface="微软雅黑" panose="020B0503020204020204" pitchFamily="34" charset="-122"/>
                <a:ea typeface="微软雅黑" panose="020B0503020204020204" pitchFamily="34" charset="-122"/>
              </a:rPr>
              <a:t>Linux Torvalds</a:t>
            </a:r>
            <a:r>
              <a:rPr lang="zh-CN" altLang="en-US" dirty="0">
                <a:solidFill>
                  <a:srgbClr val="333333"/>
                </a:solidFill>
                <a:latin typeface="微软雅黑" panose="020B0503020204020204" pitchFamily="34" charset="-122"/>
                <a:ea typeface="微软雅黑" panose="020B0503020204020204" pitchFamily="34" charset="-122"/>
              </a:rPr>
              <a:t>首次接触</a:t>
            </a:r>
            <a:r>
              <a:rPr lang="en-US" altLang="zh-CN" dirty="0" err="1">
                <a:solidFill>
                  <a:srgbClr val="333333"/>
                </a:solidFill>
                <a:latin typeface="微软雅黑" panose="020B0503020204020204" pitchFamily="34" charset="-122"/>
                <a:ea typeface="微软雅黑" panose="020B0503020204020204" pitchFamily="34" charset="-122"/>
              </a:rPr>
              <a:t>Minix</a:t>
            </a:r>
            <a:r>
              <a:rPr lang="zh-CN" altLang="en-US" dirty="0">
                <a:solidFill>
                  <a:srgbClr val="333333"/>
                </a:solidFill>
                <a:latin typeface="微软雅黑" panose="020B0503020204020204" pitchFamily="34" charset="-122"/>
                <a:ea typeface="微软雅黑" panose="020B0503020204020204" pitchFamily="34" charset="-122"/>
              </a:rPr>
              <a:t>系统。</a:t>
            </a: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1991</a:t>
            </a:r>
            <a:r>
              <a:rPr lang="zh-CN" altLang="en-US" dirty="0">
                <a:solidFill>
                  <a:srgbClr val="333333"/>
                </a:solidFill>
                <a:latin typeface="微软雅黑" panose="020B0503020204020204" pitchFamily="34" charset="-122"/>
                <a:ea typeface="微软雅黑" panose="020B0503020204020204" pitchFamily="34" charset="-122"/>
              </a:rPr>
              <a:t>年，</a:t>
            </a:r>
            <a:r>
              <a:rPr lang="en-US" altLang="zh-CN" dirty="0">
                <a:solidFill>
                  <a:srgbClr val="333333"/>
                </a:solidFill>
                <a:latin typeface="微软雅黑" panose="020B0503020204020204" pitchFamily="34" charset="-122"/>
                <a:ea typeface="微软雅黑" panose="020B0503020204020204" pitchFamily="34" charset="-122"/>
              </a:rPr>
              <a:t>Linux Torvalds</a:t>
            </a:r>
            <a:r>
              <a:rPr lang="zh-CN" altLang="en-US" dirty="0">
                <a:solidFill>
                  <a:srgbClr val="333333"/>
                </a:solidFill>
                <a:latin typeface="微软雅黑" panose="020B0503020204020204" pitchFamily="34" charset="-122"/>
                <a:ea typeface="微软雅黑" panose="020B0503020204020204" pitchFamily="34" charset="-122"/>
              </a:rPr>
              <a:t>开始在</a:t>
            </a:r>
            <a:r>
              <a:rPr lang="en-US" altLang="zh-CN" dirty="0" err="1">
                <a:solidFill>
                  <a:srgbClr val="333333"/>
                </a:solidFill>
                <a:latin typeface="微软雅黑" panose="020B0503020204020204" pitchFamily="34" charset="-122"/>
                <a:ea typeface="微软雅黑" panose="020B0503020204020204" pitchFamily="34" charset="-122"/>
              </a:rPr>
              <a:t>Minix</a:t>
            </a:r>
            <a:r>
              <a:rPr lang="zh-CN" altLang="en-US" dirty="0">
                <a:solidFill>
                  <a:srgbClr val="333333"/>
                </a:solidFill>
                <a:latin typeface="微软雅黑" panose="020B0503020204020204" pitchFamily="34" charset="-122"/>
                <a:ea typeface="微软雅黑" panose="020B0503020204020204" pitchFamily="34" charset="-122"/>
              </a:rPr>
              <a:t>上编写各种驱动程序等操作系统内核组件。</a:t>
            </a: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1991</a:t>
            </a:r>
            <a:r>
              <a:rPr lang="zh-CN" altLang="en-US" dirty="0">
                <a:solidFill>
                  <a:srgbClr val="333333"/>
                </a:solidFill>
                <a:latin typeface="微软雅黑" panose="020B0503020204020204" pitchFamily="34" charset="-122"/>
                <a:ea typeface="微软雅黑" panose="020B0503020204020204" pitchFamily="34" charset="-122"/>
              </a:rPr>
              <a:t>年年底，</a:t>
            </a:r>
            <a:r>
              <a:rPr lang="en-US" altLang="zh-CN" dirty="0">
                <a:solidFill>
                  <a:srgbClr val="333333"/>
                </a:solidFill>
                <a:latin typeface="微软雅黑" panose="020B0503020204020204" pitchFamily="34" charset="-122"/>
                <a:ea typeface="微软雅黑" panose="020B0503020204020204" pitchFamily="34" charset="-122"/>
              </a:rPr>
              <a:t>Linux Torvalds</a:t>
            </a:r>
            <a:r>
              <a:rPr lang="zh-CN" altLang="en-US" dirty="0">
                <a:solidFill>
                  <a:srgbClr val="333333"/>
                </a:solidFill>
                <a:latin typeface="微软雅黑" panose="020B0503020204020204" pitchFamily="34" charset="-122"/>
                <a:ea typeface="微软雅黑" panose="020B0503020204020204" pitchFamily="34" charset="-122"/>
              </a:rPr>
              <a:t>公开了</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内核源码</a:t>
            </a:r>
            <a:r>
              <a:rPr lang="en-US" altLang="zh-CN" dirty="0">
                <a:solidFill>
                  <a:srgbClr val="333333"/>
                </a:solidFill>
                <a:latin typeface="微软雅黑" panose="020B0503020204020204" pitchFamily="34" charset="-122"/>
                <a:ea typeface="微软雅黑" panose="020B0503020204020204" pitchFamily="34" charset="-122"/>
              </a:rPr>
              <a:t>0.02</a:t>
            </a:r>
            <a:r>
              <a:rPr lang="zh-CN" altLang="en-US" dirty="0">
                <a:solidFill>
                  <a:srgbClr val="333333"/>
                </a:solidFill>
                <a:latin typeface="微软雅黑" panose="020B0503020204020204" pitchFamily="34" charset="-122"/>
                <a:ea typeface="微软雅黑" panose="020B0503020204020204" pitchFamily="34" charset="-122"/>
              </a:rPr>
              <a:t>版</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1993</a:t>
            </a:r>
            <a:r>
              <a:rPr lang="zh-CN" altLang="en-US" dirty="0">
                <a:solidFill>
                  <a:srgbClr val="333333"/>
                </a:solidFill>
                <a:latin typeface="微软雅黑" panose="020B0503020204020204" pitchFamily="34" charset="-122"/>
                <a:ea typeface="微软雅黑" panose="020B0503020204020204" pitchFamily="34" charset="-122"/>
              </a:rPr>
              <a:t>年，</a:t>
            </a:r>
            <a:r>
              <a:rPr lang="en-US" altLang="zh-CN" dirty="0">
                <a:solidFill>
                  <a:srgbClr val="333333"/>
                </a:solidFill>
                <a:latin typeface="微软雅黑" panose="020B0503020204020204" pitchFamily="34" charset="-122"/>
                <a:ea typeface="微软雅黑" panose="020B0503020204020204" pitchFamily="34" charset="-122"/>
              </a:rPr>
              <a:t>Linux 1.0</a:t>
            </a:r>
            <a:r>
              <a:rPr lang="zh-CN" altLang="en-US" dirty="0">
                <a:solidFill>
                  <a:srgbClr val="333333"/>
                </a:solidFill>
                <a:latin typeface="微软雅黑" panose="020B0503020204020204" pitchFamily="34" charset="-122"/>
                <a:ea typeface="微软雅黑" panose="020B0503020204020204" pitchFamily="34" charset="-122"/>
              </a:rPr>
              <a:t>版本发行，</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转向</a:t>
            </a:r>
            <a:r>
              <a:rPr lang="en-US" altLang="zh-CN" dirty="0">
                <a:solidFill>
                  <a:srgbClr val="333333"/>
                </a:solidFill>
                <a:latin typeface="微软雅黑" panose="020B0503020204020204" pitchFamily="34" charset="-122"/>
                <a:ea typeface="微软雅黑" panose="020B0503020204020204" pitchFamily="34" charset="-122"/>
              </a:rPr>
              <a:t>GPL</a:t>
            </a:r>
            <a:r>
              <a:rPr lang="zh-CN" altLang="en-US" dirty="0">
                <a:solidFill>
                  <a:srgbClr val="333333"/>
                </a:solidFill>
                <a:latin typeface="微软雅黑" panose="020B0503020204020204" pitchFamily="34" charset="-122"/>
                <a:ea typeface="微软雅黑" panose="020B0503020204020204" pitchFamily="34" charset="-122"/>
              </a:rPr>
              <a:t>版本协议。</a:t>
            </a: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1994</a:t>
            </a:r>
            <a:r>
              <a:rPr lang="zh-CN" altLang="en-US" dirty="0">
                <a:solidFill>
                  <a:srgbClr val="333333"/>
                </a:solidFill>
                <a:latin typeface="微软雅黑" panose="020B0503020204020204" pitchFamily="34" charset="-122"/>
                <a:ea typeface="微软雅黑" panose="020B0503020204020204" pitchFamily="34" charset="-122"/>
              </a:rPr>
              <a:t>年，</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的第一个商业发行版</a:t>
            </a:r>
            <a:r>
              <a:rPr lang="en-US" altLang="zh-CN" dirty="0">
                <a:solidFill>
                  <a:srgbClr val="333333"/>
                </a:solidFill>
                <a:latin typeface="微软雅黑" panose="020B0503020204020204" pitchFamily="34" charset="-122"/>
                <a:ea typeface="微软雅黑" panose="020B0503020204020204" pitchFamily="34" charset="-122"/>
              </a:rPr>
              <a:t>Slackware</a:t>
            </a:r>
            <a:r>
              <a:rPr lang="zh-CN" altLang="en-US" dirty="0">
                <a:solidFill>
                  <a:srgbClr val="333333"/>
                </a:solidFill>
                <a:latin typeface="微软雅黑" panose="020B0503020204020204" pitchFamily="34" charset="-122"/>
                <a:ea typeface="微软雅黑" panose="020B0503020204020204" pitchFamily="34" charset="-122"/>
              </a:rPr>
              <a:t>问世。</a:t>
            </a: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1996</a:t>
            </a:r>
            <a:r>
              <a:rPr lang="zh-CN" altLang="en-US" dirty="0">
                <a:solidFill>
                  <a:srgbClr val="333333"/>
                </a:solidFill>
                <a:latin typeface="微软雅黑" panose="020B0503020204020204" pitchFamily="34" charset="-122"/>
                <a:ea typeface="微软雅黑" panose="020B0503020204020204" pitchFamily="34" charset="-122"/>
              </a:rPr>
              <a:t>年，美国国家标准技术局的计算机系统实验室确认</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版本</a:t>
            </a:r>
            <a:r>
              <a:rPr lang="en-US" altLang="zh-CN" dirty="0">
                <a:solidFill>
                  <a:srgbClr val="333333"/>
                </a:solidFill>
                <a:latin typeface="微软雅黑" panose="020B0503020204020204" pitchFamily="34" charset="-122"/>
                <a:ea typeface="微软雅黑" panose="020B0503020204020204" pitchFamily="34" charset="-122"/>
              </a:rPr>
              <a:t>1.2.13</a:t>
            </a:r>
            <a:r>
              <a:rPr lang="zh-CN" altLang="en-US" dirty="0">
                <a:solidFill>
                  <a:srgbClr val="333333"/>
                </a:solidFill>
                <a:latin typeface="微软雅黑" panose="020B0503020204020204" pitchFamily="34" charset="-122"/>
                <a:ea typeface="微软雅黑" panose="020B0503020204020204" pitchFamily="34" charset="-122"/>
              </a:rPr>
              <a:t>符合</a:t>
            </a:r>
            <a:r>
              <a:rPr lang="en-US" altLang="zh-CN" dirty="0">
                <a:solidFill>
                  <a:srgbClr val="333333"/>
                </a:solidFill>
                <a:latin typeface="微软雅黑" panose="020B0503020204020204" pitchFamily="34" charset="-122"/>
                <a:ea typeface="微软雅黑" panose="020B0503020204020204" pitchFamily="34" charset="-122"/>
              </a:rPr>
              <a:t>POSIX</a:t>
            </a:r>
            <a:r>
              <a:rPr lang="zh-CN" altLang="en-US" dirty="0">
                <a:solidFill>
                  <a:srgbClr val="333333"/>
                </a:solidFill>
                <a:latin typeface="微软雅黑" panose="020B0503020204020204" pitchFamily="34" charset="-122"/>
                <a:ea typeface="微软雅黑" panose="020B0503020204020204" pitchFamily="34" charset="-122"/>
              </a:rPr>
              <a:t>标准。</a:t>
            </a: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1999</a:t>
            </a:r>
            <a:r>
              <a:rPr lang="zh-CN" altLang="en-US" dirty="0">
                <a:solidFill>
                  <a:srgbClr val="333333"/>
                </a:solidFill>
                <a:latin typeface="微软雅黑" panose="020B0503020204020204" pitchFamily="34" charset="-122"/>
                <a:ea typeface="微软雅黑" panose="020B0503020204020204" pitchFamily="34" charset="-122"/>
              </a:rPr>
              <a:t>年，</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的简体中文发行版问世。</a:t>
            </a:r>
          </a:p>
          <a:p>
            <a:pPr marL="285750" indent="-285750">
              <a:lnSpc>
                <a:spcPct val="150000"/>
              </a:lnSpc>
              <a:buFont typeface="Wingdings" panose="05000000000000000000" pitchFamily="2" charset="2"/>
              <a:buChar char="l"/>
            </a:pPr>
            <a:r>
              <a:rPr lang="en-US" altLang="zh-CN" dirty="0">
                <a:solidFill>
                  <a:srgbClr val="333333"/>
                </a:solidFill>
                <a:latin typeface="微软雅黑" panose="020B0503020204020204" pitchFamily="34" charset="-122"/>
                <a:ea typeface="微软雅黑" panose="020B0503020204020204" pitchFamily="34" charset="-122"/>
              </a:rPr>
              <a:t>2000</a:t>
            </a:r>
            <a:r>
              <a:rPr lang="zh-CN" altLang="en-US" dirty="0">
                <a:solidFill>
                  <a:srgbClr val="333333"/>
                </a:solidFill>
                <a:latin typeface="微软雅黑" panose="020B0503020204020204" pitchFamily="34" charset="-122"/>
                <a:ea typeface="微软雅黑" panose="020B0503020204020204" pitchFamily="34" charset="-122"/>
              </a:rPr>
              <a:t>年以后，</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系统日趋成熟，涌现出大量基于</a:t>
            </a:r>
            <a:r>
              <a:rPr lang="en-US" altLang="zh-CN" dirty="0">
                <a:solidFill>
                  <a:srgbClr val="333333"/>
                </a:solidFill>
                <a:latin typeface="微软雅黑" panose="020B0503020204020204" pitchFamily="34" charset="-122"/>
                <a:ea typeface="微软雅黑" panose="020B0503020204020204" pitchFamily="34" charset="-122"/>
              </a:rPr>
              <a:t>Linux</a:t>
            </a:r>
            <a:r>
              <a:rPr lang="zh-CN" altLang="en-US" dirty="0">
                <a:solidFill>
                  <a:srgbClr val="333333"/>
                </a:solidFill>
                <a:latin typeface="微软雅黑" panose="020B0503020204020204" pitchFamily="34" charset="-122"/>
                <a:ea typeface="微软雅黑" panose="020B0503020204020204" pitchFamily="34" charset="-122"/>
              </a:rPr>
              <a:t>服务器平台的应用，并且广泛应用于基于</a:t>
            </a:r>
            <a:r>
              <a:rPr lang="en-US" altLang="zh-CN" dirty="0">
                <a:solidFill>
                  <a:srgbClr val="333333"/>
                </a:solidFill>
                <a:latin typeface="微软雅黑" panose="020B0503020204020204" pitchFamily="34" charset="-122"/>
                <a:ea typeface="微软雅黑" panose="020B0503020204020204" pitchFamily="34" charset="-122"/>
              </a:rPr>
              <a:t>ARM</a:t>
            </a:r>
            <a:r>
              <a:rPr lang="zh-CN" altLang="en-US" dirty="0">
                <a:solidFill>
                  <a:srgbClr val="333333"/>
                </a:solidFill>
                <a:latin typeface="微软雅黑" panose="020B0503020204020204" pitchFamily="34" charset="-122"/>
                <a:ea typeface="微软雅黑" panose="020B0503020204020204" pitchFamily="34" charset="-122"/>
              </a:rPr>
              <a:t>技术的嵌入式系统中。</a:t>
            </a:r>
            <a:endParaRPr lang="zh-CN" altLang="en-US" b="0" i="0" dirty="0">
              <a:solidFill>
                <a:srgbClr val="333333"/>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330" y="428178"/>
            <a:ext cx="8474927" cy="6114944"/>
          </a:xfrm>
          <a:prstGeom prst="rect">
            <a:avLst/>
          </a:prstGeom>
        </p:spPr>
        <p:txBody>
          <a:bodyPr wrap="square">
            <a:spAutoFit/>
          </a:bodyPr>
          <a:lstStyle/>
          <a:p>
            <a:r>
              <a:rPr lang="en-US" altLang="zh-CN" sz="2400" b="1" dirty="0" err="1">
                <a:solidFill>
                  <a:srgbClr val="333333"/>
                </a:solidFill>
                <a:latin typeface="微软雅黑" panose="020B0503020204020204" pitchFamily="34" charset="-122"/>
                <a:ea typeface="微软雅黑" panose="020B0503020204020204" pitchFamily="34" charset="-122"/>
              </a:rPr>
              <a:t>linux</a:t>
            </a:r>
            <a:r>
              <a:rPr lang="zh-CN" altLang="en-US" sz="2400" b="1" dirty="0">
                <a:solidFill>
                  <a:srgbClr val="333333"/>
                </a:solidFill>
                <a:latin typeface="微软雅黑" panose="020B0503020204020204" pitchFamily="34" charset="-122"/>
                <a:ea typeface="微软雅黑" panose="020B0503020204020204" pitchFamily="34" charset="-122"/>
              </a:rPr>
              <a:t>特点</a:t>
            </a:r>
            <a:endParaRPr lang="zh-CN" altLang="en-US" sz="2400" dirty="0">
              <a:solidFill>
                <a:srgbClr val="333333"/>
              </a:solidFill>
              <a:latin typeface="微软雅黑" panose="020B0503020204020204" pitchFamily="34" charset="-122"/>
              <a:ea typeface="微软雅黑" panose="020B0503020204020204" pitchFamily="34" charset="-122"/>
            </a:endParaRP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1</a:t>
            </a:r>
            <a:r>
              <a:rPr lang="zh-CN" altLang="en-US" sz="2200" dirty="0">
                <a:solidFill>
                  <a:srgbClr val="333333"/>
                </a:solidFill>
                <a:latin typeface="微软雅黑" panose="020B0503020204020204" pitchFamily="34" charset="-122"/>
                <a:ea typeface="微软雅黑" panose="020B0503020204020204" pitchFamily="34" charset="-122"/>
              </a:rPr>
              <a:t>、是一个完善的支持多用户、多任务、多进程、多</a:t>
            </a:r>
            <a:r>
              <a:rPr lang="en-US" altLang="zh-CN" sz="2200" dirty="0">
                <a:solidFill>
                  <a:srgbClr val="333333"/>
                </a:solidFill>
                <a:latin typeface="微软雅黑" panose="020B0503020204020204" pitchFamily="34" charset="-122"/>
                <a:ea typeface="微软雅黑" panose="020B0503020204020204" pitchFamily="34" charset="-122"/>
              </a:rPr>
              <a:t>CPU</a:t>
            </a:r>
            <a:r>
              <a:rPr lang="zh-CN" altLang="en-US" sz="2200" dirty="0">
                <a:solidFill>
                  <a:srgbClr val="333333"/>
                </a:solidFill>
                <a:latin typeface="微软雅黑" panose="020B0503020204020204" pitchFamily="34" charset="-122"/>
                <a:ea typeface="微软雅黑" panose="020B0503020204020204" pitchFamily="34" charset="-122"/>
              </a:rPr>
              <a:t>的系统。</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2</a:t>
            </a:r>
            <a:r>
              <a:rPr lang="zh-CN" altLang="en-US" sz="2200" dirty="0">
                <a:solidFill>
                  <a:srgbClr val="333333"/>
                </a:solidFill>
                <a:latin typeface="微软雅黑" panose="020B0503020204020204" pitchFamily="34" charset="-122"/>
                <a:ea typeface="微软雅黑" panose="020B0503020204020204" pitchFamily="34" charset="-122"/>
              </a:rPr>
              <a:t>、具有很高的系统稳定性和可靠性。</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3</a:t>
            </a:r>
            <a:r>
              <a:rPr lang="zh-CN" altLang="en-US" sz="2200" dirty="0">
                <a:solidFill>
                  <a:srgbClr val="333333"/>
                </a:solidFill>
                <a:latin typeface="微软雅黑" panose="020B0503020204020204" pitchFamily="34" charset="-122"/>
                <a:ea typeface="微软雅黑" panose="020B0503020204020204" pitchFamily="34" charset="-122"/>
              </a:rPr>
              <a:t>、具有很高的系统安全性。</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4</a:t>
            </a:r>
            <a:r>
              <a:rPr lang="zh-CN" altLang="en-US" sz="2200" dirty="0">
                <a:solidFill>
                  <a:srgbClr val="333333"/>
                </a:solidFill>
                <a:latin typeface="微软雅黑" panose="020B0503020204020204" pitchFamily="34" charset="-122"/>
                <a:ea typeface="微软雅黑" panose="020B0503020204020204" pitchFamily="34" charset="-122"/>
              </a:rPr>
              <a:t>、有完善的网络服务，支持</a:t>
            </a:r>
            <a:r>
              <a:rPr lang="en-US" altLang="zh-CN" sz="2200" dirty="0">
                <a:solidFill>
                  <a:srgbClr val="333333"/>
                </a:solidFill>
                <a:latin typeface="微软雅黑" panose="020B0503020204020204" pitchFamily="34" charset="-122"/>
                <a:ea typeface="微软雅黑" panose="020B0503020204020204" pitchFamily="34" charset="-122"/>
              </a:rPr>
              <a:t>HTTP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FTP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SMTP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POP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SAMBA</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SNMP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DNS</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DHCP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SSH</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TELENT</a:t>
            </a:r>
            <a:r>
              <a:rPr lang="zh-CN" altLang="en-US" sz="2200" dirty="0">
                <a:solidFill>
                  <a:srgbClr val="333333"/>
                </a:solidFill>
                <a:latin typeface="微软雅黑" panose="020B0503020204020204" pitchFamily="34" charset="-122"/>
                <a:ea typeface="微软雅黑" panose="020B0503020204020204" pitchFamily="34" charset="-122"/>
              </a:rPr>
              <a:t>等。</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5</a:t>
            </a:r>
            <a:r>
              <a:rPr lang="zh-CN" altLang="en-US" sz="2200" dirty="0">
                <a:solidFill>
                  <a:srgbClr val="333333"/>
                </a:solidFill>
                <a:latin typeface="微软雅黑" panose="020B0503020204020204" pitchFamily="34" charset="-122"/>
                <a:ea typeface="微软雅黑" panose="020B0503020204020204" pitchFamily="34" charset="-122"/>
              </a:rPr>
              <a:t>、是基于</a:t>
            </a:r>
            <a:r>
              <a:rPr lang="en-US" altLang="zh-CN" sz="2200" dirty="0">
                <a:solidFill>
                  <a:srgbClr val="333333"/>
                </a:solidFill>
                <a:latin typeface="微软雅黑" panose="020B0503020204020204" pitchFamily="34" charset="-122"/>
                <a:ea typeface="微软雅黑" panose="020B0503020204020204" pitchFamily="34" charset="-122"/>
              </a:rPr>
              <a:t>GNU</a:t>
            </a:r>
            <a:r>
              <a:rPr lang="zh-CN" altLang="en-US" sz="2200" dirty="0">
                <a:solidFill>
                  <a:srgbClr val="333333"/>
                </a:solidFill>
                <a:latin typeface="微软雅黑" panose="020B0503020204020204" pitchFamily="34" charset="-122"/>
                <a:ea typeface="微软雅黑" panose="020B0503020204020204" pitchFamily="34" charset="-122"/>
              </a:rPr>
              <a:t>许可，自由开放的系统。</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6</a:t>
            </a:r>
            <a:r>
              <a:rPr lang="zh-CN" altLang="en-US" sz="2200" dirty="0">
                <a:solidFill>
                  <a:srgbClr val="333333"/>
                </a:solidFill>
                <a:latin typeface="微软雅黑" panose="020B0503020204020204" pitchFamily="34" charset="-122"/>
                <a:ea typeface="微软雅黑" panose="020B0503020204020204" pitchFamily="34" charset="-122"/>
              </a:rPr>
              <a:t>、有大量的第三方免费的应用程序。</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7</a:t>
            </a:r>
            <a:r>
              <a:rPr lang="zh-CN" altLang="en-US" sz="2200" dirty="0">
                <a:solidFill>
                  <a:srgbClr val="333333"/>
                </a:solidFill>
                <a:latin typeface="微软雅黑" panose="020B0503020204020204" pitchFamily="34" charset="-122"/>
                <a:ea typeface="微软雅黑" panose="020B0503020204020204" pitchFamily="34" charset="-122"/>
              </a:rPr>
              <a:t>、得到众多业界厂商的支持，如</a:t>
            </a:r>
            <a:r>
              <a:rPr lang="en-US" altLang="zh-CN" sz="2200" dirty="0">
                <a:solidFill>
                  <a:srgbClr val="333333"/>
                </a:solidFill>
                <a:latin typeface="微软雅黑" panose="020B0503020204020204" pitchFamily="34" charset="-122"/>
                <a:ea typeface="微软雅黑" panose="020B0503020204020204" pitchFamily="34" charset="-122"/>
              </a:rPr>
              <a:t>IBM</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Oracle</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Intel</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HP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MOTO</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Google</a:t>
            </a:r>
            <a:r>
              <a:rPr lang="zh-CN" altLang="en-US" sz="2200" dirty="0">
                <a:solidFill>
                  <a:srgbClr val="333333"/>
                </a:solidFill>
                <a:latin typeface="微软雅黑" panose="020B0503020204020204" pitchFamily="34" charset="-122"/>
                <a:ea typeface="微软雅黑" panose="020B0503020204020204" pitchFamily="34" charset="-122"/>
              </a:rPr>
              <a:t>等。</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8</a:t>
            </a:r>
            <a:r>
              <a:rPr lang="zh-CN" altLang="en-US" sz="2200" dirty="0">
                <a:solidFill>
                  <a:srgbClr val="333333"/>
                </a:solidFill>
                <a:latin typeface="微软雅黑" panose="020B0503020204020204" pitchFamily="34" charset="-122"/>
                <a:ea typeface="微软雅黑" panose="020B0503020204020204" pitchFamily="34" charset="-122"/>
              </a:rPr>
              <a:t>、有完善的大型数据库平台，包括</a:t>
            </a:r>
            <a:r>
              <a:rPr lang="en-US" altLang="zh-CN" sz="2200" dirty="0">
                <a:solidFill>
                  <a:srgbClr val="333333"/>
                </a:solidFill>
                <a:latin typeface="微软雅黑" panose="020B0503020204020204" pitchFamily="34" charset="-122"/>
                <a:ea typeface="微软雅黑" panose="020B0503020204020204" pitchFamily="34" charset="-122"/>
              </a:rPr>
              <a:t>Oracle</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DB/2</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Sybase</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MySQL</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PostgreSQL</a:t>
            </a:r>
            <a:r>
              <a:rPr lang="zh-CN" altLang="en-US" sz="2200" dirty="0">
                <a:solidFill>
                  <a:srgbClr val="333333"/>
                </a:solidFill>
                <a:latin typeface="微软雅黑" panose="020B0503020204020204" pitchFamily="34" charset="-122"/>
                <a:ea typeface="微软雅黑" panose="020B0503020204020204" pitchFamily="34" charset="-122"/>
              </a:rPr>
              <a:t>等。</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9</a:t>
            </a:r>
            <a:r>
              <a:rPr lang="zh-CN" altLang="en-US" sz="2200" dirty="0">
                <a:solidFill>
                  <a:srgbClr val="333333"/>
                </a:solidFill>
                <a:latin typeface="微软雅黑" panose="020B0503020204020204" pitchFamily="34" charset="-122"/>
                <a:ea typeface="微软雅黑" panose="020B0503020204020204" pitchFamily="34" charset="-122"/>
              </a:rPr>
              <a:t>、有完善的图形用户界面，包括</a:t>
            </a:r>
            <a:r>
              <a:rPr lang="en-US" altLang="zh-CN" sz="2200" dirty="0">
                <a:solidFill>
                  <a:srgbClr val="333333"/>
                </a:solidFill>
                <a:latin typeface="微软雅黑" panose="020B0503020204020204" pitchFamily="34" charset="-122"/>
                <a:ea typeface="微软雅黑" panose="020B0503020204020204" pitchFamily="34" charset="-122"/>
              </a:rPr>
              <a:t>GNOME</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KDE</a:t>
            </a:r>
            <a:r>
              <a:rPr lang="zh-CN" altLang="en-US" sz="2200" dirty="0">
                <a:solidFill>
                  <a:srgbClr val="333333"/>
                </a:solidFill>
                <a:latin typeface="微软雅黑" panose="020B0503020204020204" pitchFamily="34" charset="-122"/>
                <a:ea typeface="微软雅黑" panose="020B0503020204020204" pitchFamily="34" charset="-122"/>
              </a:rPr>
              <a:t>等。</a:t>
            </a:r>
          </a:p>
          <a:p>
            <a:pPr>
              <a:lnSpc>
                <a:spcPct val="120000"/>
              </a:lnSpc>
            </a:pPr>
            <a:r>
              <a:rPr lang="en-US" altLang="zh-CN" sz="2200" dirty="0">
                <a:solidFill>
                  <a:srgbClr val="333333"/>
                </a:solidFill>
                <a:latin typeface="微软雅黑" panose="020B0503020204020204" pitchFamily="34" charset="-122"/>
                <a:ea typeface="微软雅黑" panose="020B0503020204020204" pitchFamily="34" charset="-122"/>
              </a:rPr>
              <a:t>10</a:t>
            </a:r>
            <a:r>
              <a:rPr lang="zh-CN" altLang="en-US" sz="2200" dirty="0">
                <a:solidFill>
                  <a:srgbClr val="333333"/>
                </a:solidFill>
                <a:latin typeface="微软雅黑" panose="020B0503020204020204" pitchFamily="34" charset="-122"/>
                <a:ea typeface="微软雅黑" panose="020B0503020204020204" pitchFamily="34" charset="-122"/>
              </a:rPr>
              <a:t>、有完善的开发平台，包括、</a:t>
            </a:r>
            <a:r>
              <a:rPr lang="en-US" altLang="zh-CN" sz="2200" dirty="0">
                <a:solidFill>
                  <a:srgbClr val="333333"/>
                </a:solidFill>
                <a:latin typeface="微软雅黑" panose="020B0503020204020204" pitchFamily="34" charset="-122"/>
                <a:ea typeface="微软雅黑" panose="020B0503020204020204" pitchFamily="34" charset="-122"/>
              </a:rPr>
              <a:t>C/C++</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Java</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Perl</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Php</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Python</a:t>
            </a:r>
            <a:r>
              <a:rPr lang="zh-CN" altLang="en-US" sz="2200" dirty="0">
                <a:solidFill>
                  <a:srgbClr val="333333"/>
                </a:solidFill>
                <a:latin typeface="微软雅黑" panose="020B0503020204020204" pitchFamily="34" charset="-122"/>
                <a:ea typeface="微软雅黑" panose="020B0503020204020204" pitchFamily="34" charset="-122"/>
              </a:rPr>
              <a:t>等，支持各类图形界面</a:t>
            </a:r>
            <a:r>
              <a:rPr lang="en-US" altLang="zh-CN" sz="2200" dirty="0">
                <a:solidFill>
                  <a:srgbClr val="333333"/>
                </a:solidFill>
                <a:latin typeface="微软雅黑" panose="020B0503020204020204" pitchFamily="34" charset="-122"/>
                <a:ea typeface="微软雅黑" panose="020B0503020204020204" pitchFamily="34" charset="-122"/>
              </a:rPr>
              <a:t>API,</a:t>
            </a:r>
            <a:r>
              <a:rPr lang="zh-CN" altLang="en-US" sz="2200" dirty="0">
                <a:solidFill>
                  <a:srgbClr val="333333"/>
                </a:solidFill>
                <a:latin typeface="微软雅黑" panose="020B0503020204020204" pitchFamily="34" charset="-122"/>
                <a:ea typeface="微软雅黑" panose="020B0503020204020204" pitchFamily="34" charset="-122"/>
              </a:rPr>
              <a:t>如</a:t>
            </a:r>
            <a:r>
              <a:rPr lang="en-US" altLang="zh-CN" sz="2200" dirty="0">
                <a:solidFill>
                  <a:srgbClr val="333333"/>
                </a:solidFill>
                <a:latin typeface="微软雅黑" panose="020B0503020204020204" pitchFamily="34" charset="-122"/>
                <a:ea typeface="微软雅黑" panose="020B0503020204020204" pitchFamily="34" charset="-122"/>
              </a:rPr>
              <a:t>GTK+</a:t>
            </a:r>
            <a:r>
              <a:rPr lang="zh-CN" altLang="en-US" sz="2200" dirty="0">
                <a:solidFill>
                  <a:srgbClr val="333333"/>
                </a:solidFill>
                <a:latin typeface="微软雅黑" panose="020B0503020204020204" pitchFamily="34" charset="-122"/>
                <a:ea typeface="微软雅黑" panose="020B0503020204020204" pitchFamily="34" charset="-122"/>
              </a:rPr>
              <a:t>、</a:t>
            </a:r>
            <a:r>
              <a:rPr lang="en-US" altLang="zh-CN" sz="2200" dirty="0">
                <a:solidFill>
                  <a:srgbClr val="333333"/>
                </a:solidFill>
                <a:latin typeface="微软雅黑" panose="020B0503020204020204" pitchFamily="34" charset="-122"/>
                <a:ea typeface="微软雅黑" panose="020B0503020204020204" pitchFamily="34" charset="-122"/>
              </a:rPr>
              <a:t>QT</a:t>
            </a:r>
            <a:r>
              <a:rPr lang="zh-CN" altLang="en-US" sz="2200" dirty="0">
                <a:solidFill>
                  <a:srgbClr val="333333"/>
                </a:solidFill>
                <a:latin typeface="微软雅黑" panose="020B0503020204020204" pitchFamily="34" charset="-122"/>
                <a:ea typeface="微软雅黑" panose="020B0503020204020204" pitchFamily="34" charset="-122"/>
              </a:rPr>
              <a:t>等。</a:t>
            </a:r>
            <a:endParaRPr lang="zh-CN" altLang="en-US" sz="2200" b="0" i="0" dirty="0">
              <a:solidFill>
                <a:srgbClr val="333333"/>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en-US" altLang="zh-CN" b="1" dirty="0"/>
              <a:t>UNIX</a:t>
            </a:r>
            <a:r>
              <a:rPr lang="zh-CN" altLang="en-US" b="1" dirty="0"/>
              <a:t>系统最初是由哪两位科学家开发的？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9117" y="2786063"/>
            <a:ext cx="6401911" cy="642938"/>
          </a:xfrm>
          <a:prstGeom prst="rect">
            <a:avLst/>
          </a:prstGeom>
          <a:noFill/>
        </p:spPr>
        <p:txBody>
          <a:bodyPr vert="horz" rtlCol="0" anchor="ctr" anchorCtr="0">
            <a:noAutofit/>
          </a:bodyPr>
          <a:lstStyle/>
          <a:p>
            <a:r>
              <a:rPr lang="en-US" altLang="zh-CN" dirty="0"/>
              <a:t>Bill Gates </a:t>
            </a:r>
            <a:r>
              <a:rPr lang="zh-CN" altLang="en-US" dirty="0"/>
              <a:t>和 </a:t>
            </a:r>
            <a:r>
              <a:rPr lang="en-US" altLang="zh-CN" dirty="0"/>
              <a:t>Paul Allen</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9117" y="3643313"/>
            <a:ext cx="6401911" cy="642938"/>
          </a:xfrm>
          <a:prstGeom prst="rect">
            <a:avLst/>
          </a:prstGeom>
          <a:noFill/>
        </p:spPr>
        <p:txBody>
          <a:bodyPr vert="horz" rtlCol="0" anchor="ctr" anchorCtr="0">
            <a:noAutofit/>
          </a:bodyPr>
          <a:lstStyle/>
          <a:p>
            <a:r>
              <a:rPr lang="en-US" altLang="zh-CN" dirty="0"/>
              <a:t>Ken Thompson </a:t>
            </a:r>
            <a:r>
              <a:rPr lang="zh-CN" altLang="en-US" dirty="0"/>
              <a:t>和 </a:t>
            </a:r>
            <a:r>
              <a:rPr lang="en-US" altLang="zh-CN" dirty="0"/>
              <a:t>Dennis Ritchie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9117" y="4500563"/>
            <a:ext cx="6401911" cy="642938"/>
          </a:xfrm>
          <a:prstGeom prst="rect">
            <a:avLst/>
          </a:prstGeom>
          <a:noFill/>
        </p:spPr>
        <p:txBody>
          <a:bodyPr vert="horz" rtlCol="0" anchor="ctr" anchorCtr="0">
            <a:noAutofit/>
          </a:bodyPr>
          <a:lstStyle/>
          <a:p>
            <a:r>
              <a:rPr lang="fi-FI" altLang="zh-CN" dirty="0"/>
              <a:t> Linus Torvalds </a:t>
            </a:r>
            <a:r>
              <a:rPr lang="zh-CN" altLang="fi-FI" dirty="0"/>
              <a:t>和 </a:t>
            </a:r>
            <a:r>
              <a:rPr lang="fi-FI" altLang="zh-CN" dirty="0"/>
              <a:t>Alan Cox</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9117" y="5357813"/>
            <a:ext cx="6401911" cy="642938"/>
          </a:xfrm>
          <a:prstGeom prst="rect">
            <a:avLst/>
          </a:prstGeom>
          <a:noFill/>
        </p:spPr>
        <p:txBody>
          <a:bodyPr vert="horz" rtlCol="0" anchor="ctr" anchorCtr="0">
            <a:noAutofit/>
          </a:bodyPr>
          <a:lstStyle/>
          <a:p>
            <a:r>
              <a:rPr lang="en-US" altLang="zh-CN" dirty="0"/>
              <a:t>Dennis M. Ritchie </a:t>
            </a:r>
            <a:r>
              <a:rPr lang="zh-CN" altLang="en-US" dirty="0"/>
              <a:t>和 </a:t>
            </a:r>
            <a:r>
              <a:rPr lang="en-US" altLang="zh-CN" dirty="0"/>
              <a:t>Stephen G. </a:t>
            </a:r>
            <a:r>
              <a:rPr lang="en-US" altLang="zh-CN" dirty="0" err="1"/>
              <a:t>Kochan</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114663"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663"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663"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1"/>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5588" cy="635000"/>
            <a:chOff x="0" y="0"/>
            <a:chExt cx="9145588" cy="635000"/>
          </a:xfrm>
        </p:grpSpPr>
        <p:sp>
          <p:nvSpPr>
            <p:cNvPr id="14" name="TitleBackground"/>
            <p:cNvSpPr/>
            <p:nvPr>
              <p:custDataLst>
                <p:tags r:id="rId14"/>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en-US" altLang="zh-CN" b="1" dirty="0"/>
              <a:t>Linux</a:t>
            </a:r>
            <a:r>
              <a:rPr lang="zh-CN" altLang="en-US" b="1" dirty="0"/>
              <a:t>系统的创始人是谁？</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9117" y="2786063"/>
            <a:ext cx="6401911" cy="642938"/>
          </a:xfrm>
          <a:prstGeom prst="rect">
            <a:avLst/>
          </a:prstGeom>
          <a:noFill/>
        </p:spPr>
        <p:txBody>
          <a:bodyPr vert="horz" rtlCol="0" anchor="ctr" anchorCtr="0">
            <a:noAutofit/>
          </a:bodyPr>
          <a:lstStyle/>
          <a:p>
            <a:r>
              <a:rPr lang="en-US" altLang="zh-CN" dirty="0"/>
              <a:t>Ken Thompson</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9117" y="3643313"/>
            <a:ext cx="6401911" cy="642938"/>
          </a:xfrm>
          <a:prstGeom prst="rect">
            <a:avLst/>
          </a:prstGeom>
          <a:noFill/>
        </p:spPr>
        <p:txBody>
          <a:bodyPr vert="horz" rtlCol="0" anchor="ctr" anchorCtr="0">
            <a:noAutofit/>
          </a:bodyPr>
          <a:lstStyle/>
          <a:p>
            <a:r>
              <a:rPr lang="en-US" altLang="zh-CN" dirty="0"/>
              <a:t>Dennis Ritchie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9117" y="4500563"/>
            <a:ext cx="6401911" cy="642938"/>
          </a:xfrm>
          <a:prstGeom prst="rect">
            <a:avLst/>
          </a:prstGeom>
          <a:noFill/>
        </p:spPr>
        <p:txBody>
          <a:bodyPr vert="horz" rtlCol="0" anchor="ctr" anchorCtr="0">
            <a:noAutofit/>
          </a:bodyPr>
          <a:lstStyle/>
          <a:p>
            <a:r>
              <a:rPr lang="en-US" altLang="zh-CN" dirty="0"/>
              <a:t>Linus Torvalds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9117" y="5357813"/>
            <a:ext cx="6401911" cy="642938"/>
          </a:xfrm>
          <a:prstGeom prst="rect">
            <a:avLst/>
          </a:prstGeom>
          <a:noFill/>
        </p:spPr>
        <p:txBody>
          <a:bodyPr vert="horz" rtlCol="0" anchor="ctr" anchorCtr="0">
            <a:noAutofit/>
          </a:bodyPr>
          <a:lstStyle/>
          <a:p>
            <a:r>
              <a:rPr lang="en-US" altLang="zh-CN" dirty="0"/>
              <a:t>Alan Cox</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114663"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663"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663"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1"/>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5588" cy="635000"/>
            <a:chOff x="0" y="0"/>
            <a:chExt cx="9145588" cy="635000"/>
          </a:xfrm>
        </p:grpSpPr>
        <p:sp>
          <p:nvSpPr>
            <p:cNvPr id="14" name="TitleBackground"/>
            <p:cNvSpPr/>
            <p:nvPr>
              <p:custDataLst>
                <p:tags r:id="rId14"/>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zh-CN" altLang="en-US" b="1" dirty="0"/>
              <a:t>以下哪个选项不是</a:t>
            </a:r>
            <a:r>
              <a:rPr lang="en-US" altLang="zh-CN" b="1" dirty="0"/>
              <a:t>UNIX</a:t>
            </a:r>
            <a:r>
              <a:rPr lang="zh-CN" altLang="en-US" b="1" dirty="0"/>
              <a:t>系统的主要特点？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9117" y="2786063"/>
            <a:ext cx="6401911" cy="642938"/>
          </a:xfrm>
          <a:prstGeom prst="rect">
            <a:avLst/>
          </a:prstGeom>
          <a:noFill/>
        </p:spPr>
        <p:txBody>
          <a:bodyPr vert="horz" rtlCol="0" anchor="ctr" anchorCtr="0">
            <a:noAutofit/>
          </a:bodyPr>
          <a:lstStyle/>
          <a:p>
            <a:r>
              <a:rPr lang="zh-CN" altLang="en-US" dirty="0"/>
              <a:t>多用户</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9117" y="3643313"/>
            <a:ext cx="6401911" cy="642938"/>
          </a:xfrm>
          <a:prstGeom prst="rect">
            <a:avLst/>
          </a:prstGeom>
          <a:noFill/>
        </p:spPr>
        <p:txBody>
          <a:bodyPr vert="horz" rtlCol="0" anchor="ctr" anchorCtr="0">
            <a:noAutofit/>
          </a:bodyPr>
          <a:lstStyle/>
          <a:p>
            <a:r>
              <a:rPr lang="zh-CN" altLang="en-US" dirty="0"/>
              <a:t>多任务</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9117" y="4500563"/>
            <a:ext cx="6401911" cy="642938"/>
          </a:xfrm>
          <a:prstGeom prst="rect">
            <a:avLst/>
          </a:prstGeom>
          <a:noFill/>
        </p:spPr>
        <p:txBody>
          <a:bodyPr vert="horz" rtlCol="0" anchor="ctr" anchorCtr="0">
            <a:noAutofit/>
          </a:bodyPr>
          <a:lstStyle/>
          <a:p>
            <a:r>
              <a:rPr lang="zh-CN" altLang="en-US" dirty="0"/>
              <a:t>实时性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9117" y="5357813"/>
            <a:ext cx="6401911" cy="642938"/>
          </a:xfrm>
          <a:prstGeom prst="rect">
            <a:avLst/>
          </a:prstGeom>
          <a:noFill/>
        </p:spPr>
        <p:txBody>
          <a:bodyPr vert="horz" rtlCol="0" anchor="ctr" anchorCtr="0">
            <a:noAutofit/>
          </a:bodyPr>
          <a:lstStyle/>
          <a:p>
            <a:r>
              <a:rPr lang="zh-CN" altLang="en-US" dirty="0"/>
              <a:t>支持多种</a:t>
            </a:r>
            <a:r>
              <a:rPr lang="en-US" altLang="zh-CN" dirty="0"/>
              <a:t>CPU</a:t>
            </a:r>
            <a:r>
              <a:rPr lang="zh-CN" altLang="en-US" dirty="0"/>
              <a:t>架构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114663"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114663"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1114663"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1"/>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5588" cy="635000"/>
            <a:chOff x="0" y="0"/>
            <a:chExt cx="9145588" cy="635000"/>
          </a:xfrm>
        </p:grpSpPr>
        <p:sp>
          <p:nvSpPr>
            <p:cNvPr id="14" name="TitleBackground"/>
            <p:cNvSpPr/>
            <p:nvPr>
              <p:custDataLst>
                <p:tags r:id="rId14"/>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custDataLst>
              <p:tags r:id="rId2"/>
            </p:custDataLst>
          </p:nvPr>
        </p:nvSpPr>
        <p:spPr>
          <a:xfrm>
            <a:off x="9526588"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p:cNvSpPr txBox="1"/>
          <p:nvPr>
            <p:custDataLst>
              <p:tags r:id="rId3"/>
            </p:custDataLst>
          </p:nvPr>
        </p:nvSpPr>
        <p:spPr>
          <a:xfrm>
            <a:off x="914559" y="635000"/>
            <a:ext cx="7316470" cy="2143125"/>
          </a:xfrm>
          <a:prstGeom prst="rect">
            <a:avLst/>
          </a:prstGeom>
          <a:noFill/>
        </p:spPr>
        <p:txBody>
          <a:bodyPr vert="horz" wrap="square" rtlCol="0" anchor="ctr" anchorCtr="0">
            <a:noAutofit/>
          </a:bodyPr>
          <a:lstStyle/>
          <a:p>
            <a:r>
              <a:rPr lang="zh-CN" altLang="en-US" b="1" dirty="0"/>
              <a:t>下列关于</a:t>
            </a:r>
            <a:r>
              <a:rPr lang="en-US" altLang="zh-CN" b="1" dirty="0"/>
              <a:t>UNIX</a:t>
            </a:r>
            <a:r>
              <a:rPr lang="zh-CN" altLang="en-US" b="1" dirty="0"/>
              <a:t>和</a:t>
            </a:r>
            <a:r>
              <a:rPr lang="en-US" altLang="zh-CN" b="1" dirty="0"/>
              <a:t>Linux</a:t>
            </a:r>
            <a:r>
              <a:rPr lang="zh-CN" altLang="en-US" b="1" dirty="0"/>
              <a:t>的描述中，哪项是不正确的？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829117" y="2786063"/>
            <a:ext cx="6401911" cy="642938"/>
          </a:xfrm>
          <a:prstGeom prst="rect">
            <a:avLst/>
          </a:prstGeom>
          <a:noFill/>
        </p:spPr>
        <p:txBody>
          <a:bodyPr vert="horz" rtlCol="0" anchor="ctr" anchorCtr="0">
            <a:noAutofit/>
          </a:bodyPr>
          <a:lstStyle/>
          <a:p>
            <a:r>
              <a:rPr lang="en-US" altLang="zh-CN" dirty="0"/>
              <a:t>UNIX</a:t>
            </a:r>
            <a:r>
              <a:rPr lang="zh-CN" altLang="en-US" dirty="0"/>
              <a:t>是商业软件，而</a:t>
            </a:r>
            <a:r>
              <a:rPr lang="en-US" altLang="zh-CN" dirty="0"/>
              <a:t>Linux</a:t>
            </a:r>
            <a:r>
              <a:rPr lang="zh-CN" altLang="en-US" dirty="0"/>
              <a:t>是开源软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829117" y="3643313"/>
            <a:ext cx="6401911" cy="642938"/>
          </a:xfrm>
          <a:prstGeom prst="rect">
            <a:avLst/>
          </a:prstGeom>
          <a:noFill/>
        </p:spPr>
        <p:txBody>
          <a:bodyPr vert="horz" rtlCol="0" anchor="ctr" anchorCtr="0">
            <a:noAutofit/>
          </a:bodyPr>
          <a:lstStyle/>
          <a:p>
            <a:r>
              <a:rPr lang="en-US" altLang="zh-CN" dirty="0"/>
              <a:t>UNIX</a:t>
            </a:r>
            <a:r>
              <a:rPr lang="zh-CN" altLang="en-US" dirty="0"/>
              <a:t>和</a:t>
            </a:r>
            <a:r>
              <a:rPr lang="en-US" altLang="zh-CN" dirty="0"/>
              <a:t>Linux</a:t>
            </a:r>
            <a:r>
              <a:rPr lang="zh-CN" altLang="en-US" dirty="0"/>
              <a:t>都支持</a:t>
            </a:r>
            <a:r>
              <a:rPr lang="en-US" altLang="zh-CN" dirty="0"/>
              <a:t>POSIX</a:t>
            </a:r>
            <a:r>
              <a:rPr lang="zh-CN" altLang="en-US" dirty="0"/>
              <a:t>标准</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829117" y="4500563"/>
            <a:ext cx="6401911" cy="642938"/>
          </a:xfrm>
          <a:prstGeom prst="rect">
            <a:avLst/>
          </a:prstGeom>
          <a:noFill/>
        </p:spPr>
        <p:txBody>
          <a:bodyPr vert="horz" rtlCol="0" anchor="ctr" anchorCtr="0">
            <a:noAutofit/>
          </a:bodyPr>
          <a:lstStyle/>
          <a:p>
            <a:r>
              <a:rPr lang="zh-CN" altLang="en-US" dirty="0"/>
              <a:t> </a:t>
            </a:r>
            <a:r>
              <a:rPr lang="en-US" altLang="zh-CN" dirty="0"/>
              <a:t>Linux</a:t>
            </a:r>
            <a:r>
              <a:rPr lang="zh-CN" altLang="en-US" dirty="0"/>
              <a:t>系统可以完全替代</a:t>
            </a:r>
            <a:r>
              <a:rPr lang="en-US" altLang="zh-CN" dirty="0"/>
              <a:t>UNIX</a:t>
            </a:r>
            <a:r>
              <a:rPr lang="zh-CN" altLang="en-US" dirty="0"/>
              <a:t>系统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7"/>
            </p:custDataLst>
          </p:nvPr>
        </p:nvSpPr>
        <p:spPr>
          <a:xfrm>
            <a:off x="1829117" y="5357813"/>
            <a:ext cx="6401911" cy="642938"/>
          </a:xfrm>
          <a:prstGeom prst="rect">
            <a:avLst/>
          </a:prstGeom>
          <a:noFill/>
        </p:spPr>
        <p:txBody>
          <a:bodyPr vert="horz" rtlCol="0" anchor="ctr" anchorCtr="0">
            <a:noAutofit/>
          </a:bodyPr>
          <a:lstStyle/>
          <a:p>
            <a:r>
              <a:rPr lang="en-US" altLang="zh-CN" dirty="0"/>
              <a:t>UNIX</a:t>
            </a:r>
            <a:r>
              <a:rPr lang="zh-CN" altLang="en-US" dirty="0"/>
              <a:t>和</a:t>
            </a:r>
            <a:r>
              <a:rPr lang="en-US" altLang="zh-CN" dirty="0"/>
              <a:t>Linux</a:t>
            </a:r>
            <a:r>
              <a:rPr lang="zh-CN" altLang="en-US" dirty="0"/>
              <a:t>都广泛应用于服务器领域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663"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14663"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663"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1"/>
            </p:custDataLst>
          </p:nvPr>
        </p:nvSpPr>
        <p:spPr>
          <a:xfrm>
            <a:off x="1114663"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2"/>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5" name="文本框 24"/>
          <p:cNvSpPr txBox="1"/>
          <p:nvPr>
            <p:custDataLst>
              <p:tags r:id="rId13"/>
            </p:custDataLst>
          </p:nvPr>
        </p:nvSpPr>
        <p:spPr>
          <a:xfrm>
            <a:off x="9615488"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26" name="文本框 25"/>
          <p:cNvSpPr txBox="1"/>
          <p:nvPr>
            <p:custDataLst>
              <p:tags r:id="rId14"/>
            </p:custDataLst>
          </p:nvPr>
        </p:nvSpPr>
        <p:spPr>
          <a:xfrm>
            <a:off x="9767888" y="1324395"/>
            <a:ext cx="3332480" cy="2031325"/>
          </a:xfrm>
          <a:prstGeom prst="rect">
            <a:avLst/>
          </a:prstGeom>
          <a:noFill/>
        </p:spPr>
        <p:txBody>
          <a:bodyPr vert="horz" rtlCol="0" anchor="t" anchorCtr="0">
            <a:spAutoFit/>
          </a:bodyPr>
          <a:lstStyle/>
          <a:p>
            <a:r>
              <a:rPr lang="en-US" altLang="zh-CN" dirty="0"/>
              <a:t>UNIX</a:t>
            </a:r>
            <a:r>
              <a:rPr lang="zh-CN" altLang="en-US" dirty="0"/>
              <a:t>系统，特别是商业化版本，通常拥有庞大的软件生态系统，包括各种专业工具、库和应用程序。这些软件可能与</a:t>
            </a:r>
            <a:r>
              <a:rPr lang="en-US" altLang="zh-CN" dirty="0"/>
              <a:t>UNIX</a:t>
            </a:r>
            <a:r>
              <a:rPr lang="zh-CN" altLang="en-US" dirty="0"/>
              <a:t>系统紧密集成，并且可能无法直接在</a:t>
            </a:r>
            <a:r>
              <a:rPr lang="en-US" altLang="zh-CN" dirty="0"/>
              <a:t>Linux</a:t>
            </a:r>
            <a:r>
              <a:rPr lang="zh-CN" altLang="en-US" dirty="0"/>
              <a:t>上运行或需要额外的配置和修改。</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5"/>
            </p:custDataLst>
          </p:nvPr>
        </p:nvGrpSpPr>
        <p:grpSpPr>
          <a:xfrm>
            <a:off x="0" y="0"/>
            <a:ext cx="9145588" cy="635000"/>
            <a:chOff x="0" y="0"/>
            <a:chExt cx="9145588" cy="635000"/>
          </a:xfrm>
        </p:grpSpPr>
        <p:sp>
          <p:nvSpPr>
            <p:cNvPr id="14" name="TitleBackground"/>
            <p:cNvSpPr/>
            <p:nvPr>
              <p:custDataLst>
                <p:tags r:id="rId21"/>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grpSp>
        <p:nvGrpSpPr>
          <p:cNvPr id="24" name="组合 23"/>
          <p:cNvGrpSpPr/>
          <p:nvPr>
            <p:custDataLst>
              <p:tags r:id="rId16"/>
            </p:custDataLst>
          </p:nvPr>
        </p:nvGrpSpPr>
        <p:grpSpPr>
          <a:xfrm>
            <a:off x="9539288" y="0"/>
            <a:ext cx="3815080" cy="647700"/>
            <a:chOff x="9539288" y="0"/>
            <a:chExt cx="3815080" cy="647700"/>
          </a:xfrm>
        </p:grpSpPr>
        <p:sp>
          <p:nvSpPr>
            <p:cNvPr id="21" name="RemarkBack"/>
            <p:cNvSpPr/>
            <p:nvPr>
              <p:custDataLst>
                <p:tags r:id="rId18"/>
              </p:custDataLst>
            </p:nvPr>
          </p:nvSpPr>
          <p:spPr>
            <a:xfrm>
              <a:off x="9539288"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19"/>
              </p:custDataLst>
            </p:nvPr>
          </p:nvSpPr>
          <p:spPr>
            <a:xfrm>
              <a:off x="9539288"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20"/>
              </p:custDataLst>
            </p:nvPr>
          </p:nvSpPr>
          <p:spPr>
            <a:xfrm>
              <a:off x="9780588"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pic>
        <p:nvPicPr>
          <p:cNvPr id="3" name="图片 2"/>
          <p:cNvPicPr/>
          <p:nvPr>
            <p:custDataLst>
              <p:tags r:id="rId17"/>
            </p:custDataLst>
          </p:nvPr>
        </p:nvPicPr>
        <p:blipFill>
          <a:blip r:embed="rId26">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C678004E-F725-4AF8-89E3-E82DCA8D75B8}" type="slidenum">
              <a:rPr lang="zh-CN" altLang="en-US" sz="1400">
                <a:solidFill>
                  <a:prstClr val="black"/>
                </a:solidFill>
              </a:rPr>
              <a:t>33</a:t>
            </a:fld>
            <a:endParaRPr lang="en-US" altLang="zh-CN" sz="1400">
              <a:solidFill>
                <a:prstClr val="black"/>
              </a:solidFill>
            </a:endParaRPr>
          </a:p>
        </p:txBody>
      </p:sp>
      <p:sp>
        <p:nvSpPr>
          <p:cNvPr id="4099" name="Rectangle 2"/>
          <p:cNvSpPr>
            <a:spLocks noGrp="1" noChangeArrowheads="1"/>
          </p:cNvSpPr>
          <p:nvPr>
            <p:ph type="title"/>
          </p:nvPr>
        </p:nvSpPr>
        <p:spPr>
          <a:xfrm>
            <a:off x="628759" y="143331"/>
            <a:ext cx="7888070" cy="1325563"/>
          </a:xfrm>
        </p:spPr>
        <p:txBody>
          <a:bodyPr>
            <a:normAutofit/>
          </a:bodyPr>
          <a:lstStyle/>
          <a:p>
            <a:pPr algn="ctr" eaLnBrk="1" hangingPunct="1"/>
            <a:r>
              <a:rPr lang="en-US" altLang="zh-CN" sz="3800" b="1" dirty="0"/>
              <a:t>Linux</a:t>
            </a:r>
            <a:r>
              <a:rPr lang="en-US" altLang="zh-CN" sz="3800" b="1" dirty="0">
                <a:latin typeface="华文中宋" panose="02010600040101010101" pitchFamily="2" charset="-122"/>
              </a:rPr>
              <a:t> </a:t>
            </a:r>
            <a:r>
              <a:rPr lang="zh-CN" altLang="en-US" sz="3800" b="1" dirty="0">
                <a:latin typeface="华文中宋" panose="02010600040101010101" pitchFamily="2" charset="-122"/>
              </a:rPr>
              <a:t>系统中的层次结构</a:t>
            </a:r>
            <a:endParaRPr lang="en-US" altLang="zh-CN" sz="3800" b="1" dirty="0">
              <a:latin typeface="华文中宋" panose="02010600040101010101" pitchFamily="2" charset="-122"/>
            </a:endParaRPr>
          </a:p>
        </p:txBody>
      </p:sp>
      <p:sp>
        <p:nvSpPr>
          <p:cNvPr id="4100" name="Rectangle 3"/>
          <p:cNvSpPr>
            <a:spLocks noGrp="1" noChangeArrowheads="1"/>
          </p:cNvSpPr>
          <p:nvPr>
            <p:ph type="body" idx="1"/>
          </p:nvPr>
        </p:nvSpPr>
        <p:spPr>
          <a:xfrm>
            <a:off x="2109239" y="6098961"/>
            <a:ext cx="4927108" cy="752690"/>
          </a:xfrm>
        </p:spPr>
        <p:txBody>
          <a:bodyPr>
            <a:normAutofit/>
          </a:bodyPr>
          <a:lstStyle/>
          <a:p>
            <a:pPr algn="ctr" eaLnBrk="1" hangingPunct="1">
              <a:lnSpc>
                <a:spcPct val="100000"/>
              </a:lnSpc>
              <a:buFontTx/>
              <a:buNone/>
            </a:pPr>
            <a:r>
              <a:rPr lang="en-US" altLang="zh-CN" sz="2000" dirty="0"/>
              <a:t>Linux </a:t>
            </a:r>
            <a:r>
              <a:rPr lang="zh-CN" altLang="en-US" sz="2000" dirty="0"/>
              <a:t>系统</a:t>
            </a:r>
            <a:r>
              <a:rPr lang="zh-CN" altLang="en-US" sz="2000" dirty="0">
                <a:latin typeface="华文中宋" panose="02010600040101010101" pitchFamily="2" charset="-122"/>
              </a:rPr>
              <a:t>的层次结构</a:t>
            </a:r>
            <a:endParaRPr lang="en-US" altLang="zh-CN" sz="2000" dirty="0">
              <a:latin typeface="华文中宋" panose="02010600040101010101" pitchFamily="2" charset="-122"/>
            </a:endParaRPr>
          </a:p>
        </p:txBody>
      </p:sp>
      <p:sp>
        <p:nvSpPr>
          <p:cNvPr id="4102" name="TextBox 1"/>
          <p:cNvSpPr txBox="1">
            <a:spLocks noChangeArrowheads="1"/>
          </p:cNvSpPr>
          <p:nvPr/>
        </p:nvSpPr>
        <p:spPr bwMode="auto">
          <a:xfrm>
            <a:off x="409933" y="1312079"/>
            <a:ext cx="832572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marL="457200" indent="-457200" eaLnBrk="1" hangingPunct="1">
              <a:buFont typeface="Wingdings" panose="05000000000000000000" pitchFamily="2" charset="2"/>
              <a:buChar char="l"/>
            </a:pPr>
            <a:r>
              <a:rPr lang="zh-CN" altLang="en-US" sz="2600" dirty="0">
                <a:solidFill>
                  <a:prstClr val="black"/>
                </a:solidFill>
                <a:latin typeface="华文中宋" panose="02010600040101010101" pitchFamily="2" charset="-122"/>
                <a:ea typeface="华文中宋" panose="02010600040101010101" pitchFamily="2" charset="-122"/>
              </a:rPr>
              <a:t>操作系统控制硬件并为系统调用提供调用接口。</a:t>
            </a:r>
            <a:endParaRPr lang="en-US" altLang="zh-CN" sz="2600" dirty="0">
              <a:solidFill>
                <a:prstClr val="black"/>
              </a:solidFill>
              <a:latin typeface="华文中宋" panose="02010600040101010101" pitchFamily="2" charset="-122"/>
              <a:ea typeface="华文中宋" panose="02010600040101010101" pitchFamily="2" charset="-122"/>
            </a:endParaRPr>
          </a:p>
          <a:p>
            <a:pPr marL="457200" indent="-457200" eaLnBrk="1" hangingPunct="1">
              <a:buFont typeface="Wingdings" panose="05000000000000000000" pitchFamily="2" charset="2"/>
              <a:buChar char="l"/>
            </a:pPr>
            <a:r>
              <a:rPr lang="en-US" altLang="zh-CN" sz="2600" dirty="0">
                <a:solidFill>
                  <a:prstClr val="black"/>
                </a:solidFill>
                <a:latin typeface="华文中宋" panose="02010600040101010101" pitchFamily="2" charset="-122"/>
                <a:ea typeface="华文中宋" panose="02010600040101010101" pitchFamily="2" charset="-122"/>
              </a:rPr>
              <a:t>Linux</a:t>
            </a:r>
            <a:r>
              <a:rPr lang="zh-CN" altLang="en-US" sz="2600" dirty="0">
                <a:solidFill>
                  <a:prstClr val="black"/>
                </a:solidFill>
                <a:latin typeface="华文中宋" panose="02010600040101010101" pitchFamily="2" charset="-122"/>
                <a:ea typeface="华文中宋" panose="02010600040101010101" pitchFamily="2" charset="-122"/>
              </a:rPr>
              <a:t>提供了大量由</a:t>
            </a:r>
            <a:r>
              <a:rPr lang="en-US" altLang="zh-CN" sz="2600" dirty="0">
                <a:solidFill>
                  <a:prstClr val="black"/>
                </a:solidFill>
                <a:latin typeface="华文中宋" panose="02010600040101010101" pitchFamily="2" charset="-122"/>
                <a:ea typeface="华文中宋" panose="02010600040101010101" pitchFamily="2" charset="-122"/>
              </a:rPr>
              <a:t>POSIX</a:t>
            </a:r>
            <a:r>
              <a:rPr lang="zh-CN" altLang="en-US" sz="2600" dirty="0">
                <a:solidFill>
                  <a:prstClr val="black"/>
                </a:solidFill>
                <a:latin typeface="华文中宋" panose="02010600040101010101" pitchFamily="2" charset="-122"/>
                <a:ea typeface="华文中宋" panose="02010600040101010101" pitchFamily="2" charset="-122"/>
              </a:rPr>
              <a:t>指定的标准程序。</a:t>
            </a:r>
          </a:p>
        </p:txBody>
      </p:sp>
      <p:graphicFrame>
        <p:nvGraphicFramePr>
          <p:cNvPr id="2" name="对象 1"/>
          <p:cNvGraphicFramePr>
            <a:graphicFrameLocks noChangeAspect="1"/>
          </p:cNvGraphicFramePr>
          <p:nvPr/>
        </p:nvGraphicFramePr>
        <p:xfrm>
          <a:off x="1524793" y="2646159"/>
          <a:ext cx="6096000" cy="3268663"/>
        </p:xfrm>
        <a:graphic>
          <a:graphicData uri="http://schemas.openxmlformats.org/presentationml/2006/ole">
            <mc:AlternateContent xmlns:mc="http://schemas.openxmlformats.org/markup-compatibility/2006">
              <mc:Choice xmlns:v="urn:schemas-microsoft-com:vml" Requires="v">
                <p:oleObj name="Visio" r:id="rId3" imgW="10340340" imgH="5544820" progId="Visio.Drawing.15">
                  <p:embed/>
                </p:oleObj>
              </mc:Choice>
              <mc:Fallback>
                <p:oleObj name="Visio" r:id="rId3" imgW="10340340" imgH="5544820" progId="Visio.Drawing.15">
                  <p:embed/>
                  <p:pic>
                    <p:nvPicPr>
                      <p:cNvPr id="0" name="对象 1"/>
                      <p:cNvPicPr/>
                      <p:nvPr/>
                    </p:nvPicPr>
                    <p:blipFill>
                      <a:blip r:embed="rId4"/>
                      <a:stretch>
                        <a:fillRect/>
                      </a:stretch>
                    </p:blipFill>
                    <p:spPr>
                      <a:xfrm>
                        <a:off x="1524793" y="2646159"/>
                        <a:ext cx="6096000" cy="3268663"/>
                      </a:xfrm>
                      <a:prstGeom prst="rect">
                        <a:avLst/>
                      </a:prstGeom>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688F0CF5-0C22-4387-A50B-7FDE4444CFD0}" type="slidenum">
              <a:rPr lang="zh-CN" altLang="en-US" sz="1400">
                <a:solidFill>
                  <a:prstClr val="black"/>
                </a:solidFill>
              </a:rPr>
              <a:t>34</a:t>
            </a:fld>
            <a:endParaRPr lang="en-US" altLang="zh-CN" sz="1400">
              <a:solidFill>
                <a:prstClr val="black"/>
              </a:solidFill>
            </a:endParaRPr>
          </a:p>
        </p:txBody>
      </p:sp>
      <p:sp>
        <p:nvSpPr>
          <p:cNvPr id="5123" name="Rectangle 2"/>
          <p:cNvSpPr>
            <a:spLocks noGrp="1" noChangeArrowheads="1"/>
          </p:cNvSpPr>
          <p:nvPr>
            <p:ph type="title"/>
          </p:nvPr>
        </p:nvSpPr>
        <p:spPr>
          <a:xfrm>
            <a:off x="628759" y="147637"/>
            <a:ext cx="7888070" cy="888683"/>
          </a:xfrm>
        </p:spPr>
        <p:txBody>
          <a:bodyPr>
            <a:normAutofit/>
          </a:bodyPr>
          <a:lstStyle/>
          <a:p>
            <a:pPr algn="ctr" eaLnBrk="1" hangingPunct="1"/>
            <a:r>
              <a:rPr lang="en-US" altLang="zh-CN" sz="3800" b="1" dirty="0"/>
              <a:t>Linux </a:t>
            </a:r>
            <a:r>
              <a:rPr lang="zh-CN" altLang="en-US" sz="3800" b="1" dirty="0"/>
              <a:t>应用程序</a:t>
            </a:r>
            <a:endParaRPr lang="en-US" altLang="zh-CN" sz="3800" b="1" dirty="0"/>
          </a:p>
        </p:txBody>
      </p:sp>
      <p:sp>
        <p:nvSpPr>
          <p:cNvPr id="5124" name="Rectangle 3"/>
          <p:cNvSpPr>
            <a:spLocks noGrp="1" noChangeArrowheads="1"/>
          </p:cNvSpPr>
          <p:nvPr>
            <p:ph type="body" idx="1"/>
          </p:nvPr>
        </p:nvSpPr>
        <p:spPr>
          <a:xfrm>
            <a:off x="794" y="6362700"/>
            <a:ext cx="9144000" cy="990600"/>
          </a:xfrm>
        </p:spPr>
        <p:txBody>
          <a:bodyPr>
            <a:normAutofit/>
          </a:bodyPr>
          <a:lstStyle/>
          <a:p>
            <a:pPr algn="ctr" eaLnBrk="1" hangingPunct="1">
              <a:buFontTx/>
              <a:buNone/>
            </a:pPr>
            <a:r>
              <a:rPr lang="en-US" altLang="zh-CN" sz="2000" dirty="0"/>
              <a:t>POSIX</a:t>
            </a:r>
            <a:r>
              <a:rPr lang="zh-CN" altLang="en-US" sz="2000" dirty="0"/>
              <a:t>规定的一些常用的应用程序</a:t>
            </a:r>
            <a:endParaRPr lang="en-US" altLang="zh-CN" sz="2000" dirty="0"/>
          </a:p>
        </p:txBody>
      </p:sp>
      <p:graphicFrame>
        <p:nvGraphicFramePr>
          <p:cNvPr id="2" name="表格 1"/>
          <p:cNvGraphicFramePr>
            <a:graphicFrameLocks noGrp="1"/>
          </p:cNvGraphicFramePr>
          <p:nvPr/>
        </p:nvGraphicFramePr>
        <p:xfrm>
          <a:off x="2832894" y="1057911"/>
          <a:ext cx="3479800" cy="5212080"/>
        </p:xfrm>
        <a:graphic>
          <a:graphicData uri="http://schemas.openxmlformats.org/drawingml/2006/table">
            <a:tbl>
              <a:tblPr firstRow="1" bandRow="1">
                <a:tableStyleId>{5940675A-B579-460E-94D1-54222C63F5DA}</a:tableStyleId>
              </a:tblPr>
              <a:tblGrid>
                <a:gridCol w="652366">
                  <a:extLst>
                    <a:ext uri="{9D8B030D-6E8A-4147-A177-3AD203B41FA5}">
                      <a16:colId xmlns:a16="http://schemas.microsoft.com/office/drawing/2014/main" val="20000"/>
                    </a:ext>
                  </a:extLst>
                </a:gridCol>
                <a:gridCol w="2827434">
                  <a:extLst>
                    <a:ext uri="{9D8B030D-6E8A-4147-A177-3AD203B41FA5}">
                      <a16:colId xmlns:a16="http://schemas.microsoft.com/office/drawing/2014/main" val="20001"/>
                    </a:ext>
                  </a:extLst>
                </a:gridCol>
              </a:tblGrid>
              <a:tr h="250105">
                <a:tc>
                  <a:txBody>
                    <a:bodyPr/>
                    <a:lstStyle/>
                    <a:p>
                      <a:r>
                        <a:rPr lang="zh-CN" altLang="en-US" sz="1200" dirty="0">
                          <a:latin typeface="华文中宋" panose="02010600040101010101" pitchFamily="2" charset="-122"/>
                          <a:ea typeface="华文中宋" panose="02010600040101010101" pitchFamily="2" charset="-122"/>
                        </a:rPr>
                        <a:t>程序</a:t>
                      </a:r>
                    </a:p>
                  </a:txBody>
                  <a:tcPr/>
                </a:tc>
                <a:tc>
                  <a:txBody>
                    <a:bodyPr/>
                    <a:lstStyle/>
                    <a:p>
                      <a:r>
                        <a:rPr lang="zh-CN" altLang="en-US" sz="1200" dirty="0">
                          <a:latin typeface="华文中宋" panose="02010600040101010101" pitchFamily="2" charset="-122"/>
                          <a:ea typeface="华文中宋" panose="02010600040101010101" pitchFamily="2" charset="-122"/>
                        </a:rPr>
                        <a:t>典型应用</a:t>
                      </a:r>
                    </a:p>
                  </a:txBody>
                  <a:tcPr/>
                </a:tc>
                <a:extLst>
                  <a:ext uri="{0D108BD9-81ED-4DB2-BD59-A6C34878D82A}">
                    <a16:rowId xmlns:a16="http://schemas.microsoft.com/office/drawing/2014/main" val="10000"/>
                  </a:ext>
                </a:extLst>
              </a:tr>
              <a:tr h="250105">
                <a:tc>
                  <a:txBody>
                    <a:bodyPr/>
                    <a:lstStyle/>
                    <a:p>
                      <a:r>
                        <a:rPr lang="en-US" altLang="zh-CN" sz="1200">
                          <a:latin typeface="Times New Roman" panose="02020703060505090304" pitchFamily="18" charset="0"/>
                          <a:cs typeface="Times New Roman" panose="02020703060505090304" pitchFamily="18" charset="0"/>
                        </a:rPr>
                        <a:t>cat</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将多个文件连接到标准输出</a:t>
                      </a:r>
                    </a:p>
                  </a:txBody>
                  <a:tcPr/>
                </a:tc>
                <a:extLst>
                  <a:ext uri="{0D108BD9-81ED-4DB2-BD59-A6C34878D82A}">
                    <a16:rowId xmlns:a16="http://schemas.microsoft.com/office/drawing/2014/main" val="10001"/>
                  </a:ext>
                </a:extLst>
              </a:tr>
              <a:tr h="250105">
                <a:tc>
                  <a:txBody>
                    <a:bodyPr/>
                    <a:lstStyle/>
                    <a:p>
                      <a:r>
                        <a:rPr lang="en-US" altLang="zh-CN" sz="1200" dirty="0" err="1">
                          <a:latin typeface="Times New Roman" panose="02020703060505090304" pitchFamily="18" charset="0"/>
                          <a:cs typeface="Times New Roman" panose="02020703060505090304" pitchFamily="18" charset="0"/>
                        </a:rPr>
                        <a:t>chmod</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修改文件保护模式</a:t>
                      </a:r>
                    </a:p>
                  </a:txBody>
                  <a:tcPr/>
                </a:tc>
                <a:extLst>
                  <a:ext uri="{0D108BD9-81ED-4DB2-BD59-A6C34878D82A}">
                    <a16:rowId xmlns:a16="http://schemas.microsoft.com/office/drawing/2014/main" val="10002"/>
                  </a:ext>
                </a:extLst>
              </a:tr>
              <a:tr h="250105">
                <a:tc>
                  <a:txBody>
                    <a:bodyPr/>
                    <a:lstStyle/>
                    <a:p>
                      <a:r>
                        <a:rPr lang="en-US" altLang="zh-CN" sz="1200" dirty="0" err="1">
                          <a:latin typeface="Times New Roman" panose="02020703060505090304" pitchFamily="18" charset="0"/>
                          <a:cs typeface="Times New Roman" panose="02020703060505090304" pitchFamily="18" charset="0"/>
                        </a:rPr>
                        <a:t>cp</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复制一个或多个文件</a:t>
                      </a:r>
                    </a:p>
                  </a:txBody>
                  <a:tcPr/>
                </a:tc>
                <a:extLst>
                  <a:ext uri="{0D108BD9-81ED-4DB2-BD59-A6C34878D82A}">
                    <a16:rowId xmlns:a16="http://schemas.microsoft.com/office/drawing/2014/main" val="10003"/>
                  </a:ext>
                </a:extLst>
              </a:tr>
              <a:tr h="250105">
                <a:tc>
                  <a:txBody>
                    <a:bodyPr/>
                    <a:lstStyle/>
                    <a:p>
                      <a:r>
                        <a:rPr lang="en-US" altLang="zh-CN" sz="1200" dirty="0">
                          <a:latin typeface="Times New Roman" panose="02020703060505090304" pitchFamily="18" charset="0"/>
                          <a:cs typeface="Times New Roman" panose="02020703060505090304" pitchFamily="18" charset="0"/>
                        </a:rPr>
                        <a:t>cut</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从一个文件中剪切一段文字</a:t>
                      </a:r>
                    </a:p>
                  </a:txBody>
                  <a:tcPr/>
                </a:tc>
                <a:extLst>
                  <a:ext uri="{0D108BD9-81ED-4DB2-BD59-A6C34878D82A}">
                    <a16:rowId xmlns:a16="http://schemas.microsoft.com/office/drawing/2014/main" val="10004"/>
                  </a:ext>
                </a:extLst>
              </a:tr>
              <a:tr h="250105">
                <a:tc>
                  <a:txBody>
                    <a:bodyPr/>
                    <a:lstStyle/>
                    <a:p>
                      <a:r>
                        <a:rPr lang="en-US" altLang="zh-CN" sz="1200" dirty="0">
                          <a:latin typeface="Times New Roman" panose="02020703060505090304" pitchFamily="18" charset="0"/>
                          <a:cs typeface="Times New Roman" panose="02020703060505090304" pitchFamily="18" charset="0"/>
                        </a:rPr>
                        <a:t>grep</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在文件中检索给定模式</a:t>
                      </a:r>
                    </a:p>
                  </a:txBody>
                  <a:tcPr/>
                </a:tc>
                <a:extLst>
                  <a:ext uri="{0D108BD9-81ED-4DB2-BD59-A6C34878D82A}">
                    <a16:rowId xmlns:a16="http://schemas.microsoft.com/office/drawing/2014/main" val="10005"/>
                  </a:ext>
                </a:extLst>
              </a:tr>
              <a:tr h="250105">
                <a:tc>
                  <a:txBody>
                    <a:bodyPr/>
                    <a:lstStyle/>
                    <a:p>
                      <a:r>
                        <a:rPr lang="en-US" altLang="zh-CN" sz="1200" dirty="0">
                          <a:latin typeface="Times New Roman" panose="02020703060505090304" pitchFamily="18" charset="0"/>
                          <a:cs typeface="Times New Roman" panose="02020703060505090304" pitchFamily="18" charset="0"/>
                        </a:rPr>
                        <a:t>head</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提取文件的前几行</a:t>
                      </a:r>
                    </a:p>
                  </a:txBody>
                  <a:tcPr/>
                </a:tc>
                <a:extLst>
                  <a:ext uri="{0D108BD9-81ED-4DB2-BD59-A6C34878D82A}">
                    <a16:rowId xmlns:a16="http://schemas.microsoft.com/office/drawing/2014/main" val="10006"/>
                  </a:ext>
                </a:extLst>
              </a:tr>
              <a:tr h="250105">
                <a:tc>
                  <a:txBody>
                    <a:bodyPr/>
                    <a:lstStyle/>
                    <a:p>
                      <a:r>
                        <a:rPr lang="en-US" altLang="zh-CN" sz="1200" dirty="0">
                          <a:latin typeface="Times New Roman" panose="02020703060505090304" pitchFamily="18" charset="0"/>
                          <a:cs typeface="Times New Roman" panose="02020703060505090304" pitchFamily="18" charset="0"/>
                        </a:rPr>
                        <a:t>ls</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列出目录</a:t>
                      </a:r>
                    </a:p>
                  </a:txBody>
                  <a:tcPr/>
                </a:tc>
                <a:extLst>
                  <a:ext uri="{0D108BD9-81ED-4DB2-BD59-A6C34878D82A}">
                    <a16:rowId xmlns:a16="http://schemas.microsoft.com/office/drawing/2014/main" val="10007"/>
                  </a:ext>
                </a:extLst>
              </a:tr>
              <a:tr h="250105">
                <a:tc>
                  <a:txBody>
                    <a:bodyPr/>
                    <a:lstStyle/>
                    <a:p>
                      <a:r>
                        <a:rPr lang="en-US" altLang="zh-CN" sz="1200" dirty="0">
                          <a:latin typeface="Times New Roman" panose="02020703060505090304" pitchFamily="18" charset="0"/>
                          <a:cs typeface="Times New Roman" panose="02020703060505090304" pitchFamily="18" charset="0"/>
                        </a:rPr>
                        <a:t>make</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编译文件生成二进制文件</a:t>
                      </a:r>
                    </a:p>
                  </a:txBody>
                  <a:tcPr/>
                </a:tc>
                <a:extLst>
                  <a:ext uri="{0D108BD9-81ED-4DB2-BD59-A6C34878D82A}">
                    <a16:rowId xmlns:a16="http://schemas.microsoft.com/office/drawing/2014/main" val="10008"/>
                  </a:ext>
                </a:extLst>
              </a:tr>
              <a:tr h="250105">
                <a:tc>
                  <a:txBody>
                    <a:bodyPr/>
                    <a:lstStyle/>
                    <a:p>
                      <a:r>
                        <a:rPr lang="en-US" altLang="zh-CN" sz="1200" dirty="0" err="1">
                          <a:latin typeface="Times New Roman" panose="02020703060505090304" pitchFamily="18" charset="0"/>
                          <a:cs typeface="Times New Roman" panose="02020703060505090304" pitchFamily="18" charset="0"/>
                        </a:rPr>
                        <a:t>mkdir</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创建目录</a:t>
                      </a:r>
                    </a:p>
                  </a:txBody>
                  <a:tcPr/>
                </a:tc>
                <a:extLst>
                  <a:ext uri="{0D108BD9-81ED-4DB2-BD59-A6C34878D82A}">
                    <a16:rowId xmlns:a16="http://schemas.microsoft.com/office/drawing/2014/main" val="10009"/>
                  </a:ext>
                </a:extLst>
              </a:tr>
              <a:tr h="250105">
                <a:tc>
                  <a:txBody>
                    <a:bodyPr/>
                    <a:lstStyle/>
                    <a:p>
                      <a:r>
                        <a:rPr lang="en-US" altLang="zh-CN" sz="1200" dirty="0">
                          <a:latin typeface="Times New Roman" panose="02020703060505090304" pitchFamily="18" charset="0"/>
                          <a:cs typeface="Times New Roman" panose="02020703060505090304" pitchFamily="18" charset="0"/>
                        </a:rPr>
                        <a:t>od</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以八进制显示一个文件</a:t>
                      </a:r>
                    </a:p>
                  </a:txBody>
                  <a:tcPr/>
                </a:tc>
                <a:extLst>
                  <a:ext uri="{0D108BD9-81ED-4DB2-BD59-A6C34878D82A}">
                    <a16:rowId xmlns:a16="http://schemas.microsoft.com/office/drawing/2014/main" val="10010"/>
                  </a:ext>
                </a:extLst>
              </a:tr>
              <a:tr h="250105">
                <a:tc>
                  <a:txBody>
                    <a:bodyPr/>
                    <a:lstStyle/>
                    <a:p>
                      <a:r>
                        <a:rPr lang="en-US" altLang="zh-CN" sz="1200" dirty="0">
                          <a:latin typeface="Times New Roman" panose="02020703060505090304" pitchFamily="18" charset="0"/>
                          <a:cs typeface="Times New Roman" panose="02020703060505090304" pitchFamily="18" charset="0"/>
                        </a:rPr>
                        <a:t>paste</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将一段文字粘贴到一个文件中</a:t>
                      </a:r>
                    </a:p>
                  </a:txBody>
                  <a:tcPr/>
                </a:tc>
                <a:extLst>
                  <a:ext uri="{0D108BD9-81ED-4DB2-BD59-A6C34878D82A}">
                    <a16:rowId xmlns:a16="http://schemas.microsoft.com/office/drawing/2014/main" val="10011"/>
                  </a:ext>
                </a:extLst>
              </a:tr>
              <a:tr h="250105">
                <a:tc>
                  <a:txBody>
                    <a:bodyPr/>
                    <a:lstStyle/>
                    <a:p>
                      <a:r>
                        <a:rPr lang="en-US" altLang="zh-CN" sz="1200" dirty="0" err="1">
                          <a:latin typeface="Times New Roman" panose="02020703060505090304" pitchFamily="18" charset="0"/>
                          <a:cs typeface="Times New Roman" panose="02020703060505090304" pitchFamily="18" charset="0"/>
                        </a:rPr>
                        <a:t>pr</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为打印格式化文件</a:t>
                      </a:r>
                    </a:p>
                  </a:txBody>
                  <a:tcPr/>
                </a:tc>
                <a:extLst>
                  <a:ext uri="{0D108BD9-81ED-4DB2-BD59-A6C34878D82A}">
                    <a16:rowId xmlns:a16="http://schemas.microsoft.com/office/drawing/2014/main" val="10012"/>
                  </a:ext>
                </a:extLst>
              </a:tr>
              <a:tr h="250105">
                <a:tc>
                  <a:txBody>
                    <a:bodyPr/>
                    <a:lstStyle/>
                    <a:p>
                      <a:r>
                        <a:rPr lang="en-US" altLang="zh-CN" sz="1200" dirty="0" err="1">
                          <a:latin typeface="Times New Roman" panose="02020703060505090304" pitchFamily="18" charset="0"/>
                          <a:cs typeface="Times New Roman" panose="02020703060505090304" pitchFamily="18" charset="0"/>
                        </a:rPr>
                        <a:t>ps</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列出正在运行的进程</a:t>
                      </a:r>
                    </a:p>
                  </a:txBody>
                  <a:tcPr/>
                </a:tc>
                <a:extLst>
                  <a:ext uri="{0D108BD9-81ED-4DB2-BD59-A6C34878D82A}">
                    <a16:rowId xmlns:a16="http://schemas.microsoft.com/office/drawing/2014/main" val="10013"/>
                  </a:ext>
                </a:extLst>
              </a:tr>
              <a:tr h="250105">
                <a:tc>
                  <a:txBody>
                    <a:bodyPr/>
                    <a:lstStyle/>
                    <a:p>
                      <a:r>
                        <a:rPr lang="en-US" altLang="zh-CN" sz="1200" dirty="0" err="1">
                          <a:latin typeface="Times New Roman" panose="02020703060505090304" pitchFamily="18" charset="0"/>
                          <a:cs typeface="Times New Roman" panose="02020703060505090304" pitchFamily="18" charset="0"/>
                        </a:rPr>
                        <a:t>rm</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删除一个或多个文件</a:t>
                      </a:r>
                    </a:p>
                  </a:txBody>
                  <a:tcPr/>
                </a:tc>
                <a:extLst>
                  <a:ext uri="{0D108BD9-81ED-4DB2-BD59-A6C34878D82A}">
                    <a16:rowId xmlns:a16="http://schemas.microsoft.com/office/drawing/2014/main" val="10014"/>
                  </a:ext>
                </a:extLst>
              </a:tr>
              <a:tr h="250105">
                <a:tc>
                  <a:txBody>
                    <a:bodyPr/>
                    <a:lstStyle/>
                    <a:p>
                      <a:r>
                        <a:rPr lang="en-US" altLang="zh-CN" sz="1200" dirty="0" err="1">
                          <a:latin typeface="Times New Roman" panose="02020703060505090304" pitchFamily="18" charset="0"/>
                          <a:cs typeface="Times New Roman" panose="02020703060505090304" pitchFamily="18" charset="0"/>
                        </a:rPr>
                        <a:t>rmdir</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删除一个目录</a:t>
                      </a:r>
                    </a:p>
                  </a:txBody>
                  <a:tcPr/>
                </a:tc>
                <a:extLst>
                  <a:ext uri="{0D108BD9-81ED-4DB2-BD59-A6C34878D82A}">
                    <a16:rowId xmlns:a16="http://schemas.microsoft.com/office/drawing/2014/main" val="10015"/>
                  </a:ext>
                </a:extLst>
              </a:tr>
              <a:tr h="250105">
                <a:tc>
                  <a:txBody>
                    <a:bodyPr/>
                    <a:lstStyle/>
                    <a:p>
                      <a:r>
                        <a:rPr lang="en-US" altLang="zh-CN" sz="1200" dirty="0">
                          <a:latin typeface="Times New Roman" panose="02020703060505090304" pitchFamily="18" charset="0"/>
                          <a:cs typeface="Times New Roman" panose="02020703060505090304" pitchFamily="18" charset="0"/>
                        </a:rPr>
                        <a:t>sort</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对文件中的所有行按照字母序进行排序</a:t>
                      </a:r>
                    </a:p>
                  </a:txBody>
                  <a:tcPr/>
                </a:tc>
                <a:extLst>
                  <a:ext uri="{0D108BD9-81ED-4DB2-BD59-A6C34878D82A}">
                    <a16:rowId xmlns:a16="http://schemas.microsoft.com/office/drawing/2014/main" val="10016"/>
                  </a:ext>
                </a:extLst>
              </a:tr>
              <a:tr h="250105">
                <a:tc>
                  <a:txBody>
                    <a:bodyPr/>
                    <a:lstStyle/>
                    <a:p>
                      <a:r>
                        <a:rPr lang="en-US" altLang="zh-CN" sz="1200" dirty="0">
                          <a:latin typeface="Times New Roman" panose="02020703060505090304" pitchFamily="18" charset="0"/>
                          <a:cs typeface="Times New Roman" panose="02020703060505090304" pitchFamily="18" charset="0"/>
                        </a:rPr>
                        <a:t>tail</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提取文件的最后几行</a:t>
                      </a:r>
                    </a:p>
                  </a:txBody>
                  <a:tcPr/>
                </a:tc>
                <a:extLst>
                  <a:ext uri="{0D108BD9-81ED-4DB2-BD59-A6C34878D82A}">
                    <a16:rowId xmlns:a16="http://schemas.microsoft.com/office/drawing/2014/main" val="10017"/>
                  </a:ext>
                </a:extLst>
              </a:tr>
              <a:tr h="250105">
                <a:tc>
                  <a:txBody>
                    <a:bodyPr/>
                    <a:lstStyle/>
                    <a:p>
                      <a:r>
                        <a:rPr lang="en-US" altLang="zh-CN" sz="1200" dirty="0" err="1">
                          <a:latin typeface="Times New Roman" panose="02020703060505090304" pitchFamily="18" charset="0"/>
                          <a:cs typeface="Times New Roman" panose="02020703060505090304" pitchFamily="18" charset="0"/>
                        </a:rPr>
                        <a:t>tr</a:t>
                      </a:r>
                      <a:endParaRPr lang="zh-CN" altLang="en-US" sz="1200" dirty="0">
                        <a:latin typeface="Times New Roman" panose="02020703060505090304" pitchFamily="18" charset="0"/>
                        <a:cs typeface="Times New Roman" panose="02020703060505090304" pitchFamily="18" charset="0"/>
                      </a:endParaRPr>
                    </a:p>
                  </a:txBody>
                  <a:tcPr/>
                </a:tc>
                <a:tc>
                  <a:txBody>
                    <a:bodyPr/>
                    <a:lstStyle/>
                    <a:p>
                      <a:r>
                        <a:rPr lang="zh-CN" altLang="en-US" sz="1200" dirty="0">
                          <a:latin typeface="华文中宋" panose="02010600040101010101" pitchFamily="2" charset="-122"/>
                          <a:ea typeface="华文中宋" panose="02010600040101010101" pitchFamily="2" charset="-122"/>
                        </a:rPr>
                        <a:t>在字符集之间转换</a:t>
                      </a:r>
                    </a:p>
                  </a:txBody>
                  <a:tcPr/>
                </a:tc>
                <a:extLst>
                  <a:ext uri="{0D108BD9-81ED-4DB2-BD59-A6C34878D82A}">
                    <a16:rowId xmlns:a16="http://schemas.microsoft.com/office/drawing/2014/main" val="1001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BD24214F-5E81-4D6A-B60A-0A919E059E7F}" type="slidenum">
              <a:rPr lang="zh-CN" altLang="en-US" sz="1400">
                <a:solidFill>
                  <a:prstClr val="black"/>
                </a:solidFill>
              </a:rPr>
              <a:t>35</a:t>
            </a:fld>
            <a:endParaRPr lang="en-US" altLang="zh-CN" sz="1400">
              <a:solidFill>
                <a:prstClr val="black"/>
              </a:solidFill>
            </a:endParaRPr>
          </a:p>
        </p:txBody>
      </p:sp>
      <p:sp>
        <p:nvSpPr>
          <p:cNvPr id="6147" name="Rectangle 2"/>
          <p:cNvSpPr>
            <a:spLocks noGrp="1" noChangeArrowheads="1"/>
          </p:cNvSpPr>
          <p:nvPr>
            <p:ph type="title"/>
          </p:nvPr>
        </p:nvSpPr>
        <p:spPr>
          <a:xfrm>
            <a:off x="628759" y="161926"/>
            <a:ext cx="7888070" cy="1325563"/>
          </a:xfrm>
        </p:spPr>
        <p:txBody>
          <a:bodyPr>
            <a:normAutofit/>
          </a:bodyPr>
          <a:lstStyle/>
          <a:p>
            <a:pPr algn="ctr" eaLnBrk="1" hangingPunct="1"/>
            <a:r>
              <a:rPr lang="en-US" altLang="zh-CN" sz="3800" b="1" dirty="0">
                <a:latin typeface="华文中宋" panose="02010600040101010101" pitchFamily="2" charset="-122"/>
              </a:rPr>
              <a:t>Linux</a:t>
            </a:r>
            <a:r>
              <a:rPr lang="zh-CN" altLang="en-US" sz="3800" b="1" dirty="0">
                <a:latin typeface="华文中宋" panose="02010600040101010101" pitchFamily="2" charset="-122"/>
              </a:rPr>
              <a:t>内核</a:t>
            </a:r>
          </a:p>
        </p:txBody>
      </p:sp>
      <p:sp>
        <p:nvSpPr>
          <p:cNvPr id="6148" name="Rectangle 3"/>
          <p:cNvSpPr>
            <a:spLocks noGrp="1" noChangeArrowheads="1"/>
          </p:cNvSpPr>
          <p:nvPr>
            <p:ph type="body" idx="1"/>
          </p:nvPr>
        </p:nvSpPr>
        <p:spPr>
          <a:xfrm>
            <a:off x="794" y="6057900"/>
            <a:ext cx="9144000" cy="759460"/>
          </a:xfrm>
        </p:spPr>
        <p:txBody>
          <a:bodyPr/>
          <a:lstStyle/>
          <a:p>
            <a:pPr algn="ctr" eaLnBrk="1" hangingPunct="1">
              <a:buFontTx/>
              <a:buNone/>
            </a:pPr>
            <a:r>
              <a:rPr lang="en-US" altLang="zh-CN" dirty="0"/>
              <a:t>Linux </a:t>
            </a:r>
            <a:r>
              <a:rPr lang="zh-CN" altLang="en-US" dirty="0"/>
              <a:t>的内核结构</a:t>
            </a:r>
            <a:endParaRPr lang="en-US" altLang="zh-CN" dirty="0"/>
          </a:p>
        </p:txBody>
      </p:sp>
      <p:sp>
        <p:nvSpPr>
          <p:cNvPr id="2" name="TextBox 1"/>
          <p:cNvSpPr txBox="1"/>
          <p:nvPr/>
        </p:nvSpPr>
        <p:spPr>
          <a:xfrm>
            <a:off x="524669" y="1193800"/>
            <a:ext cx="8096250" cy="95410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800" dirty="0">
                <a:solidFill>
                  <a:prstClr val="black"/>
                </a:solidFill>
                <a:latin typeface="Times New Roman" panose="02020703060505090304" pitchFamily="18" charset="0"/>
                <a:ea typeface="华文中宋" panose="02010600040101010101" pitchFamily="2" charset="-122"/>
                <a:cs typeface="Times New Roman" panose="02020703060505090304" pitchFamily="18" charset="0"/>
              </a:rPr>
              <a:t>内核坐落在硬件之上，包含三个主要部件：</a:t>
            </a:r>
            <a:endParaRPr lang="en-US" altLang="zh-CN" sz="2800" dirty="0">
              <a:solidFill>
                <a:prstClr val="black"/>
              </a:solidFill>
              <a:latin typeface="Times New Roman" panose="02020703060505090304" pitchFamily="18" charset="0"/>
              <a:ea typeface="华文中宋" panose="02010600040101010101" pitchFamily="2" charset="-122"/>
              <a:cs typeface="Times New Roman" panose="02020703060505090304" pitchFamily="18" charset="0"/>
            </a:endParaRPr>
          </a:p>
          <a:p>
            <a:r>
              <a:rPr lang="en-US" altLang="zh-CN" sz="2800" dirty="0">
                <a:solidFill>
                  <a:prstClr val="black"/>
                </a:solidFill>
                <a:latin typeface="Times New Roman" panose="02020703060505090304" pitchFamily="18" charset="0"/>
                <a:ea typeface="华文中宋" panose="02010600040101010101" pitchFamily="2" charset="-122"/>
                <a:cs typeface="Times New Roman" panose="02020703060505090304" pitchFamily="18" charset="0"/>
              </a:rPr>
              <a:t>    </a:t>
            </a:r>
            <a:r>
              <a:rPr lang="en-US" altLang="zh-CN" sz="2800" b="1" dirty="0">
                <a:solidFill>
                  <a:srgbClr val="003399"/>
                </a:solidFill>
                <a:latin typeface="Times New Roman" panose="02020703060505090304" pitchFamily="18" charset="0"/>
                <a:ea typeface="华文中宋" panose="02010600040101010101" pitchFamily="2" charset="-122"/>
                <a:cs typeface="Times New Roman" panose="02020703060505090304" pitchFamily="18" charset="0"/>
              </a:rPr>
              <a:t>I/O</a:t>
            </a:r>
            <a:r>
              <a:rPr lang="zh-CN" altLang="en-US" sz="2800" b="1" dirty="0">
                <a:solidFill>
                  <a:srgbClr val="003399"/>
                </a:solidFill>
                <a:latin typeface="Times New Roman" panose="02020703060505090304" pitchFamily="18" charset="0"/>
                <a:ea typeface="华文中宋" panose="02010600040101010101" pitchFamily="2" charset="-122"/>
                <a:cs typeface="Times New Roman" panose="02020703060505090304" pitchFamily="18" charset="0"/>
              </a:rPr>
              <a:t>部件</a:t>
            </a:r>
            <a:r>
              <a:rPr lang="zh-CN" altLang="en-US" sz="2800" dirty="0">
                <a:solidFill>
                  <a:prstClr val="black"/>
                </a:solidFill>
                <a:latin typeface="Times New Roman" panose="02020703060505090304" pitchFamily="18" charset="0"/>
                <a:ea typeface="华文中宋" panose="02010600040101010101" pitchFamily="2" charset="-122"/>
                <a:cs typeface="Times New Roman" panose="02020703060505090304" pitchFamily="18" charset="0"/>
              </a:rPr>
              <a:t>、</a:t>
            </a:r>
            <a:r>
              <a:rPr lang="zh-CN" altLang="en-US" sz="2800" b="1" dirty="0">
                <a:solidFill>
                  <a:srgbClr val="003399"/>
                </a:solidFill>
                <a:latin typeface="Times New Roman" panose="02020703060505090304" pitchFamily="18" charset="0"/>
                <a:ea typeface="华文中宋" panose="02010600040101010101" pitchFamily="2" charset="-122"/>
                <a:cs typeface="Times New Roman" panose="02020703060505090304" pitchFamily="18" charset="0"/>
              </a:rPr>
              <a:t>内存管理部件</a:t>
            </a:r>
            <a:r>
              <a:rPr lang="zh-CN" altLang="en-US" sz="2800" dirty="0">
                <a:solidFill>
                  <a:prstClr val="black"/>
                </a:solidFill>
                <a:latin typeface="Times New Roman" panose="02020703060505090304" pitchFamily="18" charset="0"/>
                <a:ea typeface="华文中宋" panose="02010600040101010101" pitchFamily="2" charset="-122"/>
                <a:cs typeface="Times New Roman" panose="02020703060505090304" pitchFamily="18" charset="0"/>
              </a:rPr>
              <a:t>和</a:t>
            </a:r>
            <a:r>
              <a:rPr lang="zh-CN" altLang="en-US" sz="2800" b="1" dirty="0">
                <a:solidFill>
                  <a:srgbClr val="003399"/>
                </a:solidFill>
                <a:latin typeface="Times New Roman" panose="02020703060505090304" pitchFamily="18" charset="0"/>
                <a:ea typeface="华文中宋" panose="02010600040101010101" pitchFamily="2" charset="-122"/>
                <a:cs typeface="Times New Roman" panose="02020703060505090304" pitchFamily="18" charset="0"/>
              </a:rPr>
              <a:t>进程管理部件</a:t>
            </a:r>
            <a:endParaRPr lang="en-US" altLang="zh-CN" sz="2800" b="1" dirty="0">
              <a:solidFill>
                <a:srgbClr val="003399"/>
              </a:solidFill>
              <a:latin typeface="Times New Roman" panose="02020703060505090304" pitchFamily="18" charset="0"/>
              <a:ea typeface="华文中宋" panose="02010600040101010101" pitchFamily="2" charset="-122"/>
              <a:cs typeface="Times New Roman" panose="02020703060505090304" pitchFamily="18"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251" y="2206883"/>
            <a:ext cx="5456393" cy="379204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9016346E-EECB-4E84-B686-21FD57269695}" type="slidenum">
              <a:rPr lang="zh-CN" altLang="en-US" sz="1400">
                <a:solidFill>
                  <a:prstClr val="black"/>
                </a:solidFill>
              </a:rPr>
              <a:t>36</a:t>
            </a:fld>
            <a:endParaRPr lang="en-US" altLang="zh-CN" sz="1400">
              <a:solidFill>
                <a:prstClr val="black"/>
              </a:solidFill>
            </a:endParaRPr>
          </a:p>
        </p:txBody>
      </p:sp>
      <p:sp>
        <p:nvSpPr>
          <p:cNvPr id="8195" name="Rectangle 2"/>
          <p:cNvSpPr>
            <a:spLocks noGrp="1" noChangeArrowheads="1"/>
          </p:cNvSpPr>
          <p:nvPr>
            <p:ph type="title"/>
          </p:nvPr>
        </p:nvSpPr>
        <p:spPr>
          <a:xfrm>
            <a:off x="708658" y="136524"/>
            <a:ext cx="7888070" cy="1325563"/>
          </a:xfrm>
        </p:spPr>
        <p:txBody>
          <a:bodyPr>
            <a:normAutofit/>
          </a:bodyPr>
          <a:lstStyle/>
          <a:p>
            <a:pPr algn="ctr" eaLnBrk="1" hangingPunct="1"/>
            <a:r>
              <a:rPr lang="en-US" altLang="zh-CN" sz="3800" b="1" dirty="0"/>
              <a:t>Linux </a:t>
            </a:r>
            <a:r>
              <a:rPr lang="zh-CN" altLang="en-US" sz="3800" b="1" dirty="0"/>
              <a:t>进程的相关概念</a:t>
            </a:r>
          </a:p>
        </p:txBody>
      </p:sp>
      <p:sp>
        <p:nvSpPr>
          <p:cNvPr id="8196" name="Rectangle 3"/>
          <p:cNvSpPr>
            <a:spLocks noGrp="1" noChangeArrowheads="1"/>
          </p:cNvSpPr>
          <p:nvPr>
            <p:ph type="body" idx="1"/>
          </p:nvPr>
        </p:nvSpPr>
        <p:spPr>
          <a:xfrm>
            <a:off x="392206" y="1319597"/>
            <a:ext cx="8538434" cy="5036754"/>
          </a:xfrm>
        </p:spPr>
        <p:txBody>
          <a:bodyPr>
            <a:noAutofit/>
          </a:bodyPr>
          <a:lstStyle/>
          <a:p>
            <a:pPr>
              <a:buFont typeface="Wingdings" panose="05000000000000000000" pitchFamily="2" charset="2"/>
              <a:buChar char="l"/>
            </a:pPr>
            <a:r>
              <a:rPr lang="zh-CN" altLang="en-US" sz="2800" dirty="0"/>
              <a:t>守护进程（</a:t>
            </a:r>
            <a:r>
              <a:rPr lang="en-US" altLang="zh-CN" sz="2800" dirty="0"/>
              <a:t>Daemon</a:t>
            </a:r>
            <a:r>
              <a:rPr lang="zh-CN" altLang="en-US" sz="2800" dirty="0"/>
              <a:t>）</a:t>
            </a:r>
            <a:r>
              <a:rPr lang="en-US" altLang="zh-CN" sz="2800" dirty="0"/>
              <a:t>:</a:t>
            </a:r>
            <a:r>
              <a:rPr lang="zh-CN" altLang="en-US" sz="2800" dirty="0"/>
              <a:t>一类在后台运行的特殊进程</a:t>
            </a:r>
            <a:endParaRPr lang="en-US" altLang="zh-CN" sz="2800" dirty="0"/>
          </a:p>
          <a:p>
            <a:pPr>
              <a:buFont typeface="Wingdings" panose="05000000000000000000" pitchFamily="2" charset="2"/>
              <a:buChar char="l"/>
            </a:pPr>
            <a:r>
              <a:rPr lang="zh-CN" altLang="en-US" sz="2800" dirty="0"/>
              <a:t>计划任务（</a:t>
            </a:r>
            <a:r>
              <a:rPr lang="en-US" altLang="zh-CN" sz="2800" dirty="0" err="1"/>
              <a:t>Cron</a:t>
            </a:r>
            <a:r>
              <a:rPr lang="en-US" altLang="zh-CN" sz="2800" dirty="0"/>
              <a:t> </a:t>
            </a:r>
            <a:r>
              <a:rPr lang="zh-CN" altLang="en-US" sz="2800" dirty="0"/>
              <a:t>）：周期性检查是否有待完成工作</a:t>
            </a:r>
            <a:endParaRPr lang="en-US" altLang="zh-CN" sz="2800" dirty="0"/>
          </a:p>
          <a:p>
            <a:pPr eaLnBrk="1" hangingPunct="1">
              <a:lnSpc>
                <a:spcPct val="90000"/>
              </a:lnSpc>
              <a:buFont typeface="Wingdings" panose="05000000000000000000" pitchFamily="2" charset="2"/>
              <a:buChar char="l"/>
            </a:pPr>
            <a:r>
              <a:rPr lang="zh-CN" altLang="en-US" sz="2800" dirty="0"/>
              <a:t>父进程（调用</a:t>
            </a:r>
            <a:r>
              <a:rPr lang="en-US" altLang="zh-CN" sz="2800" dirty="0"/>
              <a:t>fork</a:t>
            </a:r>
            <a:r>
              <a:rPr lang="zh-CN" altLang="en-US" sz="2800" dirty="0"/>
              <a:t>函数的原始进程）</a:t>
            </a:r>
          </a:p>
          <a:p>
            <a:pPr eaLnBrk="1" hangingPunct="1">
              <a:lnSpc>
                <a:spcPct val="90000"/>
              </a:lnSpc>
              <a:buFont typeface="Wingdings" panose="05000000000000000000" pitchFamily="2" charset="2"/>
              <a:buChar char="l"/>
            </a:pPr>
            <a:r>
              <a:rPr lang="zh-CN" altLang="en-US" sz="2800" dirty="0"/>
              <a:t>子进程（被</a:t>
            </a:r>
            <a:r>
              <a:rPr lang="en-US" altLang="zh-CN" sz="2800" dirty="0"/>
              <a:t>fork</a:t>
            </a:r>
            <a:r>
              <a:rPr lang="zh-CN" altLang="en-US" sz="2800" dirty="0"/>
              <a:t>函数创建的新进程）</a:t>
            </a:r>
          </a:p>
          <a:p>
            <a:pPr>
              <a:buFont typeface="Wingdings" panose="05000000000000000000" pitchFamily="2" charset="2"/>
              <a:buChar char="l"/>
            </a:pPr>
            <a:r>
              <a:rPr lang="en-US" altLang="zh-CN" sz="2800" dirty="0"/>
              <a:t>PID</a:t>
            </a:r>
            <a:r>
              <a:rPr lang="zh-CN" altLang="en-US" sz="2800" dirty="0"/>
              <a:t>（进程标识符，非零值）</a:t>
            </a:r>
            <a:endParaRPr lang="en-US" altLang="zh-CN" sz="2800" dirty="0"/>
          </a:p>
          <a:p>
            <a:pPr eaLnBrk="1" hangingPunct="1">
              <a:lnSpc>
                <a:spcPct val="90000"/>
              </a:lnSpc>
              <a:buFont typeface="Wingdings" panose="05000000000000000000" pitchFamily="2" charset="2"/>
              <a:buChar char="l"/>
            </a:pPr>
            <a:r>
              <a:rPr lang="zh-CN" altLang="en-US" sz="2800" dirty="0"/>
              <a:t>进程组（包括指定进程的父进程、远祖进程、兄弟进程、子进程、后裔进程）</a:t>
            </a:r>
            <a:endParaRPr lang="en-US" altLang="zh-CN" sz="2800" dirty="0"/>
          </a:p>
          <a:p>
            <a:pPr eaLnBrk="1" hangingPunct="1">
              <a:lnSpc>
                <a:spcPct val="90000"/>
              </a:lnSpc>
              <a:buFont typeface="Wingdings" panose="05000000000000000000" pitchFamily="2" charset="2"/>
              <a:buChar char="l"/>
            </a:pPr>
            <a:r>
              <a:rPr lang="zh-CN" altLang="en-US" sz="2800" dirty="0"/>
              <a:t>信号：一个进程利用系统调用可以给所在进程组的所有成员发送信号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559" y="635000"/>
            <a:ext cx="731647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请解释进程表和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PCB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的意义。</a:t>
            </a:r>
          </a:p>
        </p:txBody>
      </p:sp>
      <p:sp>
        <p:nvSpPr>
          <p:cNvPr id="7" name="矩形: 圆角 6"/>
          <p:cNvSpPr/>
          <p:nvPr>
            <p:custDataLst>
              <p:tags r:id="rId3"/>
            </p:custDataLst>
          </p:nvPr>
        </p:nvSpPr>
        <p:spPr>
          <a:xfrm>
            <a:off x="6173629"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p:cNvSpPr/>
          <p:nvPr>
            <p:custDataLst>
              <p:tags r:id="rId4"/>
            </p:custDataLst>
          </p:nvPr>
        </p:nvSpPr>
        <p:spPr>
          <a:xfrm>
            <a:off x="0" y="5849239"/>
            <a:ext cx="9145588" cy="365824"/>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2" name="组合 11"/>
          <p:cNvGrpSpPr/>
          <p:nvPr>
            <p:custDataLst>
              <p:tags r:id="rId5"/>
            </p:custDataLst>
          </p:nvPr>
        </p:nvGrpSpPr>
        <p:grpSpPr>
          <a:xfrm>
            <a:off x="0" y="0"/>
            <a:ext cx="9145588" cy="635000"/>
            <a:chOff x="0" y="0"/>
            <a:chExt cx="9145588" cy="635000"/>
          </a:xfrm>
        </p:grpSpPr>
        <p:sp>
          <p:nvSpPr>
            <p:cNvPr id="8" name="TitleBackground"/>
            <p:cNvSpPr/>
            <p:nvPr>
              <p:custDataLst>
                <p:tags r:id="rId7"/>
              </p:custDataLst>
            </p:nvPr>
          </p:nvSpPr>
          <p:spPr>
            <a:xfrm>
              <a:off x="0"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6188" y="63500"/>
            <a:ext cx="1422400" cy="508000"/>
          </a:xfrm>
          <a:prstGeom prst="rect">
            <a:avLst/>
          </a:prstGeom>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0039" y="116207"/>
            <a:ext cx="7888070" cy="1016634"/>
          </a:xfrm>
        </p:spPr>
        <p:txBody>
          <a:bodyPr>
            <a:normAutofit/>
          </a:bodyPr>
          <a:lstStyle/>
          <a:p>
            <a:pPr algn="ctr"/>
            <a:r>
              <a:rPr lang="zh-CN" altLang="en-US" sz="3800" b="1" dirty="0"/>
              <a:t>进程的实现</a:t>
            </a:r>
          </a:p>
        </p:txBody>
      </p:sp>
      <p:sp>
        <p:nvSpPr>
          <p:cNvPr id="3" name="内容占位符 2"/>
          <p:cNvSpPr>
            <a:spLocks noGrp="1"/>
          </p:cNvSpPr>
          <p:nvPr>
            <p:ph idx="1"/>
          </p:nvPr>
        </p:nvSpPr>
        <p:spPr>
          <a:xfrm>
            <a:off x="628757" y="1414462"/>
            <a:ext cx="7888070" cy="4351338"/>
          </a:xfrm>
        </p:spPr>
        <p:txBody>
          <a:bodyPr>
            <a:normAutofit/>
          </a:bodyPr>
          <a:lstStyle/>
          <a:p>
            <a:pPr>
              <a:buFont typeface="Wingdings" panose="05000000000000000000" pitchFamily="2" charset="2"/>
              <a:buChar char="l"/>
            </a:pPr>
            <a:r>
              <a:rPr lang="zh-CN" altLang="en-US" sz="2800" dirty="0"/>
              <a:t>进程表 （</a:t>
            </a:r>
            <a:r>
              <a:rPr lang="en-US" altLang="zh-CN" sz="2800" dirty="0"/>
              <a:t>Process Table</a:t>
            </a:r>
            <a:r>
              <a:rPr lang="zh-CN" altLang="en-US" sz="2800" dirty="0"/>
              <a:t>）</a:t>
            </a:r>
            <a:endParaRPr lang="en-US" altLang="zh-CN" sz="2800" dirty="0"/>
          </a:p>
          <a:p>
            <a:pPr>
              <a:buFont typeface="Wingdings" panose="05000000000000000000" pitchFamily="2" charset="2"/>
              <a:buChar char="ü"/>
            </a:pPr>
            <a:r>
              <a:rPr lang="zh-CN" altLang="en-US" sz="2000" dirty="0"/>
              <a:t>为了实现进程模型，操作系统维护着包含进程重要信息的一张表，每个进程占用一个表项（称为进程控制块）</a:t>
            </a:r>
          </a:p>
        </p:txBody>
      </p:sp>
      <p:graphicFrame>
        <p:nvGraphicFramePr>
          <p:cNvPr id="4" name="表格 3"/>
          <p:cNvGraphicFramePr>
            <a:graphicFrameLocks noGrp="1"/>
          </p:cNvGraphicFramePr>
          <p:nvPr/>
        </p:nvGraphicFramePr>
        <p:xfrm>
          <a:off x="1397262" y="2730500"/>
          <a:ext cx="6097059" cy="3215640"/>
        </p:xfrm>
        <a:graphic>
          <a:graphicData uri="http://schemas.openxmlformats.org/drawingml/2006/table">
            <a:tbl>
              <a:tblPr firstRow="1" bandRow="1">
                <a:tableStyleId>{5940675A-B579-460E-94D1-54222C63F5DA}</a:tableStyleId>
              </a:tblPr>
              <a:tblGrid>
                <a:gridCol w="2032353">
                  <a:extLst>
                    <a:ext uri="{9D8B030D-6E8A-4147-A177-3AD203B41FA5}">
                      <a16:colId xmlns:a16="http://schemas.microsoft.com/office/drawing/2014/main" val="20000"/>
                    </a:ext>
                  </a:extLst>
                </a:gridCol>
                <a:gridCol w="2032353">
                  <a:extLst>
                    <a:ext uri="{9D8B030D-6E8A-4147-A177-3AD203B41FA5}">
                      <a16:colId xmlns:a16="http://schemas.microsoft.com/office/drawing/2014/main" val="20001"/>
                    </a:ext>
                  </a:extLst>
                </a:gridCol>
                <a:gridCol w="2032353">
                  <a:extLst>
                    <a:ext uri="{9D8B030D-6E8A-4147-A177-3AD203B41FA5}">
                      <a16:colId xmlns:a16="http://schemas.microsoft.com/office/drawing/2014/main" val="20002"/>
                    </a:ext>
                  </a:extLst>
                </a:gridCol>
              </a:tblGrid>
              <a:tr h="741680">
                <a:tc>
                  <a:txBody>
                    <a:bodyPr/>
                    <a:lstStyle/>
                    <a:p>
                      <a:r>
                        <a:rPr lang="zh-CN" altLang="en-US" sz="1600" b="1" dirty="0">
                          <a:latin typeface="华文中宋" panose="02010600040101010101" pitchFamily="2" charset="-122"/>
                          <a:ea typeface="华文中宋" panose="02010600040101010101" pitchFamily="2" charset="-122"/>
                        </a:rPr>
                        <a:t>进程管理</a:t>
                      </a:r>
                      <a:endParaRPr lang="en-US" altLang="zh-CN" sz="1600" b="1"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寄存器</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程序计数器</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程序状态字</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堆栈指针</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优先级</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调度参数</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进程</a:t>
                      </a:r>
                      <a:r>
                        <a:rPr lang="en-US" altLang="zh-CN" dirty="0">
                          <a:latin typeface="华文中宋" panose="02010600040101010101" pitchFamily="2" charset="-122"/>
                          <a:ea typeface="华文中宋" panose="02010600040101010101" pitchFamily="2" charset="-122"/>
                        </a:rPr>
                        <a:t>ID</a:t>
                      </a:r>
                    </a:p>
                    <a:p>
                      <a:r>
                        <a:rPr lang="zh-CN" altLang="en-US" dirty="0">
                          <a:latin typeface="华文中宋" panose="02010600040101010101" pitchFamily="2" charset="-122"/>
                          <a:ea typeface="华文中宋" panose="02010600040101010101" pitchFamily="2" charset="-122"/>
                        </a:rPr>
                        <a:t>父进程</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进程组</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信号</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进程开始时间</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使用的</a:t>
                      </a:r>
                      <a:r>
                        <a:rPr lang="en-US" altLang="zh-CN" dirty="0">
                          <a:latin typeface="华文中宋" panose="02010600040101010101" pitchFamily="2" charset="-122"/>
                          <a:ea typeface="华文中宋" panose="02010600040101010101" pitchFamily="2" charset="-122"/>
                        </a:rPr>
                        <a:t>CPU</a:t>
                      </a:r>
                      <a:r>
                        <a:rPr lang="zh-CN" altLang="en-US" dirty="0">
                          <a:latin typeface="华文中宋" panose="02010600040101010101" pitchFamily="2" charset="-122"/>
                          <a:ea typeface="华文中宋" panose="02010600040101010101" pitchFamily="2" charset="-122"/>
                        </a:rPr>
                        <a:t>时间</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子进程的</a:t>
                      </a:r>
                      <a:r>
                        <a:rPr lang="en-US" altLang="zh-CN" dirty="0">
                          <a:latin typeface="华文中宋" panose="02010600040101010101" pitchFamily="2" charset="-122"/>
                          <a:ea typeface="华文中宋" panose="02010600040101010101" pitchFamily="2" charset="-122"/>
                        </a:rPr>
                        <a:t>CPU</a:t>
                      </a:r>
                      <a:r>
                        <a:rPr lang="zh-CN" altLang="en-US" dirty="0">
                          <a:latin typeface="华文中宋" panose="02010600040101010101" pitchFamily="2" charset="-122"/>
                          <a:ea typeface="华文中宋" panose="02010600040101010101" pitchFamily="2" charset="-122"/>
                        </a:rPr>
                        <a:t>时间</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下次报警时间</a:t>
                      </a:r>
                    </a:p>
                  </a:txBody>
                  <a:tcPr/>
                </a:tc>
                <a:tc>
                  <a:txBody>
                    <a:bodyPr/>
                    <a:lstStyle/>
                    <a:p>
                      <a:r>
                        <a:rPr lang="zh-CN" altLang="en-US" sz="1600" b="1" dirty="0">
                          <a:latin typeface="华文中宋" panose="02010600040101010101" pitchFamily="2" charset="-122"/>
                          <a:ea typeface="华文中宋" panose="02010600040101010101" pitchFamily="2" charset="-122"/>
                        </a:rPr>
                        <a:t>储存管理</a:t>
                      </a:r>
                      <a:endParaRPr lang="en-US" altLang="zh-CN" sz="1600" b="1"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正文段指针</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数据段指针</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堆栈段指针</a:t>
                      </a:r>
                    </a:p>
                  </a:txBody>
                  <a:tcPr/>
                </a:tc>
                <a:tc>
                  <a:txBody>
                    <a:bodyPr/>
                    <a:lstStyle/>
                    <a:p>
                      <a:r>
                        <a:rPr lang="zh-CN" altLang="en-US" sz="1600" b="1" dirty="0">
                          <a:latin typeface="华文中宋" panose="02010600040101010101" pitchFamily="2" charset="-122"/>
                          <a:ea typeface="华文中宋" panose="02010600040101010101" pitchFamily="2" charset="-122"/>
                        </a:rPr>
                        <a:t>文件管理</a:t>
                      </a:r>
                      <a:endParaRPr lang="en-US" altLang="zh-CN" sz="1600" b="1"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根目录</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工作目录</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文件描述符</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用户</a:t>
                      </a:r>
                      <a:r>
                        <a:rPr lang="en-US" altLang="zh-CN" dirty="0">
                          <a:latin typeface="华文中宋" panose="02010600040101010101" pitchFamily="2" charset="-122"/>
                          <a:ea typeface="华文中宋" panose="02010600040101010101" pitchFamily="2" charset="-122"/>
                        </a:rPr>
                        <a:t>ID</a:t>
                      </a:r>
                    </a:p>
                    <a:p>
                      <a:r>
                        <a:rPr lang="zh-CN" altLang="en-US" dirty="0">
                          <a:latin typeface="华文中宋" panose="02010600040101010101" pitchFamily="2" charset="-122"/>
                          <a:ea typeface="华文中宋" panose="02010600040101010101" pitchFamily="2" charset="-122"/>
                        </a:rPr>
                        <a:t>组</a:t>
                      </a:r>
                      <a:r>
                        <a:rPr lang="en-US" altLang="zh-CN" dirty="0">
                          <a:latin typeface="华文中宋" panose="02010600040101010101" pitchFamily="2" charset="-122"/>
                          <a:ea typeface="华文中宋" panose="02010600040101010101" pitchFamily="2" charset="-122"/>
                        </a:rPr>
                        <a:t>ID</a:t>
                      </a:r>
                      <a:endParaRPr lang="zh-CN" altLang="en-US" dirty="0">
                        <a:latin typeface="华文中宋" panose="02010600040101010101" pitchFamily="2" charset="-122"/>
                        <a:ea typeface="华文中宋" panose="02010600040101010101" pitchFamily="2" charset="-122"/>
                      </a:endParaRPr>
                    </a:p>
                  </a:txBody>
                  <a:tcPr/>
                </a:tc>
                <a:extLst>
                  <a:ext uri="{0D108BD9-81ED-4DB2-BD59-A6C34878D82A}">
                    <a16:rowId xmlns:a16="http://schemas.microsoft.com/office/drawing/2014/main" val="10000"/>
                  </a:ext>
                </a:extLst>
              </a:tr>
            </a:tbl>
          </a:graphicData>
        </a:graphic>
      </p:graphicFrame>
      <p:sp>
        <p:nvSpPr>
          <p:cNvPr id="5" name="文本框 4"/>
          <p:cNvSpPr txBox="1"/>
          <p:nvPr/>
        </p:nvSpPr>
        <p:spPr>
          <a:xfrm>
            <a:off x="3137345" y="6126480"/>
            <a:ext cx="2518638" cy="307777"/>
          </a:xfrm>
          <a:prstGeom prst="rect">
            <a:avLst/>
          </a:prstGeom>
          <a:noFill/>
        </p:spPr>
        <p:txBody>
          <a:bodyPr wrap="none" rtlCol="0">
            <a:spAutoFit/>
          </a:bodyPr>
          <a:lstStyle/>
          <a:p>
            <a:r>
              <a:rPr lang="zh-CN" altLang="en-US" sz="1400" dirty="0">
                <a:latin typeface="华文中宋" panose="02010600040101010101" pitchFamily="2" charset="-122"/>
                <a:ea typeface="华文中宋" panose="02010600040101010101" pitchFamily="2" charset="-122"/>
              </a:rPr>
              <a:t>典型的进程控制块的一些字段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1CC45E18-200D-4CC6-A5CB-F4CEE951EEFC}" type="slidenum">
              <a:rPr lang="zh-CN" altLang="en-US" sz="1400">
                <a:solidFill>
                  <a:prstClr val="black"/>
                </a:solidFill>
              </a:rPr>
              <a:t>39</a:t>
            </a:fld>
            <a:endParaRPr lang="en-US" altLang="zh-CN" sz="1400">
              <a:solidFill>
                <a:prstClr val="black"/>
              </a:solidFill>
            </a:endParaRPr>
          </a:p>
        </p:txBody>
      </p:sp>
      <p:sp>
        <p:nvSpPr>
          <p:cNvPr id="10243" name="Rectangle 2"/>
          <p:cNvSpPr>
            <a:spLocks noGrp="1" noChangeArrowheads="1"/>
          </p:cNvSpPr>
          <p:nvPr>
            <p:ph type="title"/>
          </p:nvPr>
        </p:nvSpPr>
        <p:spPr>
          <a:xfrm>
            <a:off x="794" y="0"/>
            <a:ext cx="9144000" cy="1143000"/>
          </a:xfrm>
        </p:spPr>
        <p:txBody>
          <a:bodyPr>
            <a:normAutofit/>
          </a:bodyPr>
          <a:lstStyle/>
          <a:p>
            <a:pPr algn="ctr" eaLnBrk="1" hangingPunct="1"/>
            <a:r>
              <a:rPr lang="zh-CN" altLang="en-US" sz="3800" b="1" dirty="0">
                <a:latin typeface="华文中宋" panose="02010600040101010101" pitchFamily="2" charset="-122"/>
              </a:rPr>
              <a:t>有关进程管理的系统调用</a:t>
            </a:r>
          </a:p>
        </p:txBody>
      </p:sp>
      <p:graphicFrame>
        <p:nvGraphicFramePr>
          <p:cNvPr id="2" name="表格 1"/>
          <p:cNvGraphicFramePr>
            <a:graphicFrameLocks noGrp="1"/>
          </p:cNvGraphicFramePr>
          <p:nvPr/>
        </p:nvGraphicFramePr>
        <p:xfrm>
          <a:off x="1778947" y="1143000"/>
          <a:ext cx="5587694" cy="4680000"/>
        </p:xfrm>
        <a:graphic>
          <a:graphicData uri="http://schemas.openxmlformats.org/drawingml/2006/table">
            <a:tbl>
              <a:tblPr firstRow="1" bandRow="1">
                <a:tableStyleId>{5940675A-B579-460E-94D1-54222C63F5DA}</a:tableStyleId>
              </a:tblPr>
              <a:tblGrid>
                <a:gridCol w="2657444">
                  <a:extLst>
                    <a:ext uri="{9D8B030D-6E8A-4147-A177-3AD203B41FA5}">
                      <a16:colId xmlns:a16="http://schemas.microsoft.com/office/drawing/2014/main" val="20000"/>
                    </a:ext>
                  </a:extLst>
                </a:gridCol>
                <a:gridCol w="2930250">
                  <a:extLst>
                    <a:ext uri="{9D8B030D-6E8A-4147-A177-3AD203B41FA5}">
                      <a16:colId xmlns:a16="http://schemas.microsoft.com/office/drawing/2014/main" val="20001"/>
                    </a:ext>
                  </a:extLst>
                </a:gridCol>
              </a:tblGrid>
              <a:tr h="360000">
                <a:tc>
                  <a:txBody>
                    <a:bodyPr/>
                    <a:lstStyle/>
                    <a:p>
                      <a:r>
                        <a:rPr lang="zh-CN" altLang="en-US" sz="1400" dirty="0">
                          <a:latin typeface="华文中宋" panose="02010600040101010101" pitchFamily="2" charset="-122"/>
                          <a:ea typeface="华文中宋" panose="02010600040101010101" pitchFamily="2" charset="-122"/>
                        </a:rPr>
                        <a:t>系统调用</a:t>
                      </a:r>
                    </a:p>
                  </a:txBody>
                  <a:tcPr/>
                </a:tc>
                <a:tc>
                  <a:txBody>
                    <a:bodyPr/>
                    <a:lstStyle/>
                    <a:p>
                      <a:r>
                        <a:rPr lang="zh-CN" altLang="en-US" sz="1400" dirty="0">
                          <a:latin typeface="华文中宋" panose="02010600040101010101" pitchFamily="2" charset="-122"/>
                          <a:ea typeface="华文中宋" panose="02010600040101010101" pitchFamily="2" charset="-122"/>
                        </a:rPr>
                        <a:t>描述</a:t>
                      </a:r>
                    </a:p>
                  </a:txBody>
                  <a:tcPr/>
                </a:tc>
                <a:extLst>
                  <a:ext uri="{0D108BD9-81ED-4DB2-BD59-A6C34878D82A}">
                    <a16:rowId xmlns:a16="http://schemas.microsoft.com/office/drawing/2014/main" val="10000"/>
                  </a:ext>
                </a:extLst>
              </a:tr>
              <a:tr h="360000">
                <a:tc>
                  <a:txBody>
                    <a:bodyPr/>
                    <a:lstStyle/>
                    <a:p>
                      <a:r>
                        <a:rPr lang="en-US" sz="14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pid</a:t>
                      </a:r>
                      <a:r>
                        <a:rPr lang="en-US" sz="14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 = fork( )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22222"/>
                          </a:solidFill>
                          <a:effectLst/>
                          <a:latin typeface="华文中宋" panose="02010600040101010101" pitchFamily="2" charset="-122"/>
                          <a:ea typeface="华文中宋" panose="02010600040101010101" pitchFamily="2" charset="-122"/>
                        </a:rPr>
                        <a:t>创建一个与父进程一样的子进程</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1"/>
                  </a:ext>
                </a:extLst>
              </a:tr>
              <a:tr h="360000">
                <a:tc>
                  <a:txBody>
                    <a:bodyPr/>
                    <a:lstStyle/>
                    <a:p>
                      <a:r>
                        <a:rPr lang="en-US" sz="14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pid</a:t>
                      </a:r>
                      <a:r>
                        <a:rPr lang="en-US" sz="14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 = </a:t>
                      </a:r>
                      <a:r>
                        <a:rPr lang="en-US" sz="14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waitpid</a:t>
                      </a:r>
                      <a:r>
                        <a:rPr lang="en-US" sz="14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14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pid</a:t>
                      </a:r>
                      <a:r>
                        <a:rPr lang="en-US" sz="14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 &amp;</a:t>
                      </a:r>
                      <a:r>
                        <a:rPr lang="en-US" sz="14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statloc</a:t>
                      </a:r>
                      <a:r>
                        <a:rPr lang="en-US" sz="14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 opts)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dirty="0">
                          <a:effectLst/>
                          <a:latin typeface="华文中宋" panose="02010600040101010101" pitchFamily="2" charset="-122"/>
                          <a:ea typeface="华文中宋" panose="02010600040101010101" pitchFamily="2" charset="-122"/>
                        </a:rPr>
                        <a:t>等待子进程终止</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2"/>
                  </a:ext>
                </a:extLst>
              </a:tr>
              <a:tr h="360000">
                <a:tc>
                  <a:txBody>
                    <a:bodyPr/>
                    <a:lstStyle/>
                    <a:p>
                      <a:r>
                        <a:rPr lang="en-US" altLang="zh-CN" sz="14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altLang="zh-CN" sz="1400" b="0" i="0" dirty="0" err="1">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execve</a:t>
                      </a:r>
                      <a:r>
                        <a:rPr lang="en-US" altLang="zh-CN" sz="14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(name, </a:t>
                      </a:r>
                      <a:r>
                        <a:rPr lang="en-US" altLang="zh-CN" sz="1400" b="0" i="0" dirty="0" err="1">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argv</a:t>
                      </a:r>
                      <a:r>
                        <a:rPr lang="en-US" altLang="zh-CN" sz="14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 </a:t>
                      </a:r>
                      <a:r>
                        <a:rPr lang="en-US" altLang="zh-CN" sz="1400" b="0" i="0" dirty="0" err="1">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envp</a:t>
                      </a:r>
                      <a:r>
                        <a:rPr lang="en-US" altLang="zh-CN" sz="14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dirty="0">
                          <a:effectLst/>
                          <a:latin typeface="华文中宋" panose="02010600040101010101" pitchFamily="2" charset="-122"/>
                          <a:ea typeface="华文中宋" panose="02010600040101010101" pitchFamily="2" charset="-122"/>
                        </a:rPr>
                        <a:t>替换进程的核心映像</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3"/>
                  </a:ext>
                </a:extLst>
              </a:tr>
              <a:tr h="360000">
                <a:tc>
                  <a:txBody>
                    <a:bodyPr/>
                    <a:lstStyle/>
                    <a:p>
                      <a:r>
                        <a:rPr lang="en-US" sz="14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exit(status)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dirty="0">
                          <a:effectLst/>
                          <a:latin typeface="华文中宋" panose="02010600040101010101" pitchFamily="2" charset="-122"/>
                          <a:ea typeface="华文中宋" panose="02010600040101010101" pitchFamily="2" charset="-122"/>
                        </a:rPr>
                        <a:t>终止进程运行并返回状态值</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4"/>
                  </a:ext>
                </a:extLst>
              </a:tr>
              <a:tr h="360000">
                <a:tc>
                  <a:txBody>
                    <a:bodyPr/>
                    <a:lstStyle/>
                    <a:p>
                      <a:r>
                        <a:rPr lang="en-US" sz="1400" b="0" i="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 = sigaction(sig, &amp;act, &amp;oldact) </a:t>
                      </a:r>
                      <a:endParaRPr lang="en-US" sz="140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12121"/>
                          </a:solidFill>
                          <a:effectLst/>
                          <a:latin typeface="华文中宋" panose="02010600040101010101" pitchFamily="2" charset="-122"/>
                          <a:ea typeface="华文中宋" panose="02010600040101010101" pitchFamily="2" charset="-122"/>
                        </a:rPr>
                        <a:t>定义信号处理的动作</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5"/>
                  </a:ext>
                </a:extLst>
              </a:tr>
              <a:tr h="360000">
                <a:tc>
                  <a:txBody>
                    <a:bodyPr/>
                    <a:lstStyle/>
                    <a:p>
                      <a:r>
                        <a:rPr lang="en-US" sz="14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1400" b="0" i="0" dirty="0" err="1">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sigreturn</a:t>
                      </a:r>
                      <a:r>
                        <a:rPr lang="en-US" sz="14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(&amp;context)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1F1F1F"/>
                          </a:solidFill>
                          <a:effectLst/>
                          <a:latin typeface="华文中宋" panose="02010600040101010101" pitchFamily="2" charset="-122"/>
                          <a:ea typeface="华文中宋" panose="02010600040101010101" pitchFamily="2" charset="-122"/>
                        </a:rPr>
                        <a:t>从信号返回</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6"/>
                  </a:ext>
                </a:extLst>
              </a:tr>
              <a:tr h="360000">
                <a:tc>
                  <a:txBody>
                    <a:bodyPr/>
                    <a:lstStyle/>
                    <a:p>
                      <a:r>
                        <a:rPr lang="en-US" sz="1400" b="0" i="0" dirty="0">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1400" b="0" i="0" dirty="0" err="1">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sigprocmask</a:t>
                      </a:r>
                      <a:r>
                        <a:rPr lang="en-US" sz="1400" b="0" i="0" dirty="0">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(how, &amp;set, &amp;old)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02020"/>
                          </a:solidFill>
                          <a:effectLst/>
                          <a:latin typeface="华文中宋" panose="02010600040101010101" pitchFamily="2" charset="-122"/>
                          <a:ea typeface="华文中宋" panose="02010600040101010101" pitchFamily="2" charset="-122"/>
                        </a:rPr>
                        <a:t>检查或更换信号掩码</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7"/>
                  </a:ext>
                </a:extLst>
              </a:tr>
              <a:tr h="360000">
                <a:tc>
                  <a:txBody>
                    <a:bodyPr/>
                    <a:lstStyle/>
                    <a:p>
                      <a:r>
                        <a:rPr lang="en-US" sz="14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14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sigpending</a:t>
                      </a:r>
                      <a:r>
                        <a:rPr lang="en-US" sz="14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(set)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12121"/>
                          </a:solidFill>
                          <a:effectLst/>
                          <a:latin typeface="华文中宋" panose="02010600040101010101" pitchFamily="2" charset="-122"/>
                          <a:ea typeface="华文中宋" panose="02010600040101010101" pitchFamily="2" charset="-122"/>
                        </a:rPr>
                        <a:t>获得阻塞信号集合</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8"/>
                  </a:ext>
                </a:extLst>
              </a:tr>
              <a:tr h="360000">
                <a:tc>
                  <a:txBody>
                    <a:bodyPr/>
                    <a:lstStyle/>
                    <a:p>
                      <a:r>
                        <a:rPr lang="en-US" sz="14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14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sigsuspend</a:t>
                      </a:r>
                      <a:r>
                        <a:rPr lang="en-US" sz="14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14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sigmask</a:t>
                      </a:r>
                      <a:r>
                        <a:rPr lang="en-US" sz="14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32323"/>
                          </a:solidFill>
                          <a:effectLst/>
                          <a:latin typeface="华文中宋" panose="02010600040101010101" pitchFamily="2" charset="-122"/>
                          <a:ea typeface="华文中宋" panose="02010600040101010101" pitchFamily="2" charset="-122"/>
                        </a:rPr>
                        <a:t>替换信号掩码或挂起进程</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09"/>
                  </a:ext>
                </a:extLst>
              </a:tr>
              <a:tr h="360000">
                <a:tc>
                  <a:txBody>
                    <a:bodyPr/>
                    <a:lstStyle/>
                    <a:p>
                      <a:r>
                        <a:rPr lang="en-US" sz="14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s = kill(</a:t>
                      </a:r>
                      <a:r>
                        <a:rPr lang="en-US" sz="14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pid</a:t>
                      </a:r>
                      <a:r>
                        <a:rPr lang="en-US" sz="14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 sig)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32323"/>
                          </a:solidFill>
                          <a:effectLst/>
                          <a:latin typeface="华文中宋" panose="02010600040101010101" pitchFamily="2" charset="-122"/>
                          <a:ea typeface="华文中宋" panose="02010600040101010101" pitchFamily="2" charset="-122"/>
                        </a:rPr>
                        <a:t>发送信号到进程</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10"/>
                  </a:ext>
                </a:extLst>
              </a:tr>
              <a:tr h="360000">
                <a:tc>
                  <a:txBody>
                    <a:bodyPr/>
                    <a:lstStyle/>
                    <a:p>
                      <a:r>
                        <a:rPr lang="en-US" sz="14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residual = alarm(seconds)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212121"/>
                          </a:solidFill>
                          <a:effectLst/>
                          <a:latin typeface="华文中宋" panose="02010600040101010101" pitchFamily="2" charset="-122"/>
                          <a:ea typeface="华文中宋" panose="02010600040101010101" pitchFamily="2" charset="-122"/>
                        </a:rPr>
                        <a:t>设置报警时钟</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11"/>
                  </a:ext>
                </a:extLst>
              </a:tr>
              <a:tr h="360000">
                <a:tc>
                  <a:txBody>
                    <a:bodyPr/>
                    <a:lstStyle/>
                    <a:p>
                      <a:r>
                        <a:rPr lang="en-US" sz="1400" b="0" i="0" dirty="0">
                          <a:solidFill>
                            <a:srgbClr val="272727"/>
                          </a:solidFill>
                          <a:effectLst/>
                          <a:latin typeface="Times New Roman" panose="02020703060505090304" pitchFamily="18" charset="0"/>
                          <a:ea typeface="华文中宋" panose="02010600040101010101" pitchFamily="2" charset="-122"/>
                          <a:cs typeface="Times New Roman" panose="02020703060505090304" pitchFamily="18" charset="0"/>
                        </a:rPr>
                        <a:t>s = pause( )</a:t>
                      </a:r>
                      <a:endParaRPr lang="en-US" sz="14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anchor="ctr"/>
                </a:tc>
                <a:tc>
                  <a:txBody>
                    <a:bodyPr/>
                    <a:lstStyle/>
                    <a:p>
                      <a:r>
                        <a:rPr lang="zh-CN" altLang="en-US" sz="1400" b="0" i="0" dirty="0">
                          <a:solidFill>
                            <a:srgbClr val="1F1F1F"/>
                          </a:solidFill>
                          <a:effectLst/>
                          <a:latin typeface="华文中宋" panose="02010600040101010101" pitchFamily="2" charset="-122"/>
                          <a:ea typeface="华文中宋" panose="02010600040101010101" pitchFamily="2" charset="-122"/>
                        </a:rPr>
                        <a:t>挂起调用程序直到下一个信号出现</a:t>
                      </a:r>
                      <a:endParaRPr lang="en-US" sz="1400" dirty="0">
                        <a:effectLst/>
                        <a:latin typeface="华文中宋" panose="02010600040101010101" pitchFamily="2" charset="-122"/>
                        <a:ea typeface="华文中宋" panose="02010600040101010101" pitchFamily="2" charset="-122"/>
                      </a:endParaRPr>
                    </a:p>
                  </a:txBody>
                  <a:tcPr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56ED2B9E-3545-46CF-B9D1-60F26DA9EF54}" type="slidenum">
              <a:rPr lang="zh-CN" altLang="en-US" sz="1400">
                <a:solidFill>
                  <a:prstClr val="black"/>
                </a:solidFill>
              </a:rPr>
              <a:t>40</a:t>
            </a:fld>
            <a:endParaRPr lang="en-US" altLang="zh-CN" sz="1400">
              <a:solidFill>
                <a:prstClr val="black"/>
              </a:solidFill>
            </a:endParaRPr>
          </a:p>
        </p:txBody>
      </p:sp>
      <p:sp>
        <p:nvSpPr>
          <p:cNvPr id="7172" name="Rectangle 3"/>
          <p:cNvSpPr>
            <a:spLocks noGrp="1" noChangeArrowheads="1"/>
          </p:cNvSpPr>
          <p:nvPr>
            <p:ph type="body" idx="1"/>
          </p:nvPr>
        </p:nvSpPr>
        <p:spPr>
          <a:xfrm>
            <a:off x="499269" y="5468620"/>
            <a:ext cx="7772400" cy="990600"/>
          </a:xfrm>
        </p:spPr>
        <p:txBody>
          <a:bodyPr/>
          <a:lstStyle/>
          <a:p>
            <a:pPr algn="ctr" eaLnBrk="1" hangingPunct="1">
              <a:buFontTx/>
              <a:buNone/>
            </a:pPr>
            <a:r>
              <a:rPr lang="en-US" altLang="zh-CN" dirty="0">
                <a:latin typeface="华文中宋" panose="02010600040101010101" pitchFamily="2" charset="-122"/>
              </a:rPr>
              <a:t>Linux </a:t>
            </a:r>
            <a:r>
              <a:rPr lang="zh-CN" altLang="en-US" dirty="0">
                <a:latin typeface="华文中宋" panose="02010600040101010101" pitchFamily="2" charset="-122"/>
              </a:rPr>
              <a:t>中进程的创建</a:t>
            </a:r>
            <a:endParaRPr lang="en-US" altLang="zh-CN" dirty="0">
              <a:latin typeface="华文中宋" panose="02010600040101010101" pitchFamily="2" charset="-122"/>
            </a:endParaRPr>
          </a:p>
        </p:txBody>
      </p:sp>
      <p:pic>
        <p:nvPicPr>
          <p:cNvPr id="71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078" y="2414905"/>
            <a:ext cx="7280737" cy="230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99269" y="1282700"/>
            <a:ext cx="8450263" cy="707886"/>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dirty="0">
                <a:solidFill>
                  <a:prstClr val="black"/>
                </a:solidFill>
                <a:latin typeface="华文中宋" panose="02010600040101010101" pitchFamily="2" charset="-122"/>
                <a:ea typeface="华文中宋" panose="02010600040101010101" pitchFamily="2" charset="-122"/>
              </a:rPr>
              <a:t>系统调用</a:t>
            </a:r>
            <a:r>
              <a:rPr lang="en-US" altLang="zh-CN" sz="2000" dirty="0">
                <a:solidFill>
                  <a:prstClr val="black"/>
                </a:solidFill>
                <a:latin typeface="华文中宋" panose="02010600040101010101" pitchFamily="2" charset="-122"/>
                <a:ea typeface="华文中宋" panose="02010600040101010101" pitchFamily="2" charset="-122"/>
              </a:rPr>
              <a:t>fork</a:t>
            </a:r>
            <a:r>
              <a:rPr lang="zh-CN" altLang="en-US" sz="2000" dirty="0">
                <a:solidFill>
                  <a:prstClr val="black"/>
                </a:solidFill>
                <a:latin typeface="华文中宋" panose="02010600040101010101" pitchFamily="2" charset="-122"/>
                <a:ea typeface="华文中宋" panose="02010600040101010101" pitchFamily="2" charset="-122"/>
              </a:rPr>
              <a:t>创建一个与原始进程（父进程）完全相同的副本（子进程）；进程以其</a:t>
            </a:r>
            <a:r>
              <a:rPr lang="en-US" altLang="zh-CN" sz="2000" dirty="0">
                <a:solidFill>
                  <a:prstClr val="black"/>
                </a:solidFill>
                <a:latin typeface="华文中宋" panose="02010600040101010101" pitchFamily="2" charset="-122"/>
                <a:ea typeface="华文中宋" panose="02010600040101010101" pitchFamily="2" charset="-122"/>
              </a:rPr>
              <a:t>PID</a:t>
            </a:r>
            <a:r>
              <a:rPr lang="zh-CN" altLang="en-US" sz="2000" dirty="0">
                <a:solidFill>
                  <a:prstClr val="black"/>
                </a:solidFill>
                <a:latin typeface="华文中宋" panose="02010600040101010101" pitchFamily="2" charset="-122"/>
                <a:ea typeface="华文中宋" panose="02010600040101010101" pitchFamily="2" charset="-122"/>
              </a:rPr>
              <a:t>来命名与区分。</a:t>
            </a:r>
          </a:p>
        </p:txBody>
      </p:sp>
      <p:sp>
        <p:nvSpPr>
          <p:cNvPr id="9" name="标题 1"/>
          <p:cNvSpPr>
            <a:spLocks noGrp="1"/>
          </p:cNvSpPr>
          <p:nvPr>
            <p:ph type="title"/>
          </p:nvPr>
        </p:nvSpPr>
        <p:spPr>
          <a:xfrm>
            <a:off x="518160" y="116841"/>
            <a:ext cx="8158480" cy="1082039"/>
          </a:xfrm>
        </p:spPr>
        <p:txBody>
          <a:bodyPr/>
          <a:lstStyle/>
          <a:p>
            <a:pPr algn="ctr"/>
            <a:r>
              <a:rPr lang="en-US" altLang="zh-CN" sz="3800" b="1" dirty="0">
                <a:solidFill>
                  <a:prstClr val="black"/>
                </a:solidFill>
              </a:rPr>
              <a:t>Linux</a:t>
            </a:r>
            <a:r>
              <a:rPr lang="zh-CN" altLang="en-US" sz="3800" b="1" dirty="0">
                <a:solidFill>
                  <a:prstClr val="black"/>
                </a:solidFill>
              </a:rPr>
              <a:t>进程的创建：</a:t>
            </a:r>
            <a:r>
              <a:rPr lang="en-US" altLang="zh-CN" sz="3800" b="1" dirty="0">
                <a:solidFill>
                  <a:prstClr val="black"/>
                </a:solidFill>
              </a:rPr>
              <a:t>Fork</a:t>
            </a:r>
            <a:r>
              <a:rPr lang="zh-CN" altLang="en-US" sz="3800" b="1" dirty="0">
                <a:solidFill>
                  <a:prstClr val="black"/>
                </a:solidFill>
              </a:rPr>
              <a:t>系统调用</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8160" y="116841"/>
            <a:ext cx="8158480" cy="1082039"/>
          </a:xfrm>
        </p:spPr>
        <p:txBody>
          <a:bodyPr/>
          <a:lstStyle/>
          <a:p>
            <a:pPr algn="ctr"/>
            <a:r>
              <a:rPr lang="en-US" altLang="zh-CN" sz="3800" b="1" dirty="0">
                <a:solidFill>
                  <a:prstClr val="black"/>
                </a:solidFill>
              </a:rPr>
              <a:t>Linux</a:t>
            </a:r>
            <a:r>
              <a:rPr lang="zh-CN" altLang="en-US" sz="3800" b="1" dirty="0">
                <a:solidFill>
                  <a:prstClr val="black"/>
                </a:solidFill>
              </a:rPr>
              <a:t>进程的创建：</a:t>
            </a:r>
            <a:r>
              <a:rPr lang="en-US" altLang="zh-CN" sz="3800" b="1" dirty="0">
                <a:solidFill>
                  <a:prstClr val="black"/>
                </a:solidFill>
              </a:rPr>
              <a:t>Fork</a:t>
            </a:r>
            <a:r>
              <a:rPr lang="zh-CN" altLang="en-US" sz="3800" b="1" dirty="0">
                <a:solidFill>
                  <a:prstClr val="black"/>
                </a:solidFill>
              </a:rPr>
              <a:t>系统调用</a:t>
            </a:r>
            <a:endParaRPr lang="zh-CN" altLang="en-US" dirty="0"/>
          </a:p>
        </p:txBody>
      </p:sp>
      <p:sp>
        <p:nvSpPr>
          <p:cNvPr id="3" name="内容占位符 2"/>
          <p:cNvSpPr>
            <a:spLocks noGrp="1"/>
          </p:cNvSpPr>
          <p:nvPr>
            <p:ph idx="1"/>
          </p:nvPr>
        </p:nvSpPr>
        <p:spPr>
          <a:xfrm>
            <a:off x="653365" y="1449704"/>
            <a:ext cx="7888070" cy="4869815"/>
          </a:xfrm>
        </p:spPr>
        <p:txBody>
          <a:bodyPr>
            <a:normAutofit/>
          </a:bodyPr>
          <a:lstStyle/>
          <a:p>
            <a:pPr>
              <a:lnSpc>
                <a:spcPct val="110000"/>
              </a:lnSpc>
              <a:buFont typeface="Wingdings" panose="05000000000000000000" pitchFamily="2" charset="2"/>
              <a:buChar char="l"/>
            </a:pPr>
            <a:r>
              <a:rPr lang="zh-CN" altLang="en-US" dirty="0"/>
              <a:t>调用</a:t>
            </a:r>
            <a:r>
              <a:rPr lang="en-US" altLang="zh-CN" dirty="0"/>
              <a:t>fork</a:t>
            </a:r>
            <a:r>
              <a:rPr lang="zh-CN" altLang="en-US" dirty="0"/>
              <a:t>函数的进程陷入内核并创建一个任务数据结构和其它相关的数据结构</a:t>
            </a:r>
            <a:endParaRPr lang="en-US" altLang="zh-CN" dirty="0"/>
          </a:p>
          <a:p>
            <a:pPr>
              <a:lnSpc>
                <a:spcPct val="110000"/>
              </a:lnSpc>
              <a:buFont typeface="Wingdings" panose="05000000000000000000" pitchFamily="2" charset="2"/>
              <a:buChar char="l"/>
            </a:pPr>
            <a:endParaRPr lang="en-US" altLang="zh-CN" dirty="0"/>
          </a:p>
          <a:p>
            <a:pPr>
              <a:lnSpc>
                <a:spcPct val="110000"/>
              </a:lnSpc>
              <a:buFont typeface="Wingdings" panose="05000000000000000000" pitchFamily="2" charset="2"/>
              <a:buChar char="l"/>
            </a:pPr>
            <a:r>
              <a:rPr lang="zh-CN" altLang="en-US" dirty="0"/>
              <a:t>寻找一个可用的</a:t>
            </a:r>
            <a:r>
              <a:rPr lang="en-US" altLang="zh-CN" dirty="0"/>
              <a:t>PID</a:t>
            </a:r>
            <a:r>
              <a:rPr lang="zh-CN" altLang="en-US" dirty="0"/>
              <a:t>，更新进程描述标识符散列表的表项使之指向新的任务数据结构</a:t>
            </a:r>
            <a:endParaRPr lang="en-US" altLang="zh-CN" dirty="0"/>
          </a:p>
          <a:p>
            <a:pPr>
              <a:lnSpc>
                <a:spcPct val="110000"/>
              </a:lnSpc>
              <a:buFont typeface="Wingdings" panose="05000000000000000000" pitchFamily="2" charset="2"/>
              <a:buChar char="l"/>
            </a:pPr>
            <a:endParaRPr lang="en-US" altLang="zh-CN" dirty="0"/>
          </a:p>
          <a:p>
            <a:pPr>
              <a:lnSpc>
                <a:spcPct val="110000"/>
              </a:lnSpc>
              <a:buFont typeface="Wingdings" panose="05000000000000000000" pitchFamily="2" charset="2"/>
              <a:buChar char="l"/>
            </a:pPr>
            <a:r>
              <a:rPr lang="zh-CN" altLang="en-US" dirty="0"/>
              <a:t>为子进程分配数据段、堆栈段，复制父进程的段</a:t>
            </a:r>
            <a:endParaRPr lang="en-US" altLang="zh-CN" dirty="0"/>
          </a:p>
          <a:p>
            <a:pPr>
              <a:lnSpc>
                <a:spcPct val="110000"/>
              </a:lnSpc>
              <a:buFont typeface="Wingdings" panose="05000000000000000000" pitchFamily="2" charset="2"/>
              <a:buChar char="l"/>
            </a:pPr>
            <a:endParaRPr lang="en-US" altLang="zh-CN" dirty="0"/>
          </a:p>
          <a:p>
            <a:pPr>
              <a:lnSpc>
                <a:spcPct val="110000"/>
              </a:lnSpc>
              <a:buFont typeface="Wingdings" panose="05000000000000000000" pitchFamily="2" charset="2"/>
              <a:buChar char="l"/>
            </a:pPr>
            <a:r>
              <a:rPr lang="zh-CN" altLang="en-US" dirty="0"/>
              <a:t>子进程开始运行。</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noChangeArrowheads="1"/>
          </p:cNvSpPr>
          <p:nvPr/>
        </p:nvSpPr>
        <p:spPr bwMode="auto">
          <a:xfrm>
            <a:off x="8560594" y="6489700"/>
            <a:ext cx="495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56B53F66-81F5-4879-8A96-75CED7C98395}" type="slidenum">
              <a:rPr lang="zh-CN" altLang="en-US" sz="1400">
                <a:ea typeface="宋体" panose="02010600030101010101" pitchFamily="2" charset="-122"/>
              </a:rPr>
              <a:t>42</a:t>
            </a:fld>
            <a:endParaRPr lang="en-US" sz="1400">
              <a:ea typeface="宋体" panose="02010600030101010101" pitchFamily="2" charset="-122"/>
            </a:endParaRPr>
          </a:p>
        </p:txBody>
      </p:sp>
      <p:sp>
        <p:nvSpPr>
          <p:cNvPr id="20483" name="Rectangle 2"/>
          <p:cNvSpPr>
            <a:spLocks noGrp="1" noChangeArrowheads="1"/>
          </p:cNvSpPr>
          <p:nvPr>
            <p:ph type="title" idx="4294967295"/>
          </p:nvPr>
        </p:nvSpPr>
        <p:spPr>
          <a:xfrm>
            <a:off x="806784" y="93663"/>
            <a:ext cx="7888070" cy="1059497"/>
          </a:xfrm>
        </p:spPr>
        <p:txBody>
          <a:bodyPr>
            <a:normAutofit/>
          </a:bodyPr>
          <a:lstStyle/>
          <a:p>
            <a:pPr algn="ctr" eaLnBrk="1" hangingPunct="1"/>
            <a:r>
              <a:rPr lang="zh-CN" altLang="en-US" sz="3800" b="1" dirty="0">
                <a:latin typeface="华文中宋" panose="02010600040101010101" pitchFamily="2" charset="-122"/>
              </a:rPr>
              <a:t>线程</a:t>
            </a:r>
            <a:endParaRPr lang="en-US" altLang="zh-CN" sz="3800" b="1" dirty="0">
              <a:latin typeface="华文中宋" panose="02010600040101010101" pitchFamily="2" charset="-122"/>
            </a:endParaRPr>
          </a:p>
        </p:txBody>
      </p:sp>
      <p:sp>
        <p:nvSpPr>
          <p:cNvPr id="20484" name="Rectangle 3"/>
          <p:cNvSpPr>
            <a:spLocks noGrp="1" noChangeArrowheads="1"/>
          </p:cNvSpPr>
          <p:nvPr>
            <p:ph type="body" idx="4294967295"/>
          </p:nvPr>
        </p:nvSpPr>
        <p:spPr>
          <a:xfrm>
            <a:off x="685006" y="1291301"/>
            <a:ext cx="7775575" cy="623860"/>
          </a:xfrm>
        </p:spPr>
        <p:txBody>
          <a:bodyPr>
            <a:normAutofit fontScale="92500"/>
          </a:bodyPr>
          <a:lstStyle/>
          <a:p>
            <a:pPr marL="0" indent="0" eaLnBrk="1" hangingPunct="1">
              <a:lnSpc>
                <a:spcPct val="90000"/>
              </a:lnSpc>
              <a:buNone/>
            </a:pPr>
            <a:r>
              <a:rPr lang="zh-CN" altLang="en-US" sz="3000" b="1" dirty="0">
                <a:ea typeface="宋体" panose="02010600030101010101" pitchFamily="2" charset="-122"/>
              </a:rPr>
              <a:t>问题：什么是线程？线程与进程的区别是什么？</a:t>
            </a:r>
            <a:endParaRPr lang="en-US" altLang="zh-CN" sz="3000" b="1" dirty="0">
              <a:ea typeface="宋体" panose="02010600030101010101" pitchFamily="2" charset="-122"/>
            </a:endParaRPr>
          </a:p>
          <a:p>
            <a:pPr eaLnBrk="1" hangingPunct="1">
              <a:lnSpc>
                <a:spcPct val="90000"/>
              </a:lnSpc>
              <a:buFont typeface="Wingdings" panose="05000000000000000000" pitchFamily="2" charset="2"/>
              <a:buChar char="l"/>
            </a:pPr>
            <a:endParaRPr lang="en-US" sz="3000" b="1" dirty="0">
              <a:ea typeface="宋体" panose="02010600030101010101" pitchFamily="2" charset="-122"/>
            </a:endParaRPr>
          </a:p>
        </p:txBody>
      </p:sp>
      <p:sp>
        <p:nvSpPr>
          <p:cNvPr id="5" name="Rectangle 3"/>
          <p:cNvSpPr txBox="1">
            <a:spLocks noChangeArrowheads="1"/>
          </p:cNvSpPr>
          <p:nvPr/>
        </p:nvSpPr>
        <p:spPr>
          <a:xfrm>
            <a:off x="685006" y="2144740"/>
            <a:ext cx="7775575" cy="373789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ü"/>
            </a:pPr>
            <a:r>
              <a:rPr lang="zh-CN" altLang="en-US" sz="2600" b="1" dirty="0">
                <a:ea typeface="宋体" panose="02010600030101010101" pitchFamily="2" charset="-122"/>
              </a:rPr>
              <a:t>线程是进程的组成部分；</a:t>
            </a:r>
            <a:endParaRPr lang="en-US" altLang="zh-CN" sz="2600" b="1" dirty="0">
              <a:ea typeface="宋体" panose="02010600030101010101" pitchFamily="2" charset="-122"/>
            </a:endParaRPr>
          </a:p>
          <a:p>
            <a:pPr>
              <a:buFont typeface="Wingdings" panose="05000000000000000000" pitchFamily="2" charset="2"/>
              <a:buChar char="ü"/>
            </a:pPr>
            <a:r>
              <a:rPr lang="zh-CN" altLang="en-US" sz="2600" b="1" dirty="0">
                <a:ea typeface="宋体" panose="02010600030101010101" pitchFamily="2" charset="-122"/>
              </a:rPr>
              <a:t>线程是</a:t>
            </a:r>
            <a:r>
              <a:rPr lang="en-US" altLang="zh-CN" sz="2600" b="1" dirty="0">
                <a:ea typeface="宋体" panose="02010600030101010101" pitchFamily="2" charset="-122"/>
              </a:rPr>
              <a:t>CPU</a:t>
            </a:r>
            <a:r>
              <a:rPr lang="zh-CN" altLang="en-US" sz="2600" b="1" dirty="0">
                <a:ea typeface="宋体" panose="02010600030101010101" pitchFamily="2" charset="-122"/>
              </a:rPr>
              <a:t>能够调度的最小运行单元；</a:t>
            </a:r>
            <a:endParaRPr lang="en-US" altLang="zh-CN" sz="2600" b="1" dirty="0">
              <a:ea typeface="宋体" panose="02010600030101010101" pitchFamily="2" charset="-122"/>
            </a:endParaRPr>
          </a:p>
          <a:p>
            <a:pPr>
              <a:buFont typeface="Wingdings" panose="05000000000000000000" pitchFamily="2" charset="2"/>
              <a:buChar char="ü"/>
            </a:pPr>
            <a:r>
              <a:rPr lang="zh-CN" altLang="en-US" sz="2600" b="1" dirty="0">
                <a:ea typeface="宋体" panose="02010600030101010101" pitchFamily="2" charset="-122"/>
              </a:rPr>
              <a:t>一个进程至少有一个线程，可以有多个线程；</a:t>
            </a:r>
            <a:endParaRPr lang="en-US" altLang="zh-CN" sz="2600" b="1" dirty="0">
              <a:ea typeface="宋体" panose="02010600030101010101" pitchFamily="2" charset="-122"/>
            </a:endParaRPr>
          </a:p>
          <a:p>
            <a:pPr>
              <a:buFont typeface="Wingdings" panose="05000000000000000000" pitchFamily="2" charset="2"/>
              <a:buChar char="ü"/>
            </a:pPr>
            <a:r>
              <a:rPr lang="zh-CN" altLang="en-US" sz="2600" b="1" dirty="0">
                <a:ea typeface="宋体" panose="02010600030101010101" pitchFamily="2" charset="-122"/>
              </a:rPr>
              <a:t>同一个进程所包含的线程可以共享资源和数据；</a:t>
            </a:r>
            <a:endParaRPr lang="en-US" altLang="zh-CN" sz="2600" b="1" dirty="0">
              <a:ea typeface="宋体" panose="02010600030101010101" pitchFamily="2" charset="-122"/>
            </a:endParaRPr>
          </a:p>
          <a:p>
            <a:pPr>
              <a:buFont typeface="Wingdings" panose="05000000000000000000" pitchFamily="2" charset="2"/>
              <a:buChar char="ü"/>
            </a:pPr>
            <a:r>
              <a:rPr lang="zh-CN" altLang="en-US" sz="2600" b="1" dirty="0">
                <a:ea typeface="宋体" panose="02010600030101010101" pitchFamily="2" charset="-122"/>
              </a:rPr>
              <a:t>线程创建开销小；</a:t>
            </a:r>
            <a:endParaRPr lang="en-US" altLang="zh-CN" sz="2600" b="1" dirty="0">
              <a:ea typeface="宋体" panose="02010600030101010101" pitchFamily="2" charset="-122"/>
            </a:endParaRPr>
          </a:p>
          <a:p>
            <a:pPr>
              <a:buFont typeface="Wingdings" panose="05000000000000000000" pitchFamily="2" charset="2"/>
              <a:buChar char="ü"/>
            </a:pPr>
            <a:r>
              <a:rPr lang="zh-CN" altLang="en-US" sz="2600" b="1" dirty="0">
                <a:ea typeface="宋体" panose="02010600030101010101" pitchFamily="2" charset="-122"/>
              </a:rPr>
              <a:t>线程切换的代价小；</a:t>
            </a:r>
            <a:endParaRPr lang="en-US" altLang="zh-CN" sz="2600" b="1"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891626" y="1438115"/>
          <a:ext cx="5362335" cy="4450080"/>
        </p:xfrm>
        <a:graphic>
          <a:graphicData uri="http://schemas.openxmlformats.org/drawingml/2006/table">
            <a:tbl>
              <a:tblPr firstRow="1" bandRow="1">
                <a:tableStyleId>{5940675A-B579-460E-94D1-54222C63F5DA}</a:tableStyleId>
              </a:tblPr>
              <a:tblGrid>
                <a:gridCol w="2152410">
                  <a:extLst>
                    <a:ext uri="{9D8B030D-6E8A-4147-A177-3AD203B41FA5}">
                      <a16:colId xmlns:a16="http://schemas.microsoft.com/office/drawing/2014/main" val="20000"/>
                    </a:ext>
                  </a:extLst>
                </a:gridCol>
                <a:gridCol w="3209925">
                  <a:extLst>
                    <a:ext uri="{9D8B030D-6E8A-4147-A177-3AD203B41FA5}">
                      <a16:colId xmlns:a16="http://schemas.microsoft.com/office/drawing/2014/main" val="20001"/>
                    </a:ext>
                  </a:extLst>
                </a:gridCol>
              </a:tblGrid>
              <a:tr h="370840">
                <a:tc>
                  <a:txBody>
                    <a:bodyPr/>
                    <a:lstStyle/>
                    <a:p>
                      <a:r>
                        <a:rPr lang="zh-CN" altLang="en-US" dirty="0">
                          <a:latin typeface="华文中宋" panose="02010600040101010101" pitchFamily="2" charset="-122"/>
                          <a:ea typeface="华文中宋" panose="02010600040101010101" pitchFamily="2" charset="-122"/>
                        </a:rPr>
                        <a:t>线程调用</a:t>
                      </a:r>
                    </a:p>
                  </a:txBody>
                  <a:tcPr/>
                </a:tc>
                <a:tc>
                  <a:txBody>
                    <a:bodyPr/>
                    <a:lstStyle/>
                    <a:p>
                      <a:r>
                        <a:rPr lang="zh-CN" altLang="en-US" dirty="0">
                          <a:latin typeface="华文中宋" panose="02010600040101010101" pitchFamily="2" charset="-122"/>
                          <a:ea typeface="华文中宋" panose="02010600040101010101" pitchFamily="2" charset="-122"/>
                        </a:rPr>
                        <a:t>描述</a:t>
                      </a:r>
                    </a:p>
                  </a:txBody>
                  <a:tcPr/>
                </a:tc>
                <a:extLst>
                  <a:ext uri="{0D108BD9-81ED-4DB2-BD59-A6C34878D82A}">
                    <a16:rowId xmlns:a16="http://schemas.microsoft.com/office/drawing/2014/main" val="10000"/>
                  </a:ext>
                </a:extLst>
              </a:tr>
              <a:tr h="370840">
                <a:tc>
                  <a:txBody>
                    <a:bodyPr/>
                    <a:lstStyle/>
                    <a:p>
                      <a:r>
                        <a:rPr lang="en-US" altLang="zh-CN" dirty="0" err="1">
                          <a:latin typeface="Times New Roman" panose="02020703060505090304" pitchFamily="18" charset="0"/>
                          <a:cs typeface="Times New Roman" panose="02020703060505090304" pitchFamily="18" charset="0"/>
                        </a:rPr>
                        <a:t>pthread_create</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在调用者的地址空间中创建一个新进程</a:t>
                      </a:r>
                    </a:p>
                  </a:txBody>
                  <a:tcPr/>
                </a:tc>
                <a:extLst>
                  <a:ext uri="{0D108BD9-81ED-4DB2-BD59-A6C34878D82A}">
                    <a16:rowId xmlns:a16="http://schemas.microsoft.com/office/drawing/2014/main" val="10001"/>
                  </a:ext>
                </a:extLst>
              </a:tr>
              <a:tr h="370840">
                <a:tc>
                  <a:txBody>
                    <a:bodyPr/>
                    <a:lstStyle/>
                    <a:p>
                      <a:r>
                        <a:rPr lang="en-US" altLang="zh-CN" dirty="0" err="1">
                          <a:latin typeface="Times New Roman" panose="02020703060505090304" pitchFamily="18" charset="0"/>
                          <a:cs typeface="Times New Roman" panose="02020703060505090304" pitchFamily="18" charset="0"/>
                        </a:rPr>
                        <a:t>pthread_exit</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终止被调用进程</a:t>
                      </a:r>
                    </a:p>
                  </a:txBody>
                  <a:tcPr/>
                </a:tc>
                <a:extLst>
                  <a:ext uri="{0D108BD9-81ED-4DB2-BD59-A6C34878D82A}">
                    <a16:rowId xmlns:a16="http://schemas.microsoft.com/office/drawing/2014/main" val="10002"/>
                  </a:ext>
                </a:extLst>
              </a:tr>
              <a:tr h="370840">
                <a:tc>
                  <a:txBody>
                    <a:bodyPr/>
                    <a:lstStyle/>
                    <a:p>
                      <a:r>
                        <a:rPr lang="en-US" altLang="zh-CN" dirty="0" err="1">
                          <a:latin typeface="Times New Roman" panose="02020703060505090304" pitchFamily="18" charset="0"/>
                          <a:cs typeface="Times New Roman" panose="02020703060505090304" pitchFamily="18" charset="0"/>
                        </a:rPr>
                        <a:t>pthread_join</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等待线程终止</a:t>
                      </a:r>
                    </a:p>
                  </a:txBody>
                  <a:tcPr/>
                </a:tc>
                <a:extLst>
                  <a:ext uri="{0D108BD9-81ED-4DB2-BD59-A6C34878D82A}">
                    <a16:rowId xmlns:a16="http://schemas.microsoft.com/office/drawing/2014/main" val="10003"/>
                  </a:ext>
                </a:extLst>
              </a:tr>
              <a:tr h="370840">
                <a:tc>
                  <a:txBody>
                    <a:bodyPr/>
                    <a:lstStyle/>
                    <a:p>
                      <a:r>
                        <a:rPr lang="en-US" altLang="zh-CN" dirty="0" err="1">
                          <a:latin typeface="Times New Roman" panose="02020703060505090304" pitchFamily="18" charset="0"/>
                          <a:cs typeface="Times New Roman" panose="02020703060505090304" pitchFamily="18" charset="0"/>
                        </a:rPr>
                        <a:t>pthread_mutex_init</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创建新信号量</a:t>
                      </a:r>
                    </a:p>
                  </a:txBody>
                  <a:tcPr/>
                </a:tc>
                <a:extLst>
                  <a:ext uri="{0D108BD9-81ED-4DB2-BD59-A6C34878D82A}">
                    <a16:rowId xmlns:a16="http://schemas.microsoft.com/office/drawing/2014/main" val="10004"/>
                  </a:ext>
                </a:extLst>
              </a:tr>
              <a:tr h="370840">
                <a:tc>
                  <a:txBody>
                    <a:bodyPr/>
                    <a:lstStyle/>
                    <a:p>
                      <a:r>
                        <a:rPr lang="en-US" altLang="zh-CN" dirty="0" err="1">
                          <a:latin typeface="Times New Roman" panose="02020703060505090304" pitchFamily="18" charset="0"/>
                          <a:cs typeface="Times New Roman" panose="02020703060505090304" pitchFamily="18" charset="0"/>
                        </a:rPr>
                        <a:t>pthread_mutex_destroy</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破坏信号量</a:t>
                      </a:r>
                    </a:p>
                  </a:txBody>
                  <a:tcPr/>
                </a:tc>
                <a:extLst>
                  <a:ext uri="{0D108BD9-81ED-4DB2-BD59-A6C34878D82A}">
                    <a16:rowId xmlns:a16="http://schemas.microsoft.com/office/drawing/2014/main" val="10005"/>
                  </a:ext>
                </a:extLst>
              </a:tr>
              <a:tr h="370840">
                <a:tc>
                  <a:txBody>
                    <a:bodyPr/>
                    <a:lstStyle/>
                    <a:p>
                      <a:r>
                        <a:rPr lang="en-US" altLang="zh-CN" dirty="0" err="1">
                          <a:latin typeface="Times New Roman" panose="02020703060505090304" pitchFamily="18" charset="0"/>
                          <a:cs typeface="Times New Roman" panose="02020703060505090304" pitchFamily="18" charset="0"/>
                        </a:rPr>
                        <a:t>pthread_mutex_lock</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锁信号量</a:t>
                      </a:r>
                    </a:p>
                  </a:txBody>
                  <a:tcPr/>
                </a:tc>
                <a:extLst>
                  <a:ext uri="{0D108BD9-81ED-4DB2-BD59-A6C34878D82A}">
                    <a16:rowId xmlns:a16="http://schemas.microsoft.com/office/drawing/2014/main" val="10006"/>
                  </a:ext>
                </a:extLst>
              </a:tr>
              <a:tr h="370840">
                <a:tc>
                  <a:txBody>
                    <a:bodyPr/>
                    <a:lstStyle/>
                    <a:p>
                      <a:r>
                        <a:rPr lang="en-US" altLang="zh-CN" dirty="0" err="1">
                          <a:latin typeface="Times New Roman" panose="02020703060505090304" pitchFamily="18" charset="0"/>
                          <a:cs typeface="Times New Roman" panose="02020703060505090304" pitchFamily="18" charset="0"/>
                        </a:rPr>
                        <a:t>pthread_mutex_unlock</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解锁信号量</a:t>
                      </a:r>
                    </a:p>
                  </a:txBody>
                  <a:tcPr/>
                </a:tc>
                <a:extLst>
                  <a:ext uri="{0D108BD9-81ED-4DB2-BD59-A6C34878D82A}">
                    <a16:rowId xmlns:a16="http://schemas.microsoft.com/office/drawing/2014/main" val="10007"/>
                  </a:ext>
                </a:extLst>
              </a:tr>
              <a:tr h="370840">
                <a:tc>
                  <a:txBody>
                    <a:bodyPr/>
                    <a:lstStyle/>
                    <a:p>
                      <a:r>
                        <a:rPr lang="en-US" altLang="zh-CN" dirty="0" err="1">
                          <a:latin typeface="Times New Roman" panose="02020703060505090304" pitchFamily="18" charset="0"/>
                          <a:cs typeface="Times New Roman" panose="02020703060505090304" pitchFamily="18" charset="0"/>
                        </a:rPr>
                        <a:t>pthread_cond_init</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创建一个条件变量</a:t>
                      </a:r>
                    </a:p>
                  </a:txBody>
                  <a:tcPr/>
                </a:tc>
                <a:extLst>
                  <a:ext uri="{0D108BD9-81ED-4DB2-BD59-A6C34878D82A}">
                    <a16:rowId xmlns:a16="http://schemas.microsoft.com/office/drawing/2014/main" val="10008"/>
                  </a:ext>
                </a:extLst>
              </a:tr>
              <a:tr h="370840">
                <a:tc>
                  <a:txBody>
                    <a:bodyPr/>
                    <a:lstStyle/>
                    <a:p>
                      <a:r>
                        <a:rPr lang="en-US" altLang="zh-CN" dirty="0" err="1">
                          <a:latin typeface="Times New Roman" panose="02020703060505090304" pitchFamily="18" charset="0"/>
                          <a:cs typeface="Times New Roman" panose="02020703060505090304" pitchFamily="18" charset="0"/>
                        </a:rPr>
                        <a:t>pthread_cond_destroy</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破坏一个条件变量</a:t>
                      </a:r>
                    </a:p>
                  </a:txBody>
                  <a:tcPr/>
                </a:tc>
                <a:extLst>
                  <a:ext uri="{0D108BD9-81ED-4DB2-BD59-A6C34878D82A}">
                    <a16:rowId xmlns:a16="http://schemas.microsoft.com/office/drawing/2014/main" val="10009"/>
                  </a:ext>
                </a:extLst>
              </a:tr>
              <a:tr h="370840">
                <a:tc>
                  <a:txBody>
                    <a:bodyPr/>
                    <a:lstStyle/>
                    <a:p>
                      <a:r>
                        <a:rPr lang="en-US" altLang="zh-CN" dirty="0" err="1">
                          <a:latin typeface="Times New Roman" panose="02020703060505090304" pitchFamily="18" charset="0"/>
                          <a:cs typeface="Times New Roman" panose="02020703060505090304" pitchFamily="18" charset="0"/>
                        </a:rPr>
                        <a:t>pthread_cond_wait</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等待一个条件变量</a:t>
                      </a:r>
                    </a:p>
                  </a:txBody>
                  <a:tcPr/>
                </a:tc>
                <a:extLst>
                  <a:ext uri="{0D108BD9-81ED-4DB2-BD59-A6C34878D82A}">
                    <a16:rowId xmlns:a16="http://schemas.microsoft.com/office/drawing/2014/main" val="10010"/>
                  </a:ext>
                </a:extLst>
              </a:tr>
              <a:tr h="370840">
                <a:tc>
                  <a:txBody>
                    <a:bodyPr/>
                    <a:lstStyle/>
                    <a:p>
                      <a:r>
                        <a:rPr lang="en-US" altLang="zh-CN" dirty="0" err="1">
                          <a:latin typeface="Times New Roman" panose="02020703060505090304" pitchFamily="18" charset="0"/>
                          <a:cs typeface="Times New Roman" panose="02020703060505090304" pitchFamily="18" charset="0"/>
                        </a:rPr>
                        <a:t>pthread_cond_signal</a:t>
                      </a:r>
                      <a:endParaRPr lang="zh-CN" altLang="en-US" dirty="0">
                        <a:latin typeface="Times New Roman" panose="02020703060505090304" pitchFamily="18" charset="0"/>
                        <a:cs typeface="Times New Roman" panose="02020703060505090304" pitchFamily="18" charset="0"/>
                      </a:endParaRPr>
                    </a:p>
                  </a:txBody>
                  <a:tcPr/>
                </a:tc>
                <a:tc>
                  <a:txBody>
                    <a:bodyPr/>
                    <a:lstStyle/>
                    <a:p>
                      <a:r>
                        <a:rPr lang="zh-CN" altLang="en-US" dirty="0">
                          <a:latin typeface="华文中宋" panose="02010600040101010101" pitchFamily="2" charset="-122"/>
                          <a:ea typeface="华文中宋" panose="02010600040101010101" pitchFamily="2" charset="-122"/>
                        </a:rPr>
                        <a:t>释放一个正在等待条件变量的线程</a:t>
                      </a:r>
                    </a:p>
                  </a:txBody>
                  <a:tcPr/>
                </a:tc>
                <a:extLst>
                  <a:ext uri="{0D108BD9-81ED-4DB2-BD59-A6C34878D82A}">
                    <a16:rowId xmlns:a16="http://schemas.microsoft.com/office/drawing/2014/main" val="10011"/>
                  </a:ext>
                </a:extLst>
              </a:tr>
            </a:tbl>
          </a:graphicData>
        </a:graphic>
      </p:graphicFrame>
      <p:sp>
        <p:nvSpPr>
          <p:cNvPr id="16386"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3A3D01C5-064D-4293-A93C-1E7F9EF4B33C}" type="slidenum">
              <a:rPr lang="zh-CN" altLang="en-US" sz="1400">
                <a:solidFill>
                  <a:prstClr val="black"/>
                </a:solidFill>
              </a:rPr>
              <a:t>43</a:t>
            </a:fld>
            <a:endParaRPr lang="en-US" altLang="zh-CN" sz="1400">
              <a:solidFill>
                <a:prstClr val="black"/>
              </a:solidFill>
            </a:endParaRPr>
          </a:p>
        </p:txBody>
      </p:sp>
      <p:sp>
        <p:nvSpPr>
          <p:cNvPr id="16387" name="Rectangle 2"/>
          <p:cNvSpPr>
            <a:spLocks noGrp="1" noChangeArrowheads="1"/>
          </p:cNvSpPr>
          <p:nvPr>
            <p:ph type="title"/>
          </p:nvPr>
        </p:nvSpPr>
        <p:spPr>
          <a:xfrm>
            <a:off x="628759" y="136524"/>
            <a:ext cx="7888070" cy="1325563"/>
          </a:xfrm>
        </p:spPr>
        <p:txBody>
          <a:bodyPr>
            <a:normAutofit/>
          </a:bodyPr>
          <a:lstStyle/>
          <a:p>
            <a:pPr algn="ctr" eaLnBrk="1" hangingPunct="1"/>
            <a:r>
              <a:rPr lang="en-US" altLang="zh-CN" sz="3800" b="1" dirty="0"/>
              <a:t>POSIX</a:t>
            </a:r>
            <a:r>
              <a:rPr lang="zh-CN" altLang="en-US" sz="3800" b="1" dirty="0"/>
              <a:t>线程</a:t>
            </a:r>
            <a:endParaRPr lang="en-US" altLang="zh-CN" sz="3800" b="1" dirty="0"/>
          </a:p>
        </p:txBody>
      </p:sp>
      <p:sp>
        <p:nvSpPr>
          <p:cNvPr id="16388" name="Rectangle 3"/>
          <p:cNvSpPr>
            <a:spLocks noGrp="1" noChangeArrowheads="1"/>
          </p:cNvSpPr>
          <p:nvPr>
            <p:ph type="body" idx="1"/>
          </p:nvPr>
        </p:nvSpPr>
        <p:spPr>
          <a:xfrm>
            <a:off x="686594" y="6044247"/>
            <a:ext cx="7772400" cy="990600"/>
          </a:xfrm>
        </p:spPr>
        <p:txBody>
          <a:bodyPr/>
          <a:lstStyle/>
          <a:p>
            <a:pPr algn="ctr" eaLnBrk="1" hangingPunct="1">
              <a:buFontTx/>
              <a:buNone/>
            </a:pPr>
            <a:r>
              <a:rPr lang="en-US" altLang="zh-CN" dirty="0">
                <a:latin typeface="华文中宋" panose="02010600040101010101" pitchFamily="2" charset="-122"/>
              </a:rPr>
              <a:t>POSIX </a:t>
            </a:r>
            <a:r>
              <a:rPr lang="zh-CN" altLang="en-US" dirty="0">
                <a:latin typeface="华文中宋" panose="02010600040101010101" pitchFamily="2" charset="-122"/>
              </a:rPr>
              <a:t>线程调用接口</a:t>
            </a:r>
            <a:endParaRPr lang="en-US" altLang="zh-CN" dirty="0">
              <a:latin typeface="华文中宋" panose="020106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6"/>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7CDCB233-4EE8-47DB-8F73-B3FB6195794A}" type="slidenum">
              <a:rPr lang="zh-CN" altLang="en-US" sz="1400">
                <a:solidFill>
                  <a:prstClr val="black"/>
                </a:solidFill>
              </a:rPr>
              <a:t>44</a:t>
            </a:fld>
            <a:endParaRPr lang="en-US" altLang="zh-CN" sz="1400">
              <a:solidFill>
                <a:prstClr val="black"/>
              </a:solidFill>
            </a:endParaRPr>
          </a:p>
        </p:txBody>
      </p:sp>
      <p:sp>
        <p:nvSpPr>
          <p:cNvPr id="17411" name="Rectangle 2"/>
          <p:cNvSpPr>
            <a:spLocks noGrp="1" noChangeArrowheads="1"/>
          </p:cNvSpPr>
          <p:nvPr>
            <p:ph type="title"/>
          </p:nvPr>
        </p:nvSpPr>
        <p:spPr/>
        <p:txBody>
          <a:bodyPr>
            <a:normAutofit/>
          </a:bodyPr>
          <a:lstStyle/>
          <a:p>
            <a:pPr algn="ctr" eaLnBrk="1" hangingPunct="1"/>
            <a:r>
              <a:rPr lang="en-US" altLang="zh-CN" sz="3800" b="1" dirty="0"/>
              <a:t>Linux</a:t>
            </a:r>
            <a:r>
              <a:rPr lang="zh-CN" altLang="en-US" sz="3800" b="1" dirty="0"/>
              <a:t>线程创建</a:t>
            </a:r>
            <a:endParaRPr lang="en-US" altLang="zh-CN" sz="3800" b="1" dirty="0"/>
          </a:p>
        </p:txBody>
      </p:sp>
      <p:sp>
        <p:nvSpPr>
          <p:cNvPr id="4" name="矩形 3"/>
          <p:cNvSpPr/>
          <p:nvPr/>
        </p:nvSpPr>
        <p:spPr>
          <a:xfrm>
            <a:off x="1179574" y="1072020"/>
            <a:ext cx="6634014" cy="5355312"/>
          </a:xfrm>
          <a:prstGeom prst="rect">
            <a:avLst/>
          </a:prstGeom>
          <a:solidFill>
            <a:schemeClr val="accent1">
              <a:lumMod val="20000"/>
              <a:lumOff val="80000"/>
            </a:schemeClr>
          </a:solidFill>
          <a:ln w="12700">
            <a:solidFill>
              <a:schemeClr val="accent1"/>
            </a:solidFill>
          </a:ln>
        </p:spPr>
        <p:txBody>
          <a:bodyPr wrap="square">
            <a:spAutoFit/>
          </a:bodyPr>
          <a:lstStyle/>
          <a:p>
            <a:r>
              <a:rPr lang="en-US" altLang="zh-CN" dirty="0">
                <a:latin typeface="Times New Roman" panose="02020703060505090304" pitchFamily="18" charset="0"/>
                <a:cs typeface="Times New Roman" panose="02020703060505090304" pitchFamily="18" charset="0"/>
              </a:rPr>
              <a:t>#include&lt;</a:t>
            </a:r>
            <a:r>
              <a:rPr lang="en-US" altLang="zh-CN" dirty="0" err="1">
                <a:latin typeface="Times New Roman" panose="02020703060505090304" pitchFamily="18" charset="0"/>
                <a:cs typeface="Times New Roman" panose="02020703060505090304" pitchFamily="18" charset="0"/>
              </a:rPr>
              <a:t>stdio.h</a:t>
            </a:r>
            <a:r>
              <a:rPr lang="en-US" altLang="zh-CN" dirty="0">
                <a:latin typeface="Times New Roman" panose="02020703060505090304" pitchFamily="18" charset="0"/>
                <a:cs typeface="Times New Roman" panose="02020703060505090304" pitchFamily="18" charset="0"/>
              </a:rPr>
              <a:t>&gt;</a:t>
            </a:r>
          </a:p>
          <a:p>
            <a:r>
              <a:rPr lang="en-US" altLang="zh-CN" dirty="0">
                <a:latin typeface="Times New Roman" panose="02020703060505090304" pitchFamily="18" charset="0"/>
                <a:cs typeface="Times New Roman" panose="02020703060505090304" pitchFamily="18" charset="0"/>
              </a:rPr>
              <a:t>#include&lt;</a:t>
            </a:r>
            <a:r>
              <a:rPr lang="en-US" altLang="zh-CN" dirty="0" err="1">
                <a:latin typeface="Times New Roman" panose="02020703060505090304" pitchFamily="18" charset="0"/>
                <a:cs typeface="Times New Roman" panose="02020703060505090304" pitchFamily="18" charset="0"/>
              </a:rPr>
              <a:t>pthread.h</a:t>
            </a:r>
            <a:r>
              <a:rPr lang="en-US" altLang="zh-CN" dirty="0">
                <a:latin typeface="Times New Roman" panose="02020703060505090304" pitchFamily="18" charset="0"/>
                <a:cs typeface="Times New Roman" panose="02020703060505090304" pitchFamily="18" charset="0"/>
              </a:rPr>
              <a:t>&gt;</a:t>
            </a:r>
          </a:p>
          <a:p>
            <a:r>
              <a:rPr lang="en-US" altLang="zh-CN" dirty="0">
                <a:latin typeface="Times New Roman" panose="02020703060505090304" pitchFamily="18" charset="0"/>
                <a:cs typeface="Times New Roman" panose="02020703060505090304" pitchFamily="18" charset="0"/>
              </a:rPr>
              <a:t>#include&lt;</a:t>
            </a:r>
            <a:r>
              <a:rPr lang="en-US" altLang="zh-CN" dirty="0" err="1">
                <a:latin typeface="Times New Roman" panose="02020703060505090304" pitchFamily="18" charset="0"/>
                <a:cs typeface="Times New Roman" panose="02020703060505090304" pitchFamily="18" charset="0"/>
              </a:rPr>
              <a:t>stdlib.h</a:t>
            </a:r>
            <a:r>
              <a:rPr lang="en-US" altLang="zh-CN" dirty="0">
                <a:latin typeface="Times New Roman" panose="02020703060505090304" pitchFamily="18" charset="0"/>
                <a:cs typeface="Times New Roman" panose="02020703060505090304" pitchFamily="18" charset="0"/>
              </a:rPr>
              <a:t>&gt;</a:t>
            </a:r>
          </a:p>
          <a:p>
            <a:r>
              <a:rPr lang="en-US" altLang="zh-CN" dirty="0">
                <a:solidFill>
                  <a:srgbClr val="7030A0"/>
                </a:solidFill>
                <a:latin typeface="Times New Roman" panose="02020703060505090304" pitchFamily="18" charset="0"/>
                <a:cs typeface="Times New Roman" panose="02020703060505090304" pitchFamily="18" charset="0"/>
              </a:rPr>
              <a:t>void *</a:t>
            </a:r>
            <a:r>
              <a:rPr lang="en-US" altLang="zh-CN" b="1" dirty="0" err="1">
                <a:solidFill>
                  <a:srgbClr val="7030A0"/>
                </a:solidFill>
                <a:latin typeface="Times New Roman" panose="02020703060505090304" pitchFamily="18" charset="0"/>
                <a:cs typeface="Times New Roman" panose="02020703060505090304" pitchFamily="18" charset="0"/>
              </a:rPr>
              <a:t>thfun</a:t>
            </a:r>
            <a:r>
              <a:rPr lang="en-US" altLang="zh-CN" dirty="0">
                <a:solidFill>
                  <a:srgbClr val="7030A0"/>
                </a:solidFill>
                <a:latin typeface="Times New Roman" panose="02020703060505090304" pitchFamily="18" charset="0"/>
                <a:cs typeface="Times New Roman" panose="02020703060505090304" pitchFamily="18" charset="0"/>
              </a:rPr>
              <a:t>(void *</a:t>
            </a:r>
            <a:r>
              <a:rPr lang="en-US" altLang="zh-CN" dirty="0" err="1">
                <a:solidFill>
                  <a:srgbClr val="7030A0"/>
                </a:solidFill>
                <a:latin typeface="Times New Roman" panose="02020703060505090304" pitchFamily="18" charset="0"/>
                <a:cs typeface="Times New Roman" panose="02020703060505090304" pitchFamily="18" charset="0"/>
              </a:rPr>
              <a:t>arg</a:t>
            </a:r>
            <a:r>
              <a:rPr lang="en-US" altLang="zh-CN" dirty="0">
                <a:solidFill>
                  <a:srgbClr val="7030A0"/>
                </a:solidFill>
                <a:latin typeface="Times New Roman" panose="02020703060505090304" pitchFamily="18" charset="0"/>
                <a:cs typeface="Times New Roman" panose="02020703060505090304" pitchFamily="18" charset="0"/>
              </a:rPr>
              <a:t>) </a:t>
            </a:r>
          </a:p>
          <a:p>
            <a:r>
              <a:rPr lang="en-US" altLang="zh-CN" dirty="0">
                <a:solidFill>
                  <a:srgbClr val="7030A0"/>
                </a:solidFill>
                <a:latin typeface="Times New Roman" panose="02020703060505090304" pitchFamily="18" charset="0"/>
                <a:cs typeface="Times New Roman" panose="02020703060505090304" pitchFamily="18" charset="0"/>
              </a:rPr>
              <a:t>{                    </a:t>
            </a:r>
          </a:p>
          <a:p>
            <a:r>
              <a:rPr lang="en-US" altLang="zh-CN" dirty="0">
                <a:solidFill>
                  <a:srgbClr val="7030A0"/>
                </a:solidFill>
                <a:latin typeface="Times New Roman" panose="02020703060505090304" pitchFamily="18" charset="0"/>
                <a:cs typeface="Times New Roman" panose="02020703060505090304" pitchFamily="18" charset="0"/>
              </a:rPr>
              <a:t>      </a:t>
            </a:r>
            <a:r>
              <a:rPr lang="en-US" altLang="zh-CN" dirty="0" err="1">
                <a:solidFill>
                  <a:srgbClr val="7030A0"/>
                </a:solidFill>
                <a:latin typeface="Times New Roman" panose="02020703060505090304" pitchFamily="18" charset="0"/>
                <a:cs typeface="Times New Roman" panose="02020703060505090304" pitchFamily="18" charset="0"/>
              </a:rPr>
              <a:t>printf</a:t>
            </a:r>
            <a:r>
              <a:rPr lang="en-US" altLang="zh-CN" dirty="0">
                <a:solidFill>
                  <a:srgbClr val="7030A0"/>
                </a:solidFill>
                <a:latin typeface="Times New Roman" panose="02020703060505090304" pitchFamily="18" charset="0"/>
                <a:cs typeface="Times New Roman" panose="02020703060505090304" pitchFamily="18" charset="0"/>
              </a:rPr>
              <a:t>("new  thread! %s\n", (char*)</a:t>
            </a:r>
            <a:r>
              <a:rPr lang="en-US" altLang="zh-CN" dirty="0" err="1">
                <a:solidFill>
                  <a:srgbClr val="7030A0"/>
                </a:solidFill>
                <a:latin typeface="Times New Roman" panose="02020703060505090304" pitchFamily="18" charset="0"/>
                <a:cs typeface="Times New Roman" panose="02020703060505090304" pitchFamily="18" charset="0"/>
              </a:rPr>
              <a:t>arg</a:t>
            </a:r>
            <a:r>
              <a:rPr lang="en-US" altLang="zh-CN" dirty="0">
                <a:solidFill>
                  <a:srgbClr val="7030A0"/>
                </a:solidFill>
                <a:latin typeface="Times New Roman" panose="02020703060505090304" pitchFamily="18" charset="0"/>
                <a:cs typeface="Times New Roman" panose="02020703060505090304" pitchFamily="18" charset="0"/>
              </a:rPr>
              <a:t>);</a:t>
            </a:r>
          </a:p>
          <a:p>
            <a:r>
              <a:rPr lang="en-US" altLang="zh-CN" dirty="0">
                <a:solidFill>
                  <a:srgbClr val="7030A0"/>
                </a:solidFill>
                <a:latin typeface="Times New Roman" panose="02020703060505090304" pitchFamily="18" charset="0"/>
                <a:cs typeface="Times New Roman" panose="02020703060505090304" pitchFamily="18" charset="0"/>
              </a:rPr>
              <a:t>      return ((void *)0);</a:t>
            </a:r>
          </a:p>
          <a:p>
            <a:r>
              <a:rPr lang="en-US" altLang="zh-CN" dirty="0">
                <a:solidFill>
                  <a:srgbClr val="7030A0"/>
                </a:solidFill>
                <a:latin typeface="Times New Roman" panose="02020703060505090304" pitchFamily="18" charset="0"/>
                <a:cs typeface="Times New Roman" panose="02020703060505090304" pitchFamily="18" charset="0"/>
              </a:rPr>
              <a:t>}</a:t>
            </a:r>
          </a:p>
          <a:p>
            <a:r>
              <a:rPr lang="en-US" altLang="zh-CN" dirty="0" err="1">
                <a:latin typeface="Times New Roman" panose="02020703060505090304" pitchFamily="18" charset="0"/>
                <a:cs typeface="Times New Roman" panose="02020703060505090304" pitchFamily="18" charset="0"/>
              </a:rPr>
              <a:t>int</a:t>
            </a:r>
            <a:r>
              <a:rPr lang="en-US" altLang="zh-CN" dirty="0">
                <a:latin typeface="Times New Roman" panose="02020703060505090304" pitchFamily="18" charset="0"/>
                <a:cs typeface="Times New Roman" panose="02020703060505090304" pitchFamily="18" charset="0"/>
              </a:rPr>
              <a:t> main(</a:t>
            </a:r>
            <a:r>
              <a:rPr lang="en-US" altLang="zh-CN" dirty="0" err="1">
                <a:latin typeface="Times New Roman" panose="02020703060505090304" pitchFamily="18" charset="0"/>
                <a:cs typeface="Times New Roman" panose="02020703060505090304" pitchFamily="18" charset="0"/>
              </a:rPr>
              <a:t>int</a:t>
            </a:r>
            <a:r>
              <a:rPr lang="en-US" altLang="zh-CN" dirty="0">
                <a:latin typeface="Times New Roman" panose="02020703060505090304" pitchFamily="18" charset="0"/>
                <a:cs typeface="Times New Roman" panose="02020703060505090304" pitchFamily="18" charset="0"/>
              </a:rPr>
              <a:t> </a:t>
            </a:r>
            <a:r>
              <a:rPr lang="en-US" altLang="zh-CN" dirty="0" err="1">
                <a:latin typeface="Times New Roman" panose="02020703060505090304" pitchFamily="18" charset="0"/>
                <a:cs typeface="Times New Roman" panose="02020703060505090304" pitchFamily="18" charset="0"/>
              </a:rPr>
              <a:t>argc</a:t>
            </a:r>
            <a:r>
              <a:rPr lang="en-US" altLang="zh-CN" dirty="0">
                <a:latin typeface="Times New Roman" panose="02020703060505090304" pitchFamily="18" charset="0"/>
                <a:cs typeface="Times New Roman" panose="02020703060505090304" pitchFamily="18" charset="0"/>
              </a:rPr>
              <a:t> ,char *</a:t>
            </a:r>
            <a:r>
              <a:rPr lang="en-US" altLang="zh-CN" dirty="0" err="1">
                <a:latin typeface="Times New Roman" panose="02020703060505090304" pitchFamily="18" charset="0"/>
                <a:cs typeface="Times New Roman" panose="02020703060505090304" pitchFamily="18" charset="0"/>
              </a:rPr>
              <a:t>argv</a:t>
            </a:r>
            <a:r>
              <a:rPr lang="en-US" altLang="zh-CN" dirty="0">
                <a:latin typeface="Times New Roman" panose="02020703060505090304" pitchFamily="18" charset="0"/>
                <a:cs typeface="Times New Roman" panose="02020703060505090304" pitchFamily="18" charset="0"/>
              </a:rPr>
              <a:t>[])</a:t>
            </a:r>
          </a:p>
          <a:p>
            <a:r>
              <a:rPr lang="en-US" altLang="zh-CN" dirty="0">
                <a:latin typeface="Times New Roman" panose="02020703060505090304" pitchFamily="18" charset="0"/>
                <a:cs typeface="Times New Roman" panose="02020703060505090304" pitchFamily="18" charset="0"/>
              </a:rPr>
              <a:t>{    </a:t>
            </a:r>
            <a:r>
              <a:rPr lang="en-US" altLang="zh-CN" dirty="0" err="1">
                <a:latin typeface="Times New Roman" panose="02020703060505090304" pitchFamily="18" charset="0"/>
                <a:cs typeface="Times New Roman" panose="02020703060505090304" pitchFamily="18" charset="0"/>
              </a:rPr>
              <a:t>pthread_t</a:t>
            </a:r>
            <a:r>
              <a:rPr lang="en-US" altLang="zh-CN" dirty="0">
                <a:latin typeface="Times New Roman" panose="02020703060505090304" pitchFamily="18" charset="0"/>
                <a:cs typeface="Times New Roman" panose="02020703060505090304" pitchFamily="18" charset="0"/>
              </a:rPr>
              <a:t> </a:t>
            </a:r>
            <a:r>
              <a:rPr lang="en-US" altLang="zh-CN" dirty="0" err="1">
                <a:latin typeface="Times New Roman" panose="02020703060505090304" pitchFamily="18" charset="0"/>
                <a:cs typeface="Times New Roman" panose="02020703060505090304" pitchFamily="18" charset="0"/>
              </a:rPr>
              <a:t>pthid</a:t>
            </a:r>
            <a:r>
              <a:rPr lang="en-US" altLang="zh-CN" dirty="0">
                <a:latin typeface="Times New Roman" panose="02020703060505090304" pitchFamily="18" charset="0"/>
                <a:cs typeface="Times New Roman" panose="02020703060505090304" pitchFamily="18" charset="0"/>
              </a:rPr>
              <a:t>;</a:t>
            </a:r>
          </a:p>
          <a:p>
            <a:r>
              <a:rPr lang="en-US" altLang="zh-CN" dirty="0">
                <a:latin typeface="Times New Roman" panose="02020703060505090304" pitchFamily="18" charset="0"/>
                <a:cs typeface="Times New Roman" panose="02020703060505090304" pitchFamily="18" charset="0"/>
              </a:rPr>
              <a:t>      </a:t>
            </a:r>
            <a:r>
              <a:rPr lang="en-US" altLang="zh-CN" dirty="0" err="1">
                <a:latin typeface="Times New Roman" panose="02020703060505090304" pitchFamily="18" charset="0"/>
                <a:cs typeface="Times New Roman" panose="02020703060505090304" pitchFamily="18" charset="0"/>
              </a:rPr>
              <a:t>int</a:t>
            </a:r>
            <a:r>
              <a:rPr lang="en-US" altLang="zh-CN" dirty="0">
                <a:latin typeface="Times New Roman" panose="02020703060505090304" pitchFamily="18" charset="0"/>
                <a:cs typeface="Times New Roman" panose="02020703060505090304" pitchFamily="18" charset="0"/>
              </a:rPr>
              <a:t> ret=</a:t>
            </a:r>
            <a:r>
              <a:rPr lang="en-US" altLang="zh-CN" dirty="0" err="1">
                <a:latin typeface="Times New Roman" panose="02020703060505090304" pitchFamily="18" charset="0"/>
                <a:cs typeface="Times New Roman" panose="02020703060505090304" pitchFamily="18" charset="0"/>
              </a:rPr>
              <a:t>pthread_create</a:t>
            </a:r>
            <a:r>
              <a:rPr lang="en-US" altLang="zh-CN" dirty="0">
                <a:latin typeface="Times New Roman" panose="02020703060505090304" pitchFamily="18" charset="0"/>
                <a:cs typeface="Times New Roman" panose="02020703060505090304" pitchFamily="18" charset="0"/>
              </a:rPr>
              <a:t>(&amp;</a:t>
            </a:r>
            <a:r>
              <a:rPr lang="en-US" altLang="zh-CN" dirty="0" err="1">
                <a:latin typeface="Times New Roman" panose="02020703060505090304" pitchFamily="18" charset="0"/>
                <a:cs typeface="Times New Roman" panose="02020703060505090304" pitchFamily="18" charset="0"/>
              </a:rPr>
              <a:t>pthid,NULL,</a:t>
            </a:r>
            <a:r>
              <a:rPr lang="en-US" altLang="zh-CN" b="1" dirty="0" err="1">
                <a:solidFill>
                  <a:srgbClr val="7030A0"/>
                </a:solidFill>
                <a:latin typeface="Times New Roman" panose="02020703060505090304" pitchFamily="18" charset="0"/>
                <a:cs typeface="Times New Roman" panose="02020703060505090304" pitchFamily="18" charset="0"/>
              </a:rPr>
              <a:t>thfun</a:t>
            </a:r>
            <a:r>
              <a:rPr lang="en-US" altLang="zh-CN" dirty="0">
                <a:latin typeface="Times New Roman" panose="02020703060505090304" pitchFamily="18" charset="0"/>
                <a:cs typeface="Times New Roman" panose="02020703060505090304" pitchFamily="18" charset="0"/>
              </a:rPr>
              <a:t>, </a:t>
            </a:r>
            <a:r>
              <a:rPr lang="en-US" altLang="zh-CN" dirty="0">
                <a:solidFill>
                  <a:srgbClr val="7030A0"/>
                </a:solidFill>
                <a:latin typeface="Times New Roman" panose="02020703060505090304" pitchFamily="18" charset="0"/>
                <a:cs typeface="Times New Roman" panose="02020703060505090304" pitchFamily="18" charset="0"/>
              </a:rPr>
              <a:t>(void *)"hello"</a:t>
            </a:r>
            <a:r>
              <a:rPr lang="en-US" altLang="zh-CN" dirty="0">
                <a:latin typeface="Times New Roman" panose="02020703060505090304" pitchFamily="18" charset="0"/>
                <a:cs typeface="Times New Roman" panose="02020703060505090304" pitchFamily="18" charset="0"/>
              </a:rPr>
              <a:t>);      </a:t>
            </a:r>
            <a:endParaRPr lang="zh-CN" altLang="en-US" dirty="0">
              <a:latin typeface="Times New Roman" panose="02020703060505090304" pitchFamily="18" charset="0"/>
              <a:cs typeface="Times New Roman" panose="02020703060505090304" pitchFamily="18" charset="0"/>
            </a:endParaRPr>
          </a:p>
          <a:p>
            <a:r>
              <a:rPr lang="zh-CN" altLang="en-US" dirty="0">
                <a:latin typeface="Times New Roman" panose="02020703060505090304" pitchFamily="18" charset="0"/>
                <a:cs typeface="Times New Roman" panose="02020703060505090304" pitchFamily="18" charset="0"/>
              </a:rPr>
              <a:t>      </a:t>
            </a:r>
            <a:r>
              <a:rPr lang="en-US" altLang="zh-CN" dirty="0">
                <a:latin typeface="Times New Roman" panose="02020703060505090304" pitchFamily="18" charset="0"/>
                <a:cs typeface="Times New Roman" panose="02020703060505090304" pitchFamily="18" charset="0"/>
              </a:rPr>
              <a:t>if(ret!=0){</a:t>
            </a:r>
          </a:p>
          <a:p>
            <a:r>
              <a:rPr lang="en-US" altLang="zh-CN" dirty="0">
                <a:latin typeface="Times New Roman" panose="02020703060505090304" pitchFamily="18" charset="0"/>
                <a:cs typeface="Times New Roman" panose="02020703060505090304" pitchFamily="18" charset="0"/>
              </a:rPr>
              <a:t>          </a:t>
            </a:r>
            <a:r>
              <a:rPr lang="en-US" altLang="zh-CN" dirty="0" err="1">
                <a:latin typeface="Times New Roman" panose="02020703060505090304" pitchFamily="18" charset="0"/>
                <a:cs typeface="Times New Roman" panose="02020703060505090304" pitchFamily="18" charset="0"/>
              </a:rPr>
              <a:t>perror</a:t>
            </a:r>
            <a:r>
              <a:rPr lang="en-US" altLang="zh-CN" dirty="0">
                <a:latin typeface="Times New Roman" panose="02020703060505090304" pitchFamily="18" charset="0"/>
                <a:cs typeface="Times New Roman" panose="02020703060505090304" pitchFamily="18" charset="0"/>
              </a:rPr>
              <a:t>("create thread failed");</a:t>
            </a:r>
          </a:p>
          <a:p>
            <a:r>
              <a:rPr lang="en-US" altLang="zh-CN" dirty="0">
                <a:latin typeface="Times New Roman" panose="02020703060505090304" pitchFamily="18" charset="0"/>
                <a:cs typeface="Times New Roman" panose="02020703060505090304" pitchFamily="18" charset="0"/>
              </a:rPr>
              <a:t>          exit(EXIT_FAILURE);</a:t>
            </a:r>
          </a:p>
          <a:p>
            <a:r>
              <a:rPr lang="en-US" altLang="zh-CN" dirty="0">
                <a:latin typeface="Times New Roman" panose="02020703060505090304" pitchFamily="18" charset="0"/>
                <a:cs typeface="Times New Roman" panose="02020703060505090304" pitchFamily="18" charset="0"/>
              </a:rPr>
              <a:t>      }  </a:t>
            </a:r>
          </a:p>
          <a:p>
            <a:r>
              <a:rPr lang="en-US" altLang="zh-CN" dirty="0">
                <a:latin typeface="Times New Roman" panose="02020703060505090304" pitchFamily="18" charset="0"/>
                <a:cs typeface="Times New Roman" panose="02020703060505090304" pitchFamily="18" charset="0"/>
              </a:rPr>
              <a:t>      </a:t>
            </a:r>
            <a:r>
              <a:rPr lang="en-US" altLang="zh-CN" dirty="0" err="1">
                <a:latin typeface="Times New Roman" panose="02020703060505090304" pitchFamily="18" charset="0"/>
                <a:cs typeface="Times New Roman" panose="02020703060505090304" pitchFamily="18" charset="0"/>
              </a:rPr>
              <a:t>printf</a:t>
            </a:r>
            <a:r>
              <a:rPr lang="en-US" altLang="zh-CN" dirty="0">
                <a:latin typeface="Times New Roman" panose="02020703060505090304" pitchFamily="18" charset="0"/>
                <a:cs typeface="Times New Roman" panose="02020703060505090304" pitchFamily="18" charset="0"/>
              </a:rPr>
              <a:t>("main thread!\n");</a:t>
            </a:r>
          </a:p>
          <a:p>
            <a:r>
              <a:rPr lang="en-US" altLang="zh-CN" dirty="0">
                <a:latin typeface="Times New Roman" panose="02020703060505090304" pitchFamily="18" charset="0"/>
                <a:cs typeface="Times New Roman" panose="02020703060505090304" pitchFamily="18" charset="0"/>
              </a:rPr>
              <a:t>      sleep(1);</a:t>
            </a:r>
          </a:p>
          <a:p>
            <a:r>
              <a:rPr lang="en-US" altLang="zh-CN" dirty="0">
                <a:latin typeface="Times New Roman" panose="02020703060505090304" pitchFamily="18" charset="0"/>
                <a:cs typeface="Times New Roman" panose="02020703060505090304" pitchFamily="18" charset="0"/>
              </a:rPr>
              <a:t>      return 0;</a:t>
            </a:r>
          </a:p>
          <a:p>
            <a:r>
              <a:rPr lang="en-US" altLang="zh-CN" dirty="0">
                <a:latin typeface="Times New Roman" panose="02020703060505090304" pitchFamily="18" charset="0"/>
                <a:cs typeface="Times New Roman" panose="02020703060505090304" pitchFamily="18"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FD1E10A2-930E-4D17-A910-D552187DCD64}" type="slidenum">
              <a:rPr lang="zh-CN" altLang="en-US" sz="1400">
                <a:solidFill>
                  <a:prstClr val="black"/>
                </a:solidFill>
              </a:rPr>
              <a:t>45</a:t>
            </a:fld>
            <a:endParaRPr lang="en-US" altLang="zh-CN" sz="1400">
              <a:solidFill>
                <a:prstClr val="black"/>
              </a:solidFill>
            </a:endParaRPr>
          </a:p>
        </p:txBody>
      </p:sp>
      <p:sp>
        <p:nvSpPr>
          <p:cNvPr id="18435" name="Rectangle 2"/>
          <p:cNvSpPr>
            <a:spLocks noGrp="1" noChangeArrowheads="1"/>
          </p:cNvSpPr>
          <p:nvPr>
            <p:ph type="title"/>
          </p:nvPr>
        </p:nvSpPr>
        <p:spPr>
          <a:xfrm>
            <a:off x="628759" y="136525"/>
            <a:ext cx="7888070" cy="1120776"/>
          </a:xfrm>
        </p:spPr>
        <p:txBody>
          <a:bodyPr>
            <a:normAutofit/>
          </a:bodyPr>
          <a:lstStyle/>
          <a:p>
            <a:pPr algn="ctr" eaLnBrk="1" hangingPunct="1"/>
            <a:r>
              <a:rPr lang="en-US" altLang="zh-CN" sz="3800" b="1" dirty="0"/>
              <a:t>Linux </a:t>
            </a:r>
            <a:r>
              <a:rPr lang="zh-CN" altLang="en-US" sz="3800" b="1" dirty="0"/>
              <a:t>线程调度</a:t>
            </a:r>
            <a:endParaRPr lang="en-US" altLang="zh-CN" sz="3800" b="1" dirty="0"/>
          </a:p>
        </p:txBody>
      </p:sp>
      <p:sp>
        <p:nvSpPr>
          <p:cNvPr id="8" name="Rectangle 3"/>
          <p:cNvSpPr txBox="1">
            <a:spLocks noChangeArrowheads="1"/>
          </p:cNvSpPr>
          <p:nvPr/>
        </p:nvSpPr>
        <p:spPr>
          <a:xfrm>
            <a:off x="628759" y="1249362"/>
            <a:ext cx="7888070"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a:lnSpc>
                <a:spcPct val="100000"/>
              </a:lnSpc>
              <a:buFont typeface="Wingdings" panose="05000000000000000000" pitchFamily="2" charset="2"/>
              <a:buChar char="l"/>
            </a:pPr>
            <a:r>
              <a:rPr lang="en-US" altLang="zh-CN" sz="2800" dirty="0"/>
              <a:t>Linux </a:t>
            </a:r>
            <a:r>
              <a:rPr lang="zh-CN" altLang="en-US" sz="2800" dirty="0"/>
              <a:t>系统的线程是内核线程，</a:t>
            </a:r>
            <a:r>
              <a:rPr lang="en-US" altLang="zh-CN" sz="2800" dirty="0"/>
              <a:t>Linux</a:t>
            </a:r>
            <a:r>
              <a:rPr lang="zh-CN" altLang="en-US" sz="2800" dirty="0"/>
              <a:t>系统的调度是基于线程的。</a:t>
            </a:r>
            <a:endParaRPr lang="en-US" altLang="zh-CN" sz="2800" dirty="0"/>
          </a:p>
          <a:p>
            <a:pPr>
              <a:lnSpc>
                <a:spcPct val="100000"/>
              </a:lnSpc>
              <a:buFont typeface="Wingdings" panose="05000000000000000000" pitchFamily="2" charset="2"/>
              <a:buChar char="l"/>
            </a:pPr>
            <a:r>
              <a:rPr lang="zh-CN" altLang="en-US" sz="2800" dirty="0"/>
              <a:t>常用的进程</a:t>
            </a:r>
            <a:r>
              <a:rPr lang="en-US" altLang="zh-CN" sz="2800" dirty="0"/>
              <a:t>/</a:t>
            </a:r>
            <a:r>
              <a:rPr lang="zh-CN" altLang="en-US" sz="2800" dirty="0"/>
              <a:t>线程调度机制有：</a:t>
            </a:r>
            <a:endParaRPr lang="en-US" altLang="zh-CN" sz="2800" dirty="0"/>
          </a:p>
          <a:p>
            <a:pPr lvl="1">
              <a:lnSpc>
                <a:spcPct val="100000"/>
              </a:lnSpc>
              <a:buFont typeface="Wingdings" panose="05000000000000000000" pitchFamily="2" charset="2"/>
              <a:buChar char="ü"/>
            </a:pPr>
            <a:r>
              <a:rPr lang="zh-CN" altLang="en-US" sz="2400" dirty="0"/>
              <a:t>先来先服务调度</a:t>
            </a:r>
            <a:endParaRPr lang="en-US" altLang="zh-CN" sz="2400" dirty="0"/>
          </a:p>
          <a:p>
            <a:pPr lvl="1">
              <a:lnSpc>
                <a:spcPct val="100000"/>
              </a:lnSpc>
              <a:buFont typeface="Wingdings" panose="05000000000000000000" pitchFamily="2" charset="2"/>
              <a:buChar char="ü"/>
            </a:pPr>
            <a:r>
              <a:rPr lang="zh-CN" altLang="en-US" sz="2400" dirty="0"/>
              <a:t>最短作业优先调度</a:t>
            </a:r>
            <a:endParaRPr lang="en-US" altLang="zh-CN" sz="2400" dirty="0"/>
          </a:p>
          <a:p>
            <a:pPr lvl="1">
              <a:lnSpc>
                <a:spcPct val="100000"/>
              </a:lnSpc>
              <a:buFont typeface="Wingdings" panose="05000000000000000000" pitchFamily="2" charset="2"/>
              <a:buChar char="ü"/>
            </a:pPr>
            <a:r>
              <a:rPr lang="zh-CN" altLang="en-US" sz="2400" dirty="0"/>
              <a:t>轮转法调度</a:t>
            </a:r>
            <a:endParaRPr lang="en-US" altLang="zh-CN" sz="2400" dirty="0"/>
          </a:p>
          <a:p>
            <a:pPr lvl="1">
              <a:lnSpc>
                <a:spcPct val="100000"/>
              </a:lnSpc>
              <a:buFont typeface="Wingdings" panose="05000000000000000000" pitchFamily="2" charset="2"/>
              <a:buChar char="ü"/>
            </a:pPr>
            <a:r>
              <a:rPr lang="zh-CN" altLang="en-US" sz="2400" dirty="0"/>
              <a:t>优先级调度</a:t>
            </a:r>
            <a:endParaRPr lang="en-US" altLang="zh-CN" sz="2400" dirty="0"/>
          </a:p>
          <a:p>
            <a:pPr lvl="1">
              <a:lnSpc>
                <a:spcPct val="100000"/>
              </a:lnSpc>
              <a:buFont typeface="Wingdings" panose="05000000000000000000" pitchFamily="2" charset="2"/>
              <a:buChar char="ü"/>
            </a:pPr>
            <a:r>
              <a:rPr lang="zh-CN" altLang="en-US" sz="2400" dirty="0"/>
              <a:t>。。。</a:t>
            </a:r>
            <a:endParaRPr lang="en-US" altLang="zh-C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txBox="1">
            <a:spLocks noGrp="1" noChangeArrowheads="1"/>
          </p:cNvSpPr>
          <p:nvPr/>
        </p:nvSpPr>
        <p:spPr bwMode="auto">
          <a:xfrm>
            <a:off x="8560594" y="6489700"/>
            <a:ext cx="495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01B91365-1947-4291-B34A-AAC2AE2D180D}" type="slidenum">
              <a:rPr lang="zh-CN" altLang="en-US" sz="1400">
                <a:ea typeface="宋体" panose="02010600030101010101" pitchFamily="2" charset="-122"/>
              </a:rPr>
              <a:t>46</a:t>
            </a:fld>
            <a:endParaRPr lang="en-US" sz="1400">
              <a:ea typeface="宋体" panose="02010600030101010101" pitchFamily="2" charset="-122"/>
            </a:endParaRPr>
          </a:p>
        </p:txBody>
      </p:sp>
      <p:sp>
        <p:nvSpPr>
          <p:cNvPr id="95235" name="Rectangle 2"/>
          <p:cNvSpPr>
            <a:spLocks noGrp="1" noChangeArrowheads="1"/>
          </p:cNvSpPr>
          <p:nvPr>
            <p:ph type="title" idx="4294967295"/>
          </p:nvPr>
        </p:nvSpPr>
        <p:spPr>
          <a:xfrm>
            <a:off x="628759" y="122237"/>
            <a:ext cx="7888070" cy="1325563"/>
          </a:xfrm>
        </p:spPr>
        <p:txBody>
          <a:bodyPr>
            <a:normAutofit/>
          </a:bodyPr>
          <a:lstStyle/>
          <a:p>
            <a:pPr algn="ctr" eaLnBrk="1" hangingPunct="1"/>
            <a:r>
              <a:rPr lang="en-US" altLang="zh-CN" sz="3800" b="1" dirty="0"/>
              <a:t>Round Robin (RR) </a:t>
            </a:r>
            <a:r>
              <a:rPr lang="zh-CN" altLang="en-US" sz="3800" b="1" dirty="0"/>
              <a:t>调度策略</a:t>
            </a:r>
            <a:endParaRPr lang="en-US" altLang="zh-CN" sz="3800" b="1" dirty="0"/>
          </a:p>
        </p:txBody>
      </p:sp>
      <p:sp>
        <p:nvSpPr>
          <p:cNvPr id="95236" name="Rectangle 3"/>
          <p:cNvSpPr>
            <a:spLocks noGrp="1" noChangeArrowheads="1"/>
          </p:cNvSpPr>
          <p:nvPr>
            <p:ph type="body" idx="4294967295"/>
          </p:nvPr>
        </p:nvSpPr>
        <p:spPr>
          <a:xfrm>
            <a:off x="713583" y="1489075"/>
            <a:ext cx="7985125" cy="4959350"/>
          </a:xfrm>
        </p:spPr>
        <p:txBody>
          <a:bodyPr/>
          <a:lstStyle/>
          <a:p>
            <a:pPr eaLnBrk="1" hangingPunct="1">
              <a:buFont typeface="Wingdings" panose="05000000000000000000" pitchFamily="2" charset="2"/>
              <a:buChar char="l"/>
            </a:pPr>
            <a:r>
              <a:rPr lang="zh-CN" altLang="en-US" sz="2400" dirty="0">
                <a:latin typeface="华文中宋" panose="02010600040101010101" pitchFamily="2" charset="-122"/>
              </a:rPr>
              <a:t>每个进程获得一个小的</a:t>
            </a:r>
            <a:r>
              <a:rPr lang="en-US" sz="2400" dirty="0">
                <a:latin typeface="华文中宋" panose="02010600040101010101" pitchFamily="2" charset="-122"/>
              </a:rPr>
              <a:t>CPU</a:t>
            </a:r>
            <a:r>
              <a:rPr lang="zh-CN" altLang="en-US" sz="2400" dirty="0">
                <a:latin typeface="华文中宋" panose="02010600040101010101" pitchFamily="2" charset="-122"/>
              </a:rPr>
              <a:t>时间片</a:t>
            </a:r>
            <a:r>
              <a:rPr lang="en-US" sz="2400" dirty="0">
                <a:latin typeface="华文中宋" panose="02010600040101010101" pitchFamily="2" charset="-122"/>
              </a:rPr>
              <a:t> </a:t>
            </a:r>
            <a:r>
              <a:rPr lang="en-US" sz="2400" dirty="0"/>
              <a:t>(</a:t>
            </a:r>
            <a:r>
              <a:rPr lang="en-US" sz="2400" i="1" dirty="0"/>
              <a:t>time quantum</a:t>
            </a:r>
            <a:r>
              <a:rPr lang="en-US" sz="2400" dirty="0">
                <a:latin typeface="华文中宋" panose="02010600040101010101" pitchFamily="2" charset="-122"/>
              </a:rPr>
              <a:t>)</a:t>
            </a:r>
            <a:r>
              <a:rPr lang="zh-CN" altLang="en-US" sz="2400" dirty="0">
                <a:latin typeface="华文中宋" panose="02010600040101010101" pitchFamily="2" charset="-122"/>
              </a:rPr>
              <a:t>，当时间片用完后，进程被抢占并加入到等待队列尾部。</a:t>
            </a:r>
            <a:endParaRPr lang="en-US" sz="2400" dirty="0">
              <a:latin typeface="华文中宋" panose="02010600040101010101" pitchFamily="2" charset="-122"/>
            </a:endParaRPr>
          </a:p>
          <a:p>
            <a:pPr eaLnBrk="1" hangingPunct="1">
              <a:buFont typeface="Wingdings" panose="05000000000000000000" pitchFamily="2" charset="2"/>
              <a:buChar char="l"/>
            </a:pPr>
            <a:endParaRPr lang="en-US" altLang="zh-CN" sz="2400" dirty="0">
              <a:latin typeface="华文中宋" panose="02010600040101010101" pitchFamily="2" charset="-122"/>
            </a:endParaRPr>
          </a:p>
          <a:p>
            <a:pPr eaLnBrk="1" hangingPunct="1">
              <a:buFont typeface="Wingdings" panose="05000000000000000000" pitchFamily="2" charset="2"/>
              <a:buChar char="l"/>
            </a:pPr>
            <a:endParaRPr lang="en-US" altLang="zh-CN" sz="2400" dirty="0">
              <a:latin typeface="华文中宋" panose="02010600040101010101" pitchFamily="2" charset="-122"/>
            </a:endParaRPr>
          </a:p>
          <a:p>
            <a:pPr eaLnBrk="1" hangingPunct="1">
              <a:buFont typeface="Wingdings" panose="05000000000000000000" pitchFamily="2" charset="2"/>
              <a:buChar char="l"/>
            </a:pPr>
            <a:endParaRPr lang="en-US" altLang="zh-CN" sz="2400" dirty="0">
              <a:latin typeface="华文中宋" panose="02010600040101010101" pitchFamily="2" charset="-122"/>
            </a:endParaRPr>
          </a:p>
          <a:p>
            <a:pPr eaLnBrk="1" hangingPunct="1">
              <a:buFont typeface="Wingdings" panose="05000000000000000000" pitchFamily="2" charset="2"/>
              <a:buChar char="l"/>
            </a:pPr>
            <a:endParaRPr lang="en-US" altLang="zh-CN" sz="2400" dirty="0">
              <a:latin typeface="华文中宋" panose="02010600040101010101" pitchFamily="2" charset="-122"/>
            </a:endParaRPr>
          </a:p>
          <a:p>
            <a:pPr eaLnBrk="1" hangingPunct="1">
              <a:buFont typeface="Wingdings" panose="05000000000000000000" pitchFamily="2" charset="2"/>
              <a:buChar char="l"/>
            </a:pPr>
            <a:r>
              <a:rPr lang="zh-CN" altLang="en-US" sz="2400" dirty="0"/>
              <a:t>如果等待队列有</a:t>
            </a:r>
            <a:r>
              <a:rPr lang="en-US" sz="2400" dirty="0"/>
              <a:t> </a:t>
            </a:r>
            <a:r>
              <a:rPr lang="en-US" sz="2400" i="1" dirty="0"/>
              <a:t>n</a:t>
            </a:r>
            <a:r>
              <a:rPr lang="zh-CN" altLang="en-US" sz="2400" dirty="0"/>
              <a:t>个进程，时间片为</a:t>
            </a:r>
            <a:r>
              <a:rPr lang="en-US" sz="2400" dirty="0"/>
              <a:t> </a:t>
            </a:r>
            <a:r>
              <a:rPr lang="en-US" sz="2400" i="1" dirty="0"/>
              <a:t>q</a:t>
            </a:r>
            <a:r>
              <a:rPr lang="en-US" sz="2400" dirty="0"/>
              <a:t>, </a:t>
            </a:r>
            <a:r>
              <a:rPr lang="zh-CN" altLang="en-US" sz="2400" dirty="0"/>
              <a:t>那么每个进程获得</a:t>
            </a:r>
            <a:r>
              <a:rPr lang="en-US" sz="2400" dirty="0"/>
              <a:t> 1/</a:t>
            </a:r>
            <a:r>
              <a:rPr lang="en-US" sz="2400" i="1" dirty="0"/>
              <a:t>n</a:t>
            </a:r>
            <a:r>
              <a:rPr lang="en-US" sz="2400" dirty="0"/>
              <a:t> </a:t>
            </a:r>
            <a:r>
              <a:rPr lang="zh-CN" altLang="en-US" sz="2400" dirty="0"/>
              <a:t>的</a:t>
            </a:r>
            <a:r>
              <a:rPr lang="en-US" sz="2400" dirty="0"/>
              <a:t> CPU </a:t>
            </a:r>
            <a:r>
              <a:rPr lang="zh-CN" altLang="en-US" sz="2400" dirty="0"/>
              <a:t>计算时间，任何进程等待不会超过</a:t>
            </a:r>
            <a:r>
              <a:rPr lang="en-US" sz="2400" dirty="0"/>
              <a:t> (</a:t>
            </a:r>
            <a:r>
              <a:rPr lang="en-US" sz="2400" i="1" dirty="0"/>
              <a:t>n</a:t>
            </a:r>
            <a:r>
              <a:rPr lang="en-US" sz="2400" dirty="0"/>
              <a:t>-1)</a:t>
            </a:r>
            <a:r>
              <a:rPr lang="en-US" sz="2400" i="1" dirty="0"/>
              <a:t>q </a:t>
            </a:r>
            <a:r>
              <a:rPr lang="zh-CN" altLang="en-US" sz="2400" dirty="0"/>
              <a:t>时间片</a:t>
            </a:r>
            <a:r>
              <a:rPr lang="en-US" sz="2400" dirty="0"/>
              <a:t>.</a:t>
            </a:r>
          </a:p>
          <a:p>
            <a:pPr eaLnBrk="1" hangingPunct="1">
              <a:buFont typeface="Wingdings" panose="05000000000000000000" pitchFamily="2" charset="2"/>
              <a:buChar char="l"/>
            </a:pPr>
            <a:r>
              <a:rPr lang="zh-CN" altLang="en-US" sz="2400" dirty="0"/>
              <a:t>特性</a:t>
            </a:r>
            <a:endParaRPr lang="en-US" sz="2400" dirty="0"/>
          </a:p>
          <a:p>
            <a:pPr lvl="1" eaLnBrk="1" hangingPunct="1">
              <a:buFont typeface="Wingdings" panose="05000000000000000000" pitchFamily="2" charset="2"/>
              <a:buChar char="ü"/>
            </a:pPr>
            <a:r>
              <a:rPr lang="zh-CN" altLang="en-US" sz="2400" dirty="0"/>
              <a:t>当</a:t>
            </a:r>
            <a:r>
              <a:rPr lang="en-US" sz="2400" i="1" dirty="0"/>
              <a:t>q</a:t>
            </a:r>
            <a:r>
              <a:rPr lang="zh-CN" altLang="en-US" sz="2400" dirty="0"/>
              <a:t>区域无穷大时</a:t>
            </a:r>
            <a:r>
              <a:rPr lang="en-US" sz="2400" dirty="0"/>
              <a:t> </a:t>
            </a:r>
            <a:r>
              <a:rPr lang="en-US" sz="2400" dirty="0">
                <a:sym typeface="Symbol" panose="05050102010706020507" pitchFamily="18" charset="2"/>
              </a:rPr>
              <a:t> FIFO</a:t>
            </a:r>
          </a:p>
          <a:p>
            <a:pPr lvl="1" eaLnBrk="1" hangingPunct="1">
              <a:buFont typeface="Wingdings" panose="05000000000000000000" pitchFamily="2" charset="2"/>
              <a:buChar char="ü"/>
            </a:pPr>
            <a:r>
              <a:rPr lang="zh-CN" altLang="en-US" sz="2400" dirty="0">
                <a:sym typeface="Symbol" panose="05050102010706020507" pitchFamily="18" charset="2"/>
              </a:rPr>
              <a:t>当</a:t>
            </a:r>
            <a:r>
              <a:rPr lang="en-US" sz="2400" i="1" dirty="0">
                <a:sym typeface="Symbol" panose="05050102010706020507" pitchFamily="18" charset="2"/>
              </a:rPr>
              <a:t>q</a:t>
            </a:r>
            <a:r>
              <a:rPr lang="zh-CN" altLang="en-US" sz="2400" dirty="0">
                <a:sym typeface="Symbol" panose="05050102010706020507" pitchFamily="18" charset="2"/>
              </a:rPr>
              <a:t>较小时</a:t>
            </a:r>
            <a:r>
              <a:rPr lang="en-US" sz="2400" dirty="0">
                <a:sym typeface="Symbol" panose="05050102010706020507" pitchFamily="18" charset="2"/>
              </a:rPr>
              <a:t>  </a:t>
            </a:r>
            <a:r>
              <a:rPr lang="zh-CN" altLang="en-US" sz="2400" dirty="0">
                <a:sym typeface="Symbol" panose="05050102010706020507" pitchFamily="18" charset="2"/>
              </a:rPr>
              <a:t>会导致浪费大量的资源用于进程切换</a:t>
            </a:r>
            <a:endParaRPr lang="en-US" sz="2400" dirty="0">
              <a:sym typeface="Symbol" panose="05050102010706020507" pitchFamily="18" charset="2"/>
            </a:endParaRPr>
          </a:p>
        </p:txBody>
      </p:sp>
      <p:pic>
        <p:nvPicPr>
          <p:cNvPr id="5" name="Picture 5" descr="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730" y="2482569"/>
            <a:ext cx="740727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24730" y="2294164"/>
            <a:ext cx="763361" cy="646331"/>
          </a:xfrm>
          <a:prstGeom prst="rect">
            <a:avLst/>
          </a:prstGeom>
          <a:solidFill>
            <a:schemeClr val="bg1"/>
          </a:solidFill>
        </p:spPr>
        <p:txBody>
          <a:bodyPr wrap="square" rtlCol="0">
            <a:spAutoFit/>
          </a:bodyPr>
          <a:lstStyle/>
          <a:p>
            <a:r>
              <a:rPr lang="zh-CN" altLang="en-US" dirty="0"/>
              <a:t>当前进程</a:t>
            </a:r>
          </a:p>
        </p:txBody>
      </p:sp>
      <p:sp>
        <p:nvSpPr>
          <p:cNvPr id="7" name="文本框 6"/>
          <p:cNvSpPr txBox="1"/>
          <p:nvPr/>
        </p:nvSpPr>
        <p:spPr>
          <a:xfrm>
            <a:off x="5161302" y="2294164"/>
            <a:ext cx="763361" cy="646331"/>
          </a:xfrm>
          <a:prstGeom prst="rect">
            <a:avLst/>
          </a:prstGeom>
          <a:solidFill>
            <a:schemeClr val="bg1"/>
          </a:solidFill>
        </p:spPr>
        <p:txBody>
          <a:bodyPr wrap="square" rtlCol="0">
            <a:spAutoFit/>
          </a:bodyPr>
          <a:lstStyle/>
          <a:p>
            <a:r>
              <a:rPr lang="zh-CN" altLang="en-US" dirty="0"/>
              <a:t>当前进程</a:t>
            </a:r>
          </a:p>
        </p:txBody>
      </p:sp>
      <p:sp>
        <p:nvSpPr>
          <p:cNvPr id="8" name="文本框 7"/>
          <p:cNvSpPr txBox="1"/>
          <p:nvPr/>
        </p:nvSpPr>
        <p:spPr>
          <a:xfrm>
            <a:off x="2099238" y="2294163"/>
            <a:ext cx="763361" cy="646331"/>
          </a:xfrm>
          <a:prstGeom prst="rect">
            <a:avLst/>
          </a:prstGeom>
          <a:solidFill>
            <a:schemeClr val="bg1"/>
          </a:solidFill>
        </p:spPr>
        <p:txBody>
          <a:bodyPr wrap="square" rtlCol="0">
            <a:spAutoFit/>
          </a:bodyPr>
          <a:lstStyle/>
          <a:p>
            <a:r>
              <a:rPr lang="zh-CN" altLang="en-US" dirty="0"/>
              <a:t>下一进程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noChangeArrowheads="1"/>
          </p:cNvSpPr>
          <p:nvPr/>
        </p:nvSpPr>
        <p:spPr bwMode="auto">
          <a:xfrm>
            <a:off x="8560594" y="6489700"/>
            <a:ext cx="495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81DCB2CD-DFC6-49DC-A75F-B536A60D3760}" type="slidenum">
              <a:rPr lang="zh-CN" altLang="en-US" sz="1400">
                <a:ea typeface="宋体" panose="02010600030101010101" pitchFamily="2" charset="-122"/>
              </a:rPr>
              <a:t>47</a:t>
            </a:fld>
            <a:endParaRPr lang="en-US" sz="1400">
              <a:ea typeface="宋体" panose="02010600030101010101" pitchFamily="2" charset="-122"/>
            </a:endParaRPr>
          </a:p>
        </p:txBody>
      </p:sp>
      <p:sp>
        <p:nvSpPr>
          <p:cNvPr id="97283" name="Rectangle 2"/>
          <p:cNvSpPr>
            <a:spLocks noGrp="1" noChangeArrowheads="1"/>
          </p:cNvSpPr>
          <p:nvPr>
            <p:ph type="title" idx="4294967295"/>
          </p:nvPr>
        </p:nvSpPr>
        <p:spPr>
          <a:xfrm>
            <a:off x="407194" y="102190"/>
            <a:ext cx="8520112" cy="894170"/>
          </a:xfrm>
        </p:spPr>
        <p:txBody>
          <a:bodyPr>
            <a:normAutofit/>
          </a:bodyPr>
          <a:lstStyle/>
          <a:p>
            <a:pPr algn="ctr" eaLnBrk="1" hangingPunct="1"/>
            <a:r>
              <a:rPr lang="en-US" altLang="zh-CN" sz="3800" b="1" dirty="0">
                <a:latin typeface="华文中宋" panose="02010600040101010101" pitchFamily="2" charset="-122"/>
              </a:rPr>
              <a:t>RR </a:t>
            </a:r>
            <a:r>
              <a:rPr lang="zh-CN" altLang="en-US" sz="3800" b="1" dirty="0">
                <a:latin typeface="华文中宋" panose="02010600040101010101" pitchFamily="2" charset="-122"/>
              </a:rPr>
              <a:t>调度例子：时间片</a:t>
            </a:r>
            <a:r>
              <a:rPr lang="en-US" altLang="zh-CN" sz="3800" b="1" dirty="0">
                <a:latin typeface="华文中宋" panose="02010600040101010101" pitchFamily="2" charset="-122"/>
              </a:rPr>
              <a:t>= 20</a:t>
            </a:r>
          </a:p>
        </p:txBody>
      </p:sp>
      <p:sp>
        <p:nvSpPr>
          <p:cNvPr id="97284" name="Rectangle 3"/>
          <p:cNvSpPr>
            <a:spLocks noGrp="1" noChangeArrowheads="1"/>
          </p:cNvSpPr>
          <p:nvPr>
            <p:ph type="body" idx="4294967295"/>
          </p:nvPr>
        </p:nvSpPr>
        <p:spPr>
          <a:xfrm>
            <a:off x="407194" y="1152525"/>
            <a:ext cx="8197850" cy="5156200"/>
          </a:xfrm>
        </p:spPr>
        <p:txBody>
          <a:bodyPr>
            <a:normAutofit/>
          </a:bodyPr>
          <a:lstStyle/>
          <a:p>
            <a:pPr>
              <a:buNone/>
              <a:tabLst>
                <a:tab pos="2222500" algn="ctr"/>
                <a:tab pos="3997325" algn="ctr"/>
              </a:tabLst>
            </a:pPr>
            <a:r>
              <a:rPr lang="zh-CN" altLang="en-US" dirty="0">
                <a:ea typeface="宋体" panose="02010600030101010101" pitchFamily="2" charset="-122"/>
              </a:rPr>
              <a:t>		</a:t>
            </a:r>
            <a:r>
              <a:rPr lang="zh-CN" altLang="en-US" sz="2400" u="sng" dirty="0">
                <a:latin typeface="华文中宋" panose="02010600040101010101" pitchFamily="2" charset="-122"/>
              </a:rPr>
              <a:t>进程</a:t>
            </a:r>
            <a:r>
              <a:rPr lang="zh-CN" altLang="en-US" sz="2400" dirty="0">
                <a:latin typeface="华文中宋" panose="02010600040101010101" pitchFamily="2" charset="-122"/>
              </a:rPr>
              <a:t>	</a:t>
            </a:r>
            <a:r>
              <a:rPr lang="en-US" altLang="zh-CN" sz="2400" u="sng" dirty="0">
                <a:latin typeface="华文中宋" panose="02010600040101010101" pitchFamily="2" charset="-122"/>
              </a:rPr>
              <a:t>CPU</a:t>
            </a:r>
            <a:r>
              <a:rPr lang="zh-CN" altLang="en-US" sz="2400" u="sng" dirty="0">
                <a:latin typeface="华文中宋" panose="02010600040101010101" pitchFamily="2" charset="-122"/>
              </a:rPr>
              <a:t>耗时</a:t>
            </a:r>
          </a:p>
          <a:p>
            <a:pPr>
              <a:buNone/>
              <a:tabLst>
                <a:tab pos="2222500" algn="ctr"/>
                <a:tab pos="3997325" algn="ctr"/>
              </a:tabLst>
            </a:pPr>
            <a:r>
              <a:rPr lang="zh-CN" altLang="en-US" sz="2400" i="1" dirty="0">
                <a:ea typeface="宋体" panose="02010600030101010101" pitchFamily="2" charset="-122"/>
              </a:rPr>
              <a:t>		P</a:t>
            </a:r>
            <a:r>
              <a:rPr lang="zh-CN" altLang="en-US" sz="2400" i="1" baseline="-25000" dirty="0">
                <a:ea typeface="宋体" panose="02010600030101010101" pitchFamily="2" charset="-122"/>
              </a:rPr>
              <a:t>1	</a:t>
            </a:r>
            <a:r>
              <a:rPr lang="zh-CN" altLang="en-US" sz="2400" dirty="0">
                <a:ea typeface="宋体" panose="02010600030101010101" pitchFamily="2" charset="-122"/>
              </a:rPr>
              <a:t>53</a:t>
            </a:r>
          </a:p>
          <a:p>
            <a:pPr>
              <a:buNone/>
              <a:tabLst>
                <a:tab pos="2222500" algn="ctr"/>
                <a:tab pos="3997325" algn="ctr"/>
              </a:tabLst>
            </a:pPr>
            <a:r>
              <a:rPr lang="zh-CN" altLang="en-US" sz="2400" dirty="0">
                <a:ea typeface="宋体" panose="02010600030101010101" pitchFamily="2" charset="-122"/>
              </a:rPr>
              <a:t>		 </a:t>
            </a:r>
            <a:r>
              <a:rPr lang="zh-CN" altLang="en-US" sz="2400" i="1" dirty="0">
                <a:ea typeface="宋体" panose="02010600030101010101" pitchFamily="2" charset="-122"/>
              </a:rPr>
              <a:t>P</a:t>
            </a:r>
            <a:r>
              <a:rPr lang="zh-CN" altLang="en-US" sz="2400" i="1" baseline="-25000" dirty="0">
                <a:ea typeface="宋体" panose="02010600030101010101" pitchFamily="2" charset="-122"/>
              </a:rPr>
              <a:t>2	 </a:t>
            </a:r>
            <a:r>
              <a:rPr lang="zh-CN" altLang="en-US" sz="2400" dirty="0">
                <a:ea typeface="宋体" panose="02010600030101010101" pitchFamily="2" charset="-122"/>
              </a:rPr>
              <a:t>17</a:t>
            </a:r>
          </a:p>
          <a:p>
            <a:pPr>
              <a:buNone/>
              <a:tabLst>
                <a:tab pos="2222500" algn="ctr"/>
                <a:tab pos="3997325" algn="ctr"/>
              </a:tabLst>
            </a:pPr>
            <a:r>
              <a:rPr lang="zh-CN" altLang="en-US" sz="2400" dirty="0">
                <a:ea typeface="宋体" panose="02010600030101010101" pitchFamily="2" charset="-122"/>
              </a:rPr>
              <a:t>		 </a:t>
            </a:r>
            <a:r>
              <a:rPr lang="zh-CN" altLang="en-US" sz="2400" i="1" dirty="0">
                <a:ea typeface="宋体" panose="02010600030101010101" pitchFamily="2" charset="-122"/>
              </a:rPr>
              <a:t>P</a:t>
            </a:r>
            <a:r>
              <a:rPr lang="zh-CN" altLang="en-US" sz="2400" i="1" baseline="-25000" dirty="0">
                <a:ea typeface="宋体" panose="02010600030101010101" pitchFamily="2" charset="-122"/>
              </a:rPr>
              <a:t>3	</a:t>
            </a:r>
            <a:r>
              <a:rPr lang="zh-CN" altLang="en-US" sz="2400" dirty="0">
                <a:ea typeface="宋体" panose="02010600030101010101" pitchFamily="2" charset="-122"/>
              </a:rPr>
              <a:t>68</a:t>
            </a:r>
          </a:p>
          <a:p>
            <a:pPr>
              <a:buNone/>
              <a:tabLst>
                <a:tab pos="2222500" algn="ctr"/>
                <a:tab pos="3997325" algn="ctr"/>
              </a:tabLst>
            </a:pPr>
            <a:r>
              <a:rPr lang="zh-CN" altLang="en-US" sz="2400" dirty="0">
                <a:ea typeface="宋体" panose="02010600030101010101" pitchFamily="2" charset="-122"/>
              </a:rPr>
              <a:t>		 </a:t>
            </a:r>
            <a:r>
              <a:rPr lang="zh-CN" altLang="en-US" sz="2400" i="1" dirty="0">
                <a:ea typeface="宋体" panose="02010600030101010101" pitchFamily="2" charset="-122"/>
              </a:rPr>
              <a:t>P</a:t>
            </a:r>
            <a:r>
              <a:rPr lang="zh-CN" altLang="en-US" sz="2400" i="1" baseline="-25000" dirty="0">
                <a:ea typeface="宋体" panose="02010600030101010101" pitchFamily="2" charset="-122"/>
              </a:rPr>
              <a:t>4	 </a:t>
            </a:r>
            <a:r>
              <a:rPr lang="zh-CN" altLang="en-US" sz="2400" dirty="0">
                <a:ea typeface="宋体" panose="02010600030101010101" pitchFamily="2" charset="-122"/>
              </a:rPr>
              <a:t>24</a:t>
            </a:r>
            <a:endParaRPr lang="en-US" altLang="zh-CN" sz="2400" dirty="0">
              <a:ea typeface="宋体" panose="02010600030101010101" pitchFamily="2" charset="-122"/>
            </a:endParaRPr>
          </a:p>
          <a:p>
            <a:pPr>
              <a:buNone/>
              <a:tabLst>
                <a:tab pos="2222500" algn="ctr"/>
                <a:tab pos="3997325" algn="ctr"/>
              </a:tabLst>
            </a:pPr>
            <a:endParaRPr lang="zh-CN" altLang="en-US" sz="2400" dirty="0">
              <a:ea typeface="宋体" panose="02010600030101010101" pitchFamily="2" charset="-122"/>
            </a:endParaRPr>
          </a:p>
          <a:p>
            <a:pPr>
              <a:buFont typeface="Wingdings" panose="05000000000000000000" pitchFamily="2" charset="2"/>
              <a:buChar char="l"/>
              <a:tabLst>
                <a:tab pos="2222500" algn="ctr"/>
                <a:tab pos="3997325" algn="ctr"/>
              </a:tabLst>
            </a:pPr>
            <a:r>
              <a:rPr lang="zh-CN" altLang="en-US" sz="2400" dirty="0">
                <a:latin typeface="华文中宋" panose="02010600040101010101" pitchFamily="2" charset="-122"/>
              </a:rPr>
              <a:t>请尝试画出</a:t>
            </a:r>
            <a:r>
              <a:rPr lang="en-US" altLang="zh-CN" sz="2400" dirty="0">
                <a:latin typeface="华文中宋" panose="02010600040101010101" pitchFamily="2" charset="-122"/>
              </a:rPr>
              <a:t>CPU</a:t>
            </a:r>
            <a:r>
              <a:rPr lang="zh-CN" altLang="en-US" sz="2400" dirty="0">
                <a:latin typeface="华文中宋" panose="02010600040101010101" pitchFamily="2" charset="-122"/>
              </a:rPr>
              <a:t>的运行甘特图: </a:t>
            </a:r>
            <a:br>
              <a:rPr lang="zh-CN" altLang="en-US" sz="2400" dirty="0">
                <a:ea typeface="宋体" panose="02010600030101010101" pitchFamily="2" charset="-122"/>
              </a:rPr>
            </a:br>
            <a:br>
              <a:rPr lang="zh-CN" altLang="en-US" sz="2400" dirty="0">
                <a:ea typeface="宋体" panose="02010600030101010101" pitchFamily="2" charset="-122"/>
              </a:rPr>
            </a:br>
            <a:br>
              <a:rPr lang="zh-CN" altLang="en-US" sz="2400" dirty="0">
                <a:ea typeface="宋体" panose="02010600030101010101" pitchFamily="2" charset="-122"/>
              </a:rPr>
            </a:br>
            <a:endParaRPr lang="zh-CN" altLang="en-US" sz="2400" dirty="0">
              <a:ea typeface="宋体" panose="02010600030101010101" pitchFamily="2" charset="-122"/>
            </a:endParaRPr>
          </a:p>
          <a:p>
            <a:pPr>
              <a:tabLst>
                <a:tab pos="2222500" algn="ctr"/>
                <a:tab pos="3997325" algn="ctr"/>
              </a:tabLst>
            </a:pPr>
            <a:endParaRPr lang="zh-CN" altLang="en-US" sz="2400" dirty="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noChangeArrowheads="1"/>
          </p:cNvSpPr>
          <p:nvPr/>
        </p:nvSpPr>
        <p:spPr bwMode="auto">
          <a:xfrm>
            <a:off x="8560594" y="6489700"/>
            <a:ext cx="495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81DCB2CD-DFC6-49DC-A75F-B536A60D3760}" type="slidenum">
              <a:rPr lang="zh-CN" altLang="en-US" sz="1400">
                <a:ea typeface="宋体" panose="02010600030101010101" pitchFamily="2" charset="-122"/>
              </a:rPr>
              <a:t>48</a:t>
            </a:fld>
            <a:endParaRPr lang="en-US" sz="1400">
              <a:ea typeface="宋体" panose="02010600030101010101" pitchFamily="2" charset="-122"/>
            </a:endParaRPr>
          </a:p>
        </p:txBody>
      </p:sp>
      <p:sp>
        <p:nvSpPr>
          <p:cNvPr id="97283" name="Rectangle 2"/>
          <p:cNvSpPr>
            <a:spLocks noGrp="1" noChangeArrowheads="1"/>
          </p:cNvSpPr>
          <p:nvPr>
            <p:ph type="title" idx="4294967295"/>
          </p:nvPr>
        </p:nvSpPr>
        <p:spPr>
          <a:xfrm>
            <a:off x="407194" y="102190"/>
            <a:ext cx="8520112" cy="894170"/>
          </a:xfrm>
        </p:spPr>
        <p:txBody>
          <a:bodyPr>
            <a:normAutofit/>
          </a:bodyPr>
          <a:lstStyle/>
          <a:p>
            <a:pPr algn="ctr" eaLnBrk="1" hangingPunct="1"/>
            <a:r>
              <a:rPr lang="en-US" altLang="zh-CN" sz="3800" b="1" dirty="0">
                <a:latin typeface="华文中宋" panose="02010600040101010101" pitchFamily="2" charset="-122"/>
              </a:rPr>
              <a:t>RR </a:t>
            </a:r>
            <a:r>
              <a:rPr lang="zh-CN" altLang="en-US" sz="3800" b="1" dirty="0">
                <a:latin typeface="华文中宋" panose="02010600040101010101" pitchFamily="2" charset="-122"/>
              </a:rPr>
              <a:t>调度例子：时间片</a:t>
            </a:r>
            <a:r>
              <a:rPr lang="en-US" altLang="zh-CN" sz="3800" b="1" dirty="0">
                <a:latin typeface="华文中宋" panose="02010600040101010101" pitchFamily="2" charset="-122"/>
              </a:rPr>
              <a:t>= 20</a:t>
            </a:r>
          </a:p>
        </p:txBody>
      </p:sp>
      <p:sp>
        <p:nvSpPr>
          <p:cNvPr id="97284" name="Rectangle 3"/>
          <p:cNvSpPr>
            <a:spLocks noGrp="1" noChangeArrowheads="1"/>
          </p:cNvSpPr>
          <p:nvPr>
            <p:ph type="body" idx="4294967295"/>
          </p:nvPr>
        </p:nvSpPr>
        <p:spPr>
          <a:xfrm>
            <a:off x="407194" y="1152525"/>
            <a:ext cx="8197850" cy="5156200"/>
          </a:xfrm>
        </p:spPr>
        <p:txBody>
          <a:bodyPr>
            <a:normAutofit lnSpcReduction="10000"/>
          </a:bodyPr>
          <a:lstStyle/>
          <a:p>
            <a:pPr>
              <a:buNone/>
              <a:tabLst>
                <a:tab pos="2222500" algn="ctr"/>
                <a:tab pos="3997325" algn="ctr"/>
              </a:tabLst>
            </a:pPr>
            <a:r>
              <a:rPr lang="zh-CN" altLang="en-US" dirty="0">
                <a:ea typeface="宋体" panose="02010600030101010101" pitchFamily="2" charset="-122"/>
              </a:rPr>
              <a:t>		</a:t>
            </a:r>
            <a:r>
              <a:rPr lang="zh-CN" altLang="en-US" sz="2400" u="sng" dirty="0">
                <a:latin typeface="华文中宋" panose="02010600040101010101" pitchFamily="2" charset="-122"/>
              </a:rPr>
              <a:t>进程</a:t>
            </a:r>
            <a:r>
              <a:rPr lang="zh-CN" altLang="en-US" sz="2400" dirty="0">
                <a:latin typeface="华文中宋" panose="02010600040101010101" pitchFamily="2" charset="-122"/>
              </a:rPr>
              <a:t>	</a:t>
            </a:r>
            <a:r>
              <a:rPr lang="en-US" altLang="zh-CN" sz="2400" u="sng" dirty="0">
                <a:latin typeface="华文中宋" panose="02010600040101010101" pitchFamily="2" charset="-122"/>
              </a:rPr>
              <a:t>CPU</a:t>
            </a:r>
            <a:r>
              <a:rPr lang="zh-CN" altLang="en-US" sz="2400" u="sng" dirty="0">
                <a:latin typeface="华文中宋" panose="02010600040101010101" pitchFamily="2" charset="-122"/>
              </a:rPr>
              <a:t>耗时</a:t>
            </a:r>
          </a:p>
          <a:p>
            <a:pPr>
              <a:buNone/>
              <a:tabLst>
                <a:tab pos="2222500" algn="ctr"/>
                <a:tab pos="3997325" algn="ctr"/>
              </a:tabLst>
            </a:pPr>
            <a:r>
              <a:rPr lang="zh-CN" altLang="en-US" sz="2400" i="1" dirty="0">
                <a:ea typeface="宋体" panose="02010600030101010101" pitchFamily="2" charset="-122"/>
              </a:rPr>
              <a:t>		P</a:t>
            </a:r>
            <a:r>
              <a:rPr lang="zh-CN" altLang="en-US" sz="2400" i="1" baseline="-25000" dirty="0">
                <a:ea typeface="宋体" panose="02010600030101010101" pitchFamily="2" charset="-122"/>
              </a:rPr>
              <a:t>1	</a:t>
            </a:r>
            <a:r>
              <a:rPr lang="zh-CN" altLang="en-US" sz="2400" dirty="0">
                <a:ea typeface="宋体" panose="02010600030101010101" pitchFamily="2" charset="-122"/>
              </a:rPr>
              <a:t>53</a:t>
            </a:r>
          </a:p>
          <a:p>
            <a:pPr>
              <a:buNone/>
              <a:tabLst>
                <a:tab pos="2222500" algn="ctr"/>
                <a:tab pos="3997325" algn="ctr"/>
              </a:tabLst>
            </a:pPr>
            <a:r>
              <a:rPr lang="zh-CN" altLang="en-US" sz="2400" dirty="0">
                <a:ea typeface="宋体" panose="02010600030101010101" pitchFamily="2" charset="-122"/>
              </a:rPr>
              <a:t>		 </a:t>
            </a:r>
            <a:r>
              <a:rPr lang="zh-CN" altLang="en-US" sz="2400" i="1" dirty="0">
                <a:ea typeface="宋体" panose="02010600030101010101" pitchFamily="2" charset="-122"/>
              </a:rPr>
              <a:t>P</a:t>
            </a:r>
            <a:r>
              <a:rPr lang="zh-CN" altLang="en-US" sz="2400" i="1" baseline="-25000" dirty="0">
                <a:ea typeface="宋体" panose="02010600030101010101" pitchFamily="2" charset="-122"/>
              </a:rPr>
              <a:t>2	 </a:t>
            </a:r>
            <a:r>
              <a:rPr lang="zh-CN" altLang="en-US" sz="2400" dirty="0">
                <a:ea typeface="宋体" panose="02010600030101010101" pitchFamily="2" charset="-122"/>
              </a:rPr>
              <a:t>17</a:t>
            </a:r>
          </a:p>
          <a:p>
            <a:pPr>
              <a:buNone/>
              <a:tabLst>
                <a:tab pos="2222500" algn="ctr"/>
                <a:tab pos="3997325" algn="ctr"/>
              </a:tabLst>
            </a:pPr>
            <a:r>
              <a:rPr lang="zh-CN" altLang="en-US" sz="2400" dirty="0">
                <a:ea typeface="宋体" panose="02010600030101010101" pitchFamily="2" charset="-122"/>
              </a:rPr>
              <a:t>		 </a:t>
            </a:r>
            <a:r>
              <a:rPr lang="zh-CN" altLang="en-US" sz="2400" i="1" dirty="0">
                <a:ea typeface="宋体" panose="02010600030101010101" pitchFamily="2" charset="-122"/>
              </a:rPr>
              <a:t>P</a:t>
            </a:r>
            <a:r>
              <a:rPr lang="zh-CN" altLang="en-US" sz="2400" i="1" baseline="-25000" dirty="0">
                <a:ea typeface="宋体" panose="02010600030101010101" pitchFamily="2" charset="-122"/>
              </a:rPr>
              <a:t>3	</a:t>
            </a:r>
            <a:r>
              <a:rPr lang="zh-CN" altLang="en-US" sz="2400" dirty="0">
                <a:ea typeface="宋体" panose="02010600030101010101" pitchFamily="2" charset="-122"/>
              </a:rPr>
              <a:t>68</a:t>
            </a:r>
          </a:p>
          <a:p>
            <a:pPr>
              <a:buNone/>
              <a:tabLst>
                <a:tab pos="2222500" algn="ctr"/>
                <a:tab pos="3997325" algn="ctr"/>
              </a:tabLst>
            </a:pPr>
            <a:r>
              <a:rPr lang="zh-CN" altLang="en-US" sz="2400" dirty="0">
                <a:ea typeface="宋体" panose="02010600030101010101" pitchFamily="2" charset="-122"/>
              </a:rPr>
              <a:t>		 </a:t>
            </a:r>
            <a:r>
              <a:rPr lang="zh-CN" altLang="en-US" sz="2400" i="1" dirty="0">
                <a:ea typeface="宋体" panose="02010600030101010101" pitchFamily="2" charset="-122"/>
              </a:rPr>
              <a:t>P</a:t>
            </a:r>
            <a:r>
              <a:rPr lang="zh-CN" altLang="en-US" sz="2400" i="1" baseline="-25000" dirty="0">
                <a:ea typeface="宋体" panose="02010600030101010101" pitchFamily="2" charset="-122"/>
              </a:rPr>
              <a:t>4	 </a:t>
            </a:r>
            <a:r>
              <a:rPr lang="zh-CN" altLang="en-US" sz="2400" dirty="0">
                <a:ea typeface="宋体" panose="02010600030101010101" pitchFamily="2" charset="-122"/>
              </a:rPr>
              <a:t>24</a:t>
            </a:r>
            <a:endParaRPr lang="en-US" altLang="zh-CN" sz="2400" dirty="0">
              <a:ea typeface="宋体" panose="02010600030101010101" pitchFamily="2" charset="-122"/>
            </a:endParaRPr>
          </a:p>
          <a:p>
            <a:pPr>
              <a:buNone/>
              <a:tabLst>
                <a:tab pos="2222500" algn="ctr"/>
                <a:tab pos="3997325" algn="ctr"/>
              </a:tabLst>
            </a:pPr>
            <a:endParaRPr lang="zh-CN" altLang="en-US" sz="2400" dirty="0">
              <a:ea typeface="宋体" panose="02010600030101010101" pitchFamily="2" charset="-122"/>
            </a:endParaRPr>
          </a:p>
          <a:p>
            <a:pPr>
              <a:buFont typeface="Wingdings" panose="05000000000000000000" pitchFamily="2" charset="2"/>
              <a:buChar char="l"/>
              <a:tabLst>
                <a:tab pos="2222500" algn="ctr"/>
                <a:tab pos="3997325" algn="ctr"/>
              </a:tabLst>
            </a:pPr>
            <a:r>
              <a:rPr lang="en-US" altLang="zh-CN" sz="2400" dirty="0">
                <a:latin typeface="华文中宋" panose="02010600040101010101" pitchFamily="2" charset="-122"/>
              </a:rPr>
              <a:t>CPU</a:t>
            </a:r>
            <a:r>
              <a:rPr lang="zh-CN" altLang="en-US" sz="2400" dirty="0">
                <a:latin typeface="华文中宋" panose="02010600040101010101" pitchFamily="2" charset="-122"/>
              </a:rPr>
              <a:t>运行甘特图: </a:t>
            </a:r>
            <a:br>
              <a:rPr lang="zh-CN" altLang="en-US" sz="2400" dirty="0">
                <a:ea typeface="宋体" panose="02010600030101010101" pitchFamily="2" charset="-122"/>
              </a:rPr>
            </a:br>
            <a:br>
              <a:rPr lang="zh-CN" altLang="en-US" sz="2400" dirty="0">
                <a:ea typeface="宋体" panose="02010600030101010101" pitchFamily="2" charset="-122"/>
              </a:rPr>
            </a:br>
            <a:br>
              <a:rPr lang="zh-CN" altLang="en-US" sz="2400" dirty="0">
                <a:ea typeface="宋体" panose="02010600030101010101" pitchFamily="2" charset="-122"/>
              </a:rPr>
            </a:br>
            <a:endParaRPr lang="zh-CN" altLang="en-US" sz="2400" dirty="0">
              <a:ea typeface="宋体" panose="02010600030101010101" pitchFamily="2" charset="-122"/>
            </a:endParaRPr>
          </a:p>
          <a:p>
            <a:pPr>
              <a:tabLst>
                <a:tab pos="2222500" algn="ctr"/>
                <a:tab pos="3997325" algn="ctr"/>
              </a:tabLst>
            </a:pPr>
            <a:endParaRPr lang="zh-CN" altLang="en-US" sz="2400" dirty="0">
              <a:ea typeface="宋体" panose="02010600030101010101" pitchFamily="2" charset="-122"/>
            </a:endParaRPr>
          </a:p>
          <a:p>
            <a:pPr>
              <a:buFont typeface="Wingdings" panose="05000000000000000000" pitchFamily="2" charset="2"/>
              <a:buChar char="l"/>
              <a:tabLst>
                <a:tab pos="2222500" algn="ctr"/>
                <a:tab pos="3997325" algn="ctr"/>
              </a:tabLst>
            </a:pPr>
            <a:endParaRPr lang="en-US" altLang="zh-CN" sz="2400" dirty="0">
              <a:ea typeface="宋体" panose="02010600030101010101" pitchFamily="2" charset="-122"/>
            </a:endParaRPr>
          </a:p>
          <a:p>
            <a:pPr>
              <a:buFont typeface="Wingdings" panose="05000000000000000000" pitchFamily="2" charset="2"/>
              <a:buChar char="l"/>
              <a:tabLst>
                <a:tab pos="2222500" algn="ctr"/>
                <a:tab pos="3997325" algn="ctr"/>
              </a:tabLst>
            </a:pPr>
            <a:r>
              <a:rPr lang="en-US" altLang="zh-CN" sz="2400" dirty="0">
                <a:latin typeface="华文中宋" panose="02010600040101010101" pitchFamily="2" charset="-122"/>
              </a:rPr>
              <a:t>RR</a:t>
            </a:r>
            <a:r>
              <a:rPr lang="zh-CN" altLang="en-US" sz="2400" dirty="0">
                <a:latin typeface="华文中宋" panose="02010600040101010101" pitchFamily="2" charset="-122"/>
              </a:rPr>
              <a:t>通常比</a:t>
            </a:r>
            <a:r>
              <a:rPr lang="en-US" altLang="zh-CN" sz="2400" dirty="0">
                <a:latin typeface="华文中宋" panose="02010600040101010101" pitchFamily="2" charset="-122"/>
              </a:rPr>
              <a:t>SJF</a:t>
            </a:r>
            <a:r>
              <a:rPr lang="zh-CN" altLang="en-US" sz="2400" dirty="0">
                <a:latin typeface="华文中宋" panose="02010600040101010101" pitchFamily="2" charset="-122"/>
              </a:rPr>
              <a:t>具有更大的周转时间,但是有更好的实时性。</a:t>
            </a:r>
          </a:p>
        </p:txBody>
      </p:sp>
      <p:grpSp>
        <p:nvGrpSpPr>
          <p:cNvPr id="97285" name="Group 5"/>
          <p:cNvGrpSpPr/>
          <p:nvPr/>
        </p:nvGrpSpPr>
        <p:grpSpPr bwMode="auto">
          <a:xfrm>
            <a:off x="1413669" y="4236299"/>
            <a:ext cx="6051550" cy="976313"/>
            <a:chOff x="0" y="0"/>
            <a:chExt cx="3812" cy="615"/>
          </a:xfrm>
        </p:grpSpPr>
        <p:grpSp>
          <p:nvGrpSpPr>
            <p:cNvPr id="97286" name="Group 6"/>
            <p:cNvGrpSpPr/>
            <p:nvPr/>
          </p:nvGrpSpPr>
          <p:grpSpPr bwMode="auto">
            <a:xfrm>
              <a:off x="96" y="0"/>
              <a:ext cx="3552" cy="384"/>
              <a:chOff x="0" y="0"/>
              <a:chExt cx="2880" cy="288"/>
            </a:xfrm>
          </p:grpSpPr>
          <p:sp>
            <p:nvSpPr>
              <p:cNvPr id="97287" name="Rectangle 6"/>
              <p:cNvSpPr>
                <a:spLocks noChangeArrowheads="1"/>
              </p:cNvSpPr>
              <p:nvPr/>
            </p:nvSpPr>
            <p:spPr bwMode="auto">
              <a:xfrm>
                <a:off x="0"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1</a:t>
                </a:r>
                <a:endParaRPr lang="en-US" sz="1800">
                  <a:latin typeface="Helvetica" pitchFamily="34" charset="0"/>
                  <a:ea typeface="宋体" panose="02010600030101010101" pitchFamily="2" charset="-122"/>
                </a:endParaRPr>
              </a:p>
            </p:txBody>
          </p:sp>
          <p:sp>
            <p:nvSpPr>
              <p:cNvPr id="97288" name="Rectangle 7"/>
              <p:cNvSpPr>
                <a:spLocks noChangeArrowheads="1"/>
              </p:cNvSpPr>
              <p:nvPr/>
            </p:nvSpPr>
            <p:spPr bwMode="auto">
              <a:xfrm>
                <a:off x="288"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2</a:t>
                </a:r>
              </a:p>
            </p:txBody>
          </p:sp>
          <p:sp>
            <p:nvSpPr>
              <p:cNvPr id="97289" name="Rectangle 8"/>
              <p:cNvSpPr>
                <a:spLocks noChangeArrowheads="1"/>
              </p:cNvSpPr>
              <p:nvPr/>
            </p:nvSpPr>
            <p:spPr bwMode="auto">
              <a:xfrm>
                <a:off x="576"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3</a:t>
                </a:r>
              </a:p>
            </p:txBody>
          </p:sp>
          <p:sp>
            <p:nvSpPr>
              <p:cNvPr id="97290" name="Rectangle 9"/>
              <p:cNvSpPr>
                <a:spLocks noChangeArrowheads="1"/>
              </p:cNvSpPr>
              <p:nvPr/>
            </p:nvSpPr>
            <p:spPr bwMode="auto">
              <a:xfrm>
                <a:off x="864"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4</a:t>
                </a:r>
              </a:p>
            </p:txBody>
          </p:sp>
          <p:sp>
            <p:nvSpPr>
              <p:cNvPr id="97291" name="Rectangle 10"/>
              <p:cNvSpPr>
                <a:spLocks noChangeArrowheads="1"/>
              </p:cNvSpPr>
              <p:nvPr/>
            </p:nvSpPr>
            <p:spPr bwMode="auto">
              <a:xfrm>
                <a:off x="1152"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1</a:t>
                </a:r>
              </a:p>
            </p:txBody>
          </p:sp>
          <p:sp>
            <p:nvSpPr>
              <p:cNvPr id="97292" name="Rectangle 11"/>
              <p:cNvSpPr>
                <a:spLocks noChangeArrowheads="1"/>
              </p:cNvSpPr>
              <p:nvPr/>
            </p:nvSpPr>
            <p:spPr bwMode="auto">
              <a:xfrm>
                <a:off x="1440"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dirty="0">
                    <a:latin typeface="Helvetica" pitchFamily="34" charset="0"/>
                    <a:ea typeface="宋体" panose="02010600030101010101" pitchFamily="2" charset="-122"/>
                  </a:rPr>
                  <a:t>P</a:t>
                </a:r>
                <a:r>
                  <a:rPr lang="en-US" sz="1800" baseline="-25000" dirty="0">
                    <a:latin typeface="Helvetica" pitchFamily="34" charset="0"/>
                    <a:ea typeface="宋体" panose="02010600030101010101" pitchFamily="2" charset="-122"/>
                  </a:rPr>
                  <a:t>3</a:t>
                </a:r>
              </a:p>
            </p:txBody>
          </p:sp>
          <p:sp>
            <p:nvSpPr>
              <p:cNvPr id="97293" name="Rectangle 12"/>
              <p:cNvSpPr>
                <a:spLocks noChangeArrowheads="1"/>
              </p:cNvSpPr>
              <p:nvPr/>
            </p:nvSpPr>
            <p:spPr bwMode="auto">
              <a:xfrm>
                <a:off x="1728"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4</a:t>
                </a:r>
              </a:p>
            </p:txBody>
          </p:sp>
          <p:sp>
            <p:nvSpPr>
              <p:cNvPr id="97294" name="Rectangle 13"/>
              <p:cNvSpPr>
                <a:spLocks noChangeArrowheads="1"/>
              </p:cNvSpPr>
              <p:nvPr/>
            </p:nvSpPr>
            <p:spPr bwMode="auto">
              <a:xfrm>
                <a:off x="2016"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dirty="0">
                    <a:latin typeface="Helvetica" pitchFamily="34" charset="0"/>
                    <a:ea typeface="宋体" panose="02010600030101010101" pitchFamily="2" charset="-122"/>
                  </a:rPr>
                  <a:t>P</a:t>
                </a:r>
                <a:r>
                  <a:rPr lang="en-US" sz="1800" baseline="-25000" dirty="0">
                    <a:latin typeface="Helvetica" pitchFamily="34" charset="0"/>
                    <a:ea typeface="宋体" panose="02010600030101010101" pitchFamily="2" charset="-122"/>
                  </a:rPr>
                  <a:t>1</a:t>
                </a:r>
              </a:p>
            </p:txBody>
          </p:sp>
          <p:sp>
            <p:nvSpPr>
              <p:cNvPr id="97295" name="Rectangle 14"/>
              <p:cNvSpPr>
                <a:spLocks noChangeArrowheads="1"/>
              </p:cNvSpPr>
              <p:nvPr/>
            </p:nvSpPr>
            <p:spPr bwMode="auto">
              <a:xfrm>
                <a:off x="2304"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3</a:t>
                </a:r>
              </a:p>
            </p:txBody>
          </p:sp>
          <p:sp>
            <p:nvSpPr>
              <p:cNvPr id="97296" name="Rectangle 15"/>
              <p:cNvSpPr>
                <a:spLocks noChangeArrowheads="1"/>
              </p:cNvSpPr>
              <p:nvPr/>
            </p:nvSpPr>
            <p:spPr bwMode="auto">
              <a:xfrm>
                <a:off x="2592" y="0"/>
                <a:ext cx="288" cy="288"/>
              </a:xfrm>
              <a:prstGeom prst="rect">
                <a:avLst/>
              </a:prstGeom>
              <a:solidFill>
                <a:schemeClr val="bg1"/>
              </a:solidFill>
              <a:ln w="9525" cmpd="sng">
                <a:solidFill>
                  <a:schemeClr val="tx1"/>
                </a:solidFill>
                <a:miter lim="800000"/>
              </a:ln>
            </p:spPr>
            <p:txBody>
              <a:bodyPr wrap="none" anchor="ct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r>
                  <a:rPr lang="en-US" sz="1800">
                    <a:latin typeface="Helvetica" pitchFamily="34" charset="0"/>
                    <a:ea typeface="宋体" panose="02010600030101010101" pitchFamily="2" charset="-122"/>
                  </a:rPr>
                  <a:t>P</a:t>
                </a:r>
                <a:r>
                  <a:rPr lang="en-US" sz="1800" baseline="-25000">
                    <a:latin typeface="Helvetica" pitchFamily="34" charset="0"/>
                    <a:ea typeface="宋体" panose="02010600030101010101" pitchFamily="2" charset="-122"/>
                  </a:rPr>
                  <a:t>3</a:t>
                </a:r>
              </a:p>
            </p:txBody>
          </p:sp>
        </p:grpSp>
        <p:sp>
          <p:nvSpPr>
            <p:cNvPr id="97297" name="Text Box 16"/>
            <p:cNvSpPr txBox="1">
              <a:spLocks noChangeArrowheads="1"/>
            </p:cNvSpPr>
            <p:nvPr/>
          </p:nvSpPr>
          <p:spPr bwMode="auto">
            <a:xfrm>
              <a:off x="0" y="38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0</a:t>
              </a:r>
            </a:p>
          </p:txBody>
        </p:sp>
        <p:sp>
          <p:nvSpPr>
            <p:cNvPr id="97298" name="Text Box 17"/>
            <p:cNvSpPr txBox="1">
              <a:spLocks noChangeArrowheads="1"/>
            </p:cNvSpPr>
            <p:nvPr/>
          </p:nvSpPr>
          <p:spPr bwMode="auto">
            <a:xfrm>
              <a:off x="296" y="38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20</a:t>
              </a:r>
            </a:p>
          </p:txBody>
        </p:sp>
        <p:sp>
          <p:nvSpPr>
            <p:cNvPr id="97299" name="Text Box 18"/>
            <p:cNvSpPr txBox="1">
              <a:spLocks noChangeArrowheads="1"/>
            </p:cNvSpPr>
            <p:nvPr/>
          </p:nvSpPr>
          <p:spPr bwMode="auto">
            <a:xfrm>
              <a:off x="632" y="38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37</a:t>
              </a:r>
            </a:p>
          </p:txBody>
        </p:sp>
        <p:sp>
          <p:nvSpPr>
            <p:cNvPr id="97300" name="Text Box 19"/>
            <p:cNvSpPr txBox="1">
              <a:spLocks noChangeArrowheads="1"/>
            </p:cNvSpPr>
            <p:nvPr/>
          </p:nvSpPr>
          <p:spPr bwMode="auto">
            <a:xfrm>
              <a:off x="1012" y="38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57</a:t>
              </a:r>
            </a:p>
          </p:txBody>
        </p:sp>
        <p:sp>
          <p:nvSpPr>
            <p:cNvPr id="97301" name="Text Box 20"/>
            <p:cNvSpPr txBox="1">
              <a:spLocks noChangeArrowheads="1"/>
            </p:cNvSpPr>
            <p:nvPr/>
          </p:nvSpPr>
          <p:spPr bwMode="auto">
            <a:xfrm>
              <a:off x="1400" y="38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77</a:t>
              </a:r>
            </a:p>
          </p:txBody>
        </p:sp>
        <p:sp>
          <p:nvSpPr>
            <p:cNvPr id="97302" name="Text Box 21"/>
            <p:cNvSpPr txBox="1">
              <a:spLocks noChangeArrowheads="1"/>
            </p:cNvSpPr>
            <p:nvPr/>
          </p:nvSpPr>
          <p:spPr bwMode="auto">
            <a:xfrm>
              <a:off x="1736" y="38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97</a:t>
              </a:r>
            </a:p>
          </p:txBody>
        </p:sp>
        <p:sp>
          <p:nvSpPr>
            <p:cNvPr id="97303" name="Text Box 22"/>
            <p:cNvSpPr txBox="1">
              <a:spLocks noChangeArrowheads="1"/>
            </p:cNvSpPr>
            <p:nvPr/>
          </p:nvSpPr>
          <p:spPr bwMode="auto">
            <a:xfrm>
              <a:off x="2032" y="38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117</a:t>
              </a:r>
            </a:p>
          </p:txBody>
        </p:sp>
        <p:sp>
          <p:nvSpPr>
            <p:cNvPr id="97304" name="Text Box 23"/>
            <p:cNvSpPr txBox="1">
              <a:spLocks noChangeArrowheads="1"/>
            </p:cNvSpPr>
            <p:nvPr/>
          </p:nvSpPr>
          <p:spPr bwMode="auto">
            <a:xfrm>
              <a:off x="2416" y="38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121</a:t>
              </a:r>
            </a:p>
          </p:txBody>
        </p:sp>
        <p:sp>
          <p:nvSpPr>
            <p:cNvPr id="97305" name="Text Box 24"/>
            <p:cNvSpPr txBox="1">
              <a:spLocks noChangeArrowheads="1"/>
            </p:cNvSpPr>
            <p:nvPr/>
          </p:nvSpPr>
          <p:spPr bwMode="auto">
            <a:xfrm>
              <a:off x="2752" y="38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134</a:t>
              </a:r>
            </a:p>
          </p:txBody>
        </p:sp>
        <p:sp>
          <p:nvSpPr>
            <p:cNvPr id="97306" name="Text Box 25"/>
            <p:cNvSpPr txBox="1">
              <a:spLocks noChangeArrowheads="1"/>
            </p:cNvSpPr>
            <p:nvPr/>
          </p:nvSpPr>
          <p:spPr bwMode="auto">
            <a:xfrm>
              <a:off x="3120" y="38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154</a:t>
              </a:r>
            </a:p>
          </p:txBody>
        </p:sp>
        <p:sp>
          <p:nvSpPr>
            <p:cNvPr id="97307" name="Text Box 26"/>
            <p:cNvSpPr txBox="1">
              <a:spLocks noChangeArrowheads="1"/>
            </p:cNvSpPr>
            <p:nvPr/>
          </p:nvSpPr>
          <p:spPr bwMode="auto">
            <a:xfrm>
              <a:off x="3456" y="38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ctr">
                <a:spcBef>
                  <a:spcPct val="50000"/>
                </a:spcBef>
              </a:pPr>
              <a:r>
                <a:rPr lang="zh-CN" altLang="en-US" sz="1800">
                  <a:latin typeface="Helvetica" pitchFamily="34" charset="0"/>
                  <a:ea typeface="宋体" panose="02010600030101010101" pitchFamily="2" charset="-122"/>
                </a:rPr>
                <a:t>162</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FD1E10A2-930E-4D17-A910-D552187DCD64}" type="slidenum">
              <a:rPr lang="zh-CN" altLang="en-US" sz="1400">
                <a:solidFill>
                  <a:prstClr val="black"/>
                </a:solidFill>
              </a:rPr>
              <a:t>49</a:t>
            </a:fld>
            <a:endParaRPr lang="en-US" altLang="zh-CN" sz="1400">
              <a:solidFill>
                <a:prstClr val="black"/>
              </a:solidFill>
            </a:endParaRPr>
          </a:p>
        </p:txBody>
      </p:sp>
      <p:sp>
        <p:nvSpPr>
          <p:cNvPr id="18435" name="Rectangle 2"/>
          <p:cNvSpPr>
            <a:spLocks noGrp="1" noChangeArrowheads="1"/>
          </p:cNvSpPr>
          <p:nvPr>
            <p:ph type="title"/>
          </p:nvPr>
        </p:nvSpPr>
        <p:spPr>
          <a:xfrm>
            <a:off x="628759" y="136525"/>
            <a:ext cx="7888070" cy="1120776"/>
          </a:xfrm>
        </p:spPr>
        <p:txBody>
          <a:bodyPr>
            <a:normAutofit/>
          </a:bodyPr>
          <a:lstStyle/>
          <a:p>
            <a:pPr algn="ctr" eaLnBrk="1" hangingPunct="1"/>
            <a:r>
              <a:rPr lang="en-US" altLang="zh-CN" sz="3800" b="1" dirty="0"/>
              <a:t>Linux </a:t>
            </a:r>
            <a:r>
              <a:rPr lang="zh-CN" altLang="en-US" sz="3800" b="1" dirty="0"/>
              <a:t>线程调度</a:t>
            </a:r>
            <a:endParaRPr lang="en-US" altLang="zh-CN" sz="3800" b="1" dirty="0"/>
          </a:p>
        </p:txBody>
      </p:sp>
      <p:sp>
        <p:nvSpPr>
          <p:cNvPr id="8" name="Rectangle 3"/>
          <p:cNvSpPr txBox="1">
            <a:spLocks noChangeArrowheads="1"/>
          </p:cNvSpPr>
          <p:nvPr/>
        </p:nvSpPr>
        <p:spPr>
          <a:xfrm>
            <a:off x="628759" y="1249362"/>
            <a:ext cx="7888070"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a:lnSpc>
                <a:spcPct val="100000"/>
              </a:lnSpc>
              <a:buFont typeface="Wingdings" panose="05000000000000000000" pitchFamily="2" charset="2"/>
              <a:buChar char="l"/>
            </a:pPr>
            <a:r>
              <a:rPr lang="zh-CN" altLang="en-US" sz="2800" b="1" dirty="0">
                <a:latin typeface="华文中宋" panose="02010600040101010101" pitchFamily="2" charset="-122"/>
              </a:rPr>
              <a:t>先进先出的实时进程</a:t>
            </a:r>
            <a:endParaRPr lang="en-US" altLang="zh-CN" sz="2800" b="1" dirty="0">
              <a:latin typeface="华文中宋" panose="02010600040101010101" pitchFamily="2" charset="-122"/>
            </a:endParaRPr>
          </a:p>
          <a:p>
            <a:pPr>
              <a:lnSpc>
                <a:spcPct val="100000"/>
              </a:lnSpc>
              <a:buFont typeface="Wingdings" panose="05000000000000000000" pitchFamily="2" charset="2"/>
              <a:buChar char="ü"/>
            </a:pPr>
            <a:r>
              <a:rPr lang="zh-CN" altLang="en-US" sz="2600" dirty="0">
                <a:latin typeface="华文中宋" panose="02010600040101010101" pitchFamily="2" charset="-122"/>
              </a:rPr>
              <a:t>该种线程具有最高优先级，不被抢占</a:t>
            </a:r>
            <a:endParaRPr lang="en-US" altLang="zh-CN" sz="2600" dirty="0">
              <a:latin typeface="华文中宋" panose="02010600040101010101" pitchFamily="2" charset="-122"/>
            </a:endParaRPr>
          </a:p>
          <a:p>
            <a:pPr>
              <a:lnSpc>
                <a:spcPct val="100000"/>
              </a:lnSpc>
              <a:buFont typeface="Wingdings" panose="05000000000000000000" pitchFamily="2" charset="2"/>
              <a:buChar char="l"/>
            </a:pPr>
            <a:r>
              <a:rPr lang="zh-CN" altLang="en-US" sz="2800" b="1" dirty="0">
                <a:latin typeface="华文中宋" panose="02010600040101010101" pitchFamily="2" charset="-122"/>
              </a:rPr>
              <a:t>基于优先级的循环轮转实时进程</a:t>
            </a:r>
            <a:endParaRPr lang="en-US" altLang="zh-CN" sz="2800" b="1" dirty="0">
              <a:latin typeface="华文中宋" panose="02010600040101010101" pitchFamily="2" charset="-122"/>
            </a:endParaRPr>
          </a:p>
          <a:p>
            <a:pPr>
              <a:lnSpc>
                <a:spcPct val="100000"/>
              </a:lnSpc>
              <a:buFont typeface="Wingdings" panose="05000000000000000000" pitchFamily="2" charset="2"/>
              <a:buChar char="ü"/>
            </a:pPr>
            <a:r>
              <a:rPr lang="zh-CN" altLang="en-US" sz="2600" dirty="0">
                <a:latin typeface="华文中宋" panose="02010600040101010101" pitchFamily="2" charset="-122"/>
              </a:rPr>
              <a:t>定义一个时间量，时间到了之后就被抢占</a:t>
            </a:r>
            <a:endParaRPr lang="en-US" altLang="zh-CN" sz="2600" dirty="0">
              <a:latin typeface="华文中宋" panose="02010600040101010101" pitchFamily="2" charset="-122"/>
            </a:endParaRPr>
          </a:p>
          <a:p>
            <a:pPr>
              <a:lnSpc>
                <a:spcPct val="100000"/>
              </a:lnSpc>
              <a:buFont typeface="Wingdings" panose="05000000000000000000" pitchFamily="2" charset="2"/>
              <a:buChar char="l"/>
            </a:pPr>
            <a:r>
              <a:rPr lang="zh-CN" altLang="en-US" sz="2800" b="1" dirty="0">
                <a:latin typeface="华文中宋" panose="02010600040101010101" pitchFamily="2" charset="-122"/>
              </a:rPr>
              <a:t>普通的分时进程</a:t>
            </a:r>
            <a:endParaRPr lang="en-US" altLang="zh-CN" sz="2800" b="1" dirty="0">
              <a:latin typeface="华文中宋" panose="02010600040101010101" pitchFamily="2" charset="-122"/>
            </a:endParaRPr>
          </a:p>
          <a:p>
            <a:pPr>
              <a:lnSpc>
                <a:spcPct val="100000"/>
              </a:lnSpc>
              <a:buFont typeface="Wingdings" panose="05000000000000000000" pitchFamily="2" charset="2"/>
              <a:buChar char="ü"/>
            </a:pPr>
            <a:r>
              <a:rPr lang="en-US" altLang="zh-CN" sz="2600" dirty="0">
                <a:latin typeface="华文中宋" panose="02010600040101010101" pitchFamily="2" charset="-122"/>
              </a:rPr>
              <a:t>Linux</a:t>
            </a:r>
            <a:r>
              <a:rPr lang="zh-CN" altLang="en-US" sz="2600" dirty="0">
                <a:latin typeface="华文中宋" panose="02010600040101010101" pitchFamily="2" charset="-122"/>
              </a:rPr>
              <a:t>根据非实时线程的优先级分配时间量</a:t>
            </a:r>
            <a:endParaRPr lang="en-US" altLang="zh-CN" sz="26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fld id="{FD1E10A2-930E-4D17-A910-D552187DCD64}" type="slidenum">
              <a:rPr lang="zh-CN" altLang="en-US" sz="1400">
                <a:solidFill>
                  <a:prstClr val="black"/>
                </a:solidFill>
              </a:rPr>
              <a:t>50</a:t>
            </a:fld>
            <a:endParaRPr lang="en-US" altLang="zh-CN" sz="1400">
              <a:solidFill>
                <a:prstClr val="black"/>
              </a:solidFill>
            </a:endParaRPr>
          </a:p>
        </p:txBody>
      </p:sp>
      <p:sp>
        <p:nvSpPr>
          <p:cNvPr id="18435" name="Rectangle 2"/>
          <p:cNvSpPr>
            <a:spLocks noGrp="1" noChangeArrowheads="1"/>
          </p:cNvSpPr>
          <p:nvPr>
            <p:ph type="title"/>
          </p:nvPr>
        </p:nvSpPr>
        <p:spPr>
          <a:xfrm>
            <a:off x="628759" y="136525"/>
            <a:ext cx="7888070" cy="1120776"/>
          </a:xfrm>
        </p:spPr>
        <p:txBody>
          <a:bodyPr>
            <a:normAutofit/>
          </a:bodyPr>
          <a:lstStyle/>
          <a:p>
            <a:pPr algn="ctr" eaLnBrk="1" hangingPunct="1"/>
            <a:r>
              <a:rPr lang="en-US" altLang="zh-CN" sz="3800" b="1" dirty="0">
                <a:latin typeface="华文中宋" panose="02010600040101010101" pitchFamily="2" charset="-122"/>
              </a:rPr>
              <a:t>Linux</a:t>
            </a:r>
            <a:r>
              <a:rPr lang="zh-CN" altLang="en-US" sz="3800" b="1" dirty="0">
                <a:latin typeface="华文中宋" panose="02010600040101010101" pitchFamily="2" charset="-122"/>
              </a:rPr>
              <a:t>线程调度</a:t>
            </a:r>
            <a:endParaRPr lang="en-US" altLang="zh-CN" sz="3800" b="1" dirty="0">
              <a:latin typeface="华文中宋" panose="02010600040101010101" pitchFamily="2" charset="-122"/>
            </a:endParaRPr>
          </a:p>
        </p:txBody>
      </p:sp>
      <p:sp>
        <p:nvSpPr>
          <p:cNvPr id="18436" name="Rectangle 3"/>
          <p:cNvSpPr>
            <a:spLocks noGrp="1" noChangeArrowheads="1"/>
          </p:cNvSpPr>
          <p:nvPr>
            <p:ph type="body" idx="1"/>
          </p:nvPr>
        </p:nvSpPr>
        <p:spPr>
          <a:xfrm>
            <a:off x="0" y="6230867"/>
            <a:ext cx="9145588" cy="532202"/>
          </a:xfrm>
        </p:spPr>
        <p:txBody>
          <a:bodyPr>
            <a:normAutofit/>
          </a:bodyPr>
          <a:lstStyle/>
          <a:p>
            <a:pPr algn="ctr" eaLnBrk="1" hangingPunct="1">
              <a:lnSpc>
                <a:spcPct val="90000"/>
              </a:lnSpc>
              <a:buFontTx/>
              <a:buNone/>
            </a:pPr>
            <a:r>
              <a:rPr lang="en-US" altLang="zh-CN" sz="2200" dirty="0">
                <a:latin typeface="华文中宋" panose="02010600040101010101" pitchFamily="2" charset="-122"/>
              </a:rPr>
              <a:t>Linux</a:t>
            </a:r>
            <a:r>
              <a:rPr lang="zh-CN" altLang="en-US" sz="2200" dirty="0">
                <a:latin typeface="华文中宋" panose="02010600040101010101" pitchFamily="2" charset="-122"/>
              </a:rPr>
              <a:t>线程调度基于多级队列</a:t>
            </a:r>
          </a:p>
        </p:txBody>
      </p:sp>
      <p:sp>
        <p:nvSpPr>
          <p:cNvPr id="8" name="Rectangle 3"/>
          <p:cNvSpPr txBox="1">
            <a:spLocks noChangeArrowheads="1"/>
          </p:cNvSpPr>
          <p:nvPr/>
        </p:nvSpPr>
        <p:spPr>
          <a:xfrm>
            <a:off x="420478" y="1253331"/>
            <a:ext cx="8516829"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l"/>
            </a:pPr>
            <a:r>
              <a:rPr lang="zh-CN" altLang="en-US" sz="2800" dirty="0">
                <a:latin typeface="华文中宋" panose="02010600040101010101" pitchFamily="2" charset="-122"/>
              </a:rPr>
              <a:t>基于优先级的调度策略，考虑线程的类别（即实时 </a:t>
            </a:r>
            <a:r>
              <a:rPr lang="en-US" altLang="zh-CN" sz="2800" dirty="0">
                <a:latin typeface="华文中宋" panose="02010600040101010101" pitchFamily="2" charset="-122"/>
              </a:rPr>
              <a:t>FIFO</a:t>
            </a:r>
            <a:r>
              <a:rPr lang="zh-CN" altLang="en-US" sz="2800" dirty="0">
                <a:latin typeface="华文中宋" panose="02010600040101010101" pitchFamily="2" charset="-122"/>
              </a:rPr>
              <a:t>、实时 </a:t>
            </a:r>
            <a:r>
              <a:rPr lang="en-US" altLang="zh-CN" sz="2800" dirty="0">
                <a:latin typeface="华文中宋" panose="02010600040101010101" pitchFamily="2" charset="-122"/>
              </a:rPr>
              <a:t>RR</a:t>
            </a:r>
            <a:r>
              <a:rPr lang="zh-CN" altLang="en-US" sz="2800" dirty="0">
                <a:latin typeface="华文中宋" panose="02010600040101010101" pitchFamily="2" charset="-122"/>
              </a:rPr>
              <a:t>、普通分时）；</a:t>
            </a:r>
            <a:endParaRPr lang="en-US" altLang="zh-CN" sz="2800" dirty="0">
              <a:latin typeface="华文中宋" panose="02010600040101010101" pitchFamily="2" charset="-122"/>
            </a:endParaRPr>
          </a:p>
          <a:p>
            <a:pPr>
              <a:buFont typeface="Wingdings" panose="05000000000000000000" pitchFamily="2" charset="2"/>
              <a:buChar char="l"/>
            </a:pPr>
            <a:r>
              <a:rPr lang="zh-CN" altLang="en-US" sz="2800" dirty="0">
                <a:latin typeface="华文中宋" panose="02010600040101010101" pitchFamily="2" charset="-122"/>
              </a:rPr>
              <a:t>高优先级的进程拥有较长的时间片；</a:t>
            </a:r>
            <a:endParaRPr lang="en-US" altLang="zh-CN" sz="2800" dirty="0">
              <a:latin typeface="华文中宋" panose="02010600040101010101" pitchFamily="2" charset="-122"/>
            </a:endParaRPr>
          </a:p>
          <a:p>
            <a:pPr marL="0" indent="0">
              <a:buNone/>
            </a:pPr>
            <a:endParaRPr lang="en-US" altLang="zh-CN" sz="2000" dirty="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6074" y="2676617"/>
            <a:ext cx="4052998" cy="335352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ShortAnswer"/>
  <p:tag name="PROBLEMSCORE" val="1.0"/>
  <p:tag name="PROBLEMVOICEALLOWED" val="False"/>
</p:tagLst>
</file>

<file path=ppt/tags/tag5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UNIX系统，特别是商业化版本，通常拥有庞大的软件生态系统，包括各种专业工具、库和应用程序。这些软件可能与UNIX系统紧密集成，并且可能无法直接在Linux上运行或需要额外的配置和修改。"/>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4.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 val="ShortAnswer"/>
  <p:tag name="PROBLEMSCORE" val="1.0"/>
  <p:tag name="PROBLEMVOICEALLOWED" val="False"/>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2959</Words>
  <Application>Microsoft Office PowerPoint</Application>
  <PresentationFormat>自定义</PresentationFormat>
  <Paragraphs>505</Paragraphs>
  <Slides>50</Slides>
  <Notes>17</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7" baseType="lpstr">
      <vt:lpstr>-apple-system</vt:lpstr>
      <vt:lpstr>FontAwesome</vt:lpstr>
      <vt:lpstr>GeosansLight</vt:lpstr>
      <vt:lpstr>等线</vt:lpstr>
      <vt:lpstr>华文中宋</vt:lpstr>
      <vt:lpstr>宋体</vt:lpstr>
      <vt:lpstr>微软雅黑</vt:lpstr>
      <vt:lpstr>微软雅黑</vt:lpstr>
      <vt:lpstr>Arial</vt:lpstr>
      <vt:lpstr>Calibri</vt:lpstr>
      <vt:lpstr>Helvetica</vt:lpstr>
      <vt:lpstr>Open Sans</vt:lpstr>
      <vt:lpstr>Symbol</vt:lpstr>
      <vt:lpstr>Times New Roman</vt:lpstr>
      <vt:lpstr>Wingdings</vt:lpstr>
      <vt:lpstr>Office 主题​​</vt:lpstr>
      <vt:lpstr>Visio</vt:lpstr>
      <vt:lpstr>PowerPoint 演示文稿</vt:lpstr>
      <vt:lpstr>多级安全</vt:lpstr>
      <vt:lpstr>多级安全： Bell-La Padula 模型</vt:lpstr>
      <vt:lpstr>多级安全： Biba 模型</vt:lpstr>
      <vt:lpstr>隐蔽信道</vt:lpstr>
      <vt:lpstr>隐蔽信道</vt:lpstr>
      <vt:lpstr>隐蔽信道</vt:lpstr>
      <vt:lpstr>隐蔽信道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Unix/Linux 历史</vt:lpstr>
      <vt:lpstr>PowerPoint 演示文稿</vt:lpstr>
      <vt:lpstr>Unix/Linux 历史</vt:lpstr>
      <vt:lpstr>Unix/Linux 历史</vt:lpstr>
      <vt:lpstr>PowerPoint 演示文稿</vt:lpstr>
      <vt:lpstr>开源许可证（Open Source License）</vt:lpstr>
      <vt:lpstr>开源许可证（Open Source License）</vt:lpstr>
      <vt:lpstr>开源许可证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Linux 系统中的层次结构</vt:lpstr>
      <vt:lpstr>Linux 应用程序</vt:lpstr>
      <vt:lpstr>Linux内核</vt:lpstr>
      <vt:lpstr>Linux 进程的相关概念</vt:lpstr>
      <vt:lpstr>PowerPoint 演示文稿</vt:lpstr>
      <vt:lpstr>进程的实现</vt:lpstr>
      <vt:lpstr>有关进程管理的系统调用</vt:lpstr>
      <vt:lpstr>Linux进程的创建：Fork系统调用</vt:lpstr>
      <vt:lpstr>Linux进程的创建：Fork系统调用</vt:lpstr>
      <vt:lpstr>线程</vt:lpstr>
      <vt:lpstr>POSIX线程</vt:lpstr>
      <vt:lpstr>Linux线程创建</vt:lpstr>
      <vt:lpstr>Linux 线程调度</vt:lpstr>
      <vt:lpstr>Round Robin (RR) 调度策略</vt:lpstr>
      <vt:lpstr>RR 调度例子：时间片= 20</vt:lpstr>
      <vt:lpstr>RR 调度例子：时间片= 20</vt:lpstr>
      <vt:lpstr>Linux 线程调度</vt:lpstr>
      <vt:lpstr>Linux线程调度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jinghui</dc:creator>
  <cp:lastModifiedBy>KKKrZa</cp:lastModifiedBy>
  <cp:revision>1211</cp:revision>
  <cp:lastPrinted>2025-10-28T21:57:53Z</cp:lastPrinted>
  <dcterms:created xsi:type="dcterms:W3CDTF">2025-10-28T21:57:53Z</dcterms:created>
  <dcterms:modified xsi:type="dcterms:W3CDTF">2025-11-07T13:54:41Z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998F72F9D312AD635E3C0169BE9409D2_42</vt:lpwstr>
  </property>
  <property fmtid="{D5CDD505-2E9C-101B-9397-08002B2CF9AE}" pid="3" name="KSOProductBuildVer">
    <vt:lpwstr>2052-6.11.0.8885</vt:lpwstr>
  </property>
</Properties>
</file>