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sldIdLst>
    <p:sldId id="263" r:id="rId4"/>
    <p:sldId id="264" r:id="rId5"/>
    <p:sldId id="265" r:id="rId6"/>
    <p:sldId id="266" r:id="rId7"/>
    <p:sldId id="267" r:id="rId8"/>
    <p:sldId id="268" r:id="rId9"/>
    <p:sldId id="269" r:id="rId10"/>
  </p:sldIdLst>
  <p:sldSz cx="9144000" cy="6858000" type="screen4x3"/>
  <p:notesSz cx="6858000" cy="9144000"/>
  <p:custDataLst>
    <p:tags r:id="rId1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gs" Target="tags/tag200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74.xml"/><Relationship Id="rId8" Type="http://schemas.openxmlformats.org/officeDocument/2006/relationships/tags" Target="../tags/tag73.xml"/><Relationship Id="rId7" Type="http://schemas.openxmlformats.org/officeDocument/2006/relationships/tags" Target="../tags/tag72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82.xml"/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1" Type="http://schemas.openxmlformats.org/officeDocument/2006/relationships/tags" Target="../tags/tag92.xml"/><Relationship Id="rId10" Type="http://schemas.openxmlformats.org/officeDocument/2006/relationships/tags" Target="../tags/tag91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tags" Target="../tags/tag99.xml"/><Relationship Id="rId7" Type="http://schemas.openxmlformats.org/officeDocument/2006/relationships/tags" Target="../tags/tag98.xml"/><Relationship Id="rId6" Type="http://schemas.openxmlformats.org/officeDocument/2006/relationships/tags" Target="../tags/tag97.xml"/><Relationship Id="rId5" Type="http://schemas.openxmlformats.org/officeDocument/2006/relationships/tags" Target="../tags/tag96.xml"/><Relationship Id="rId4" Type="http://schemas.openxmlformats.org/officeDocument/2006/relationships/tags" Target="../tags/tag95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2" Type="http://schemas.openxmlformats.org/officeDocument/2006/relationships/tags" Target="../tags/tag103.xml"/><Relationship Id="rId11" Type="http://schemas.openxmlformats.org/officeDocument/2006/relationships/tags" Target="../tags/tag102.xml"/><Relationship Id="rId10" Type="http://schemas.openxmlformats.org/officeDocument/2006/relationships/tags" Target="../tags/tag101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11.xml"/><Relationship Id="rId8" Type="http://schemas.openxmlformats.org/officeDocument/2006/relationships/tags" Target="../tags/tag110.xml"/><Relationship Id="rId7" Type="http://schemas.openxmlformats.org/officeDocument/2006/relationships/tags" Target="../tags/tag109.xml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6" Type="http://schemas.openxmlformats.org/officeDocument/2006/relationships/tags" Target="../tags/tag118.xml"/><Relationship Id="rId15" Type="http://schemas.openxmlformats.org/officeDocument/2006/relationships/tags" Target="../tags/tag117.xml"/><Relationship Id="rId14" Type="http://schemas.openxmlformats.org/officeDocument/2006/relationships/tags" Target="../tags/tag116.xml"/><Relationship Id="rId13" Type="http://schemas.openxmlformats.org/officeDocument/2006/relationships/tags" Target="../tags/tag115.xml"/><Relationship Id="rId12" Type="http://schemas.openxmlformats.org/officeDocument/2006/relationships/tags" Target="../tags/tag114.xml"/><Relationship Id="rId11" Type="http://schemas.openxmlformats.org/officeDocument/2006/relationships/tags" Target="../tags/tag113.xml"/><Relationship Id="rId10" Type="http://schemas.openxmlformats.org/officeDocument/2006/relationships/tags" Target="../tags/tag112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26.xml"/><Relationship Id="rId8" Type="http://schemas.openxmlformats.org/officeDocument/2006/relationships/tags" Target="../tags/tag125.xml"/><Relationship Id="rId7" Type="http://schemas.openxmlformats.org/officeDocument/2006/relationships/tags" Target="../tags/tag124.xml"/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2" Type="http://schemas.openxmlformats.org/officeDocument/2006/relationships/tags" Target="../tags/tag129.xml"/><Relationship Id="rId11" Type="http://schemas.openxmlformats.org/officeDocument/2006/relationships/tags" Target="../tags/tag128.xml"/><Relationship Id="rId10" Type="http://schemas.openxmlformats.org/officeDocument/2006/relationships/tags" Target="../tags/tag127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37.xml"/><Relationship Id="rId8" Type="http://schemas.openxmlformats.org/officeDocument/2006/relationships/tags" Target="../tags/tag136.xml"/><Relationship Id="rId7" Type="http://schemas.openxmlformats.org/officeDocument/2006/relationships/tags" Target="../tags/tag135.xml"/><Relationship Id="rId6" Type="http://schemas.openxmlformats.org/officeDocument/2006/relationships/tags" Target="../tags/tag134.xml"/><Relationship Id="rId5" Type="http://schemas.openxmlformats.org/officeDocument/2006/relationships/tags" Target="../tags/tag133.xml"/><Relationship Id="rId4" Type="http://schemas.openxmlformats.org/officeDocument/2006/relationships/tags" Target="../tags/tag132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4" Type="http://schemas.openxmlformats.org/officeDocument/2006/relationships/tags" Target="../tags/tag142.xml"/><Relationship Id="rId13" Type="http://schemas.openxmlformats.org/officeDocument/2006/relationships/tags" Target="../tags/tag141.xml"/><Relationship Id="rId12" Type="http://schemas.openxmlformats.org/officeDocument/2006/relationships/tags" Target="../tags/tag140.xml"/><Relationship Id="rId11" Type="http://schemas.openxmlformats.org/officeDocument/2006/relationships/tags" Target="../tags/tag139.xml"/><Relationship Id="rId10" Type="http://schemas.openxmlformats.org/officeDocument/2006/relationships/tags" Target="../tags/tag138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50.xml"/><Relationship Id="rId8" Type="http://schemas.openxmlformats.org/officeDocument/2006/relationships/tags" Target="../tags/tag149.xml"/><Relationship Id="rId7" Type="http://schemas.openxmlformats.org/officeDocument/2006/relationships/tags" Target="../tags/tag148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3" Type="http://schemas.openxmlformats.org/officeDocument/2006/relationships/tags" Target="../tags/tag154.xml"/><Relationship Id="rId12" Type="http://schemas.openxmlformats.org/officeDocument/2006/relationships/tags" Target="../tags/tag153.xml"/><Relationship Id="rId11" Type="http://schemas.openxmlformats.org/officeDocument/2006/relationships/tags" Target="../tags/tag152.xml"/><Relationship Id="rId10" Type="http://schemas.openxmlformats.org/officeDocument/2006/relationships/tags" Target="../tags/tag151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1747751" y="2463282"/>
            <a:ext cx="5648498" cy="1931437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90204" pitchFamily="34" charset="0"/>
              <a:sym typeface="+mn-lt"/>
            </a:endParaRPr>
          </a:p>
        </p:txBody>
      </p:sp>
      <p:sp>
        <p:nvSpPr>
          <p:cNvPr id="11" name="矩形 10"/>
          <p:cNvSpPr/>
          <p:nvPr userDrawn="1">
            <p:custDataLst>
              <p:tags r:id="rId3"/>
            </p:custDataLst>
          </p:nvPr>
        </p:nvSpPr>
        <p:spPr>
          <a:xfrm>
            <a:off x="1558669" y="2305827"/>
            <a:ext cx="6026663" cy="2246346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90204" pitchFamily="34" charset="0"/>
              <a:sym typeface="+mn-lt"/>
            </a:endParaRPr>
          </a:p>
        </p:txBody>
      </p:sp>
      <p:grpSp>
        <p:nvGrpSpPr>
          <p:cNvPr id="12" name="组合 11"/>
          <p:cNvGrpSpPr/>
          <p:nvPr userDrawn="1">
            <p:custDataLst>
              <p:tags r:id="rId4"/>
            </p:custDataLst>
          </p:nvPr>
        </p:nvGrpSpPr>
        <p:grpSpPr>
          <a:xfrm>
            <a:off x="7708106" y="3183652"/>
            <a:ext cx="1291590" cy="490061"/>
            <a:chOff x="16185" y="4885"/>
            <a:chExt cx="2712" cy="1029"/>
          </a:xfrm>
        </p:grpSpPr>
        <p:sp>
          <p:nvSpPr>
            <p:cNvPr id="13" name="箭头: V 形 12"/>
            <p:cNvSpPr/>
            <p:nvPr userDrawn="1">
              <p:custDataLst>
                <p:tags r:id="rId5"/>
              </p:custDataLst>
            </p:nvPr>
          </p:nvSpPr>
          <p:spPr>
            <a:xfrm>
              <a:off x="17027" y="4885"/>
              <a:ext cx="1028" cy="1029"/>
            </a:xfrm>
            <a:prstGeom prst="chevron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sym typeface="+mn-lt"/>
              </a:endParaRPr>
            </a:p>
          </p:txBody>
        </p:sp>
        <p:sp>
          <p:nvSpPr>
            <p:cNvPr id="14" name="箭头: V 形 11"/>
            <p:cNvSpPr/>
            <p:nvPr userDrawn="1">
              <p:custDataLst>
                <p:tags r:id="rId6"/>
              </p:custDataLst>
            </p:nvPr>
          </p:nvSpPr>
          <p:spPr>
            <a:xfrm>
              <a:off x="17869" y="4885"/>
              <a:ext cx="1028" cy="1029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sym typeface="+mn-lt"/>
              </a:endParaRPr>
            </a:p>
          </p:txBody>
        </p:sp>
        <p:sp>
          <p:nvSpPr>
            <p:cNvPr id="15" name="箭头: V 形 11"/>
            <p:cNvSpPr/>
            <p:nvPr userDrawn="1">
              <p:custDataLst>
                <p:tags r:id="rId7"/>
              </p:custDataLst>
            </p:nvPr>
          </p:nvSpPr>
          <p:spPr>
            <a:xfrm>
              <a:off x="16185" y="4886"/>
              <a:ext cx="1029" cy="1029"/>
            </a:xfrm>
            <a:prstGeom prst="chevron">
              <a:avLst/>
            </a:pr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sym typeface="+mn-lt"/>
              </a:endParaRPr>
            </a:p>
          </p:txBody>
        </p:sp>
      </p:grpSp>
      <p:grpSp>
        <p:nvGrpSpPr>
          <p:cNvPr id="19" name="组合 18"/>
          <p:cNvGrpSpPr/>
          <p:nvPr userDrawn="1">
            <p:custDataLst>
              <p:tags r:id="rId8"/>
            </p:custDataLst>
          </p:nvPr>
        </p:nvGrpSpPr>
        <p:grpSpPr>
          <a:xfrm flipH="1">
            <a:off x="151924" y="3235087"/>
            <a:ext cx="1291590" cy="490061"/>
            <a:chOff x="16185" y="4885"/>
            <a:chExt cx="2712" cy="1029"/>
          </a:xfrm>
        </p:grpSpPr>
        <p:sp>
          <p:nvSpPr>
            <p:cNvPr id="20" name="箭头: V 形 11"/>
            <p:cNvSpPr/>
            <p:nvPr userDrawn="1">
              <p:custDataLst>
                <p:tags r:id="rId9"/>
              </p:custDataLst>
            </p:nvPr>
          </p:nvSpPr>
          <p:spPr>
            <a:xfrm>
              <a:off x="17027" y="4885"/>
              <a:ext cx="1028" cy="1029"/>
            </a:xfrm>
            <a:prstGeom prst="chevron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sym typeface="+mn-lt"/>
              </a:endParaRPr>
            </a:p>
          </p:txBody>
        </p:sp>
        <p:sp>
          <p:nvSpPr>
            <p:cNvPr id="21" name="箭头: V 形 11"/>
            <p:cNvSpPr/>
            <p:nvPr userDrawn="1">
              <p:custDataLst>
                <p:tags r:id="rId10"/>
              </p:custDataLst>
            </p:nvPr>
          </p:nvSpPr>
          <p:spPr>
            <a:xfrm>
              <a:off x="17869" y="4885"/>
              <a:ext cx="1028" cy="1029"/>
            </a:xfrm>
            <a:prstGeom prst="chevron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sym typeface="+mn-lt"/>
              </a:endParaRPr>
            </a:p>
          </p:txBody>
        </p:sp>
        <p:sp>
          <p:nvSpPr>
            <p:cNvPr id="22" name="箭头: V 形 11"/>
            <p:cNvSpPr/>
            <p:nvPr userDrawn="1">
              <p:custDataLst>
                <p:tags r:id="rId11"/>
              </p:custDataLst>
            </p:nvPr>
          </p:nvSpPr>
          <p:spPr>
            <a:xfrm>
              <a:off x="16185" y="4886"/>
              <a:ext cx="1029" cy="1029"/>
            </a:xfrm>
            <a:prstGeom prst="chevron">
              <a:avLst/>
            </a:pr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sym typeface="+mn-lt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2"/>
            </p:custDataLst>
          </p:nvPr>
        </p:nvSpPr>
        <p:spPr>
          <a:xfrm>
            <a:off x="1980215" y="2504022"/>
            <a:ext cx="5184014" cy="704182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350" spc="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3"/>
            </p:custDataLst>
          </p:nvPr>
        </p:nvSpPr>
        <p:spPr>
          <a:xfrm>
            <a:off x="1980215" y="3424981"/>
            <a:ext cx="5184014" cy="362672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>
          <a:xfrm>
            <a:off x="659807" y="6389433"/>
            <a:ext cx="2025000" cy="237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>
          <a:xfrm>
            <a:off x="3087000" y="6389433"/>
            <a:ext cx="2970000" cy="237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>
          <a:xfrm>
            <a:off x="6457950" y="6389433"/>
            <a:ext cx="2025000" cy="237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7"/>
            </p:custDataLst>
          </p:nvPr>
        </p:nvSpPr>
        <p:spPr>
          <a:xfrm>
            <a:off x="1969261" y="3954081"/>
            <a:ext cx="5184014" cy="411263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buNone/>
              <a:defRPr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1" y="498479"/>
            <a:ext cx="8139178" cy="331473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2411" y="1626121"/>
            <a:ext cx="8139178" cy="4041680"/>
          </a:xfrm>
        </p:spPr>
        <p:txBody>
          <a:bodyPr vert="horz" lIns="101600" tIns="0" rIns="82550" bIns="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05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05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05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05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05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59807" y="6389433"/>
            <a:ext cx="2025000" cy="2376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87000" y="6389433"/>
            <a:ext cx="2970000" cy="2376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457950" y="6389433"/>
            <a:ext cx="2025000" cy="2376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2605088"/>
            <a:ext cx="4791075" cy="1647825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 sz="1350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90204" pitchFamily="34" charset="0"/>
            </a:endParaRPr>
          </a:p>
        </p:txBody>
      </p:sp>
      <p:cxnSp>
        <p:nvCxnSpPr>
          <p:cNvPr id="7" name="直接连接符 6"/>
          <p:cNvCxnSpPr/>
          <p:nvPr userDrawn="1">
            <p:custDataLst>
              <p:tags r:id="rId3"/>
            </p:custDataLst>
          </p:nvPr>
        </p:nvCxnSpPr>
        <p:spPr>
          <a:xfrm>
            <a:off x="2124075" y="3517900"/>
            <a:ext cx="504825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83361" y="2664534"/>
            <a:ext cx="4388639" cy="655257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05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>
          <a:xfrm>
            <a:off x="183358" y="3696162"/>
            <a:ext cx="4388639" cy="655255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buNone/>
              <a:defRPr kumimoji="0" lang="zh-CN" altLang="en-US" sz="15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59807" y="6389433"/>
            <a:ext cx="2025000" cy="2376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3087000" y="6389433"/>
            <a:ext cx="2970000" cy="2376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457950" y="6389433"/>
            <a:ext cx="2025000" cy="2376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1" y="498479"/>
            <a:ext cx="8139178" cy="331473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7" y="1626121"/>
            <a:ext cx="3962432" cy="4041680"/>
          </a:xfrm>
        </p:spPr>
        <p:txBody>
          <a:bodyPr vert="horz" lIns="101600" tIns="0" rIns="82550" bIns="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05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05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05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05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05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1626121"/>
            <a:ext cx="3962432" cy="4041680"/>
          </a:xfrm>
        </p:spPr>
        <p:txBody>
          <a:bodyPr>
            <a:normAutofit/>
          </a:bodyPr>
          <a:lstStyle>
            <a:lvl1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>
              <a:defRPr sz="10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59807" y="6389433"/>
            <a:ext cx="2025000" cy="2376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6389433"/>
            <a:ext cx="2970000" cy="2376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389433"/>
            <a:ext cx="2025000" cy="2376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1" y="498479"/>
            <a:ext cx="8139178" cy="331473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02447" y="1000133"/>
            <a:ext cx="3962432" cy="285752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2023369"/>
            <a:ext cx="3962400" cy="3701064"/>
          </a:xfrm>
        </p:spPr>
        <p:txBody>
          <a:bodyPr vert="horz" lIns="101600" tIns="0" rIns="82550" bIns="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05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05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05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05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05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76812" y="1000133"/>
            <a:ext cx="3962432" cy="285752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2" y="2023369"/>
            <a:ext cx="3962432" cy="3701064"/>
          </a:xfrm>
        </p:spPr>
        <p:txBody>
          <a:bodyPr vert="horz" lIns="101600" tIns="0" rIns="82550" bIns="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05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05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05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05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05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59807" y="6389433"/>
            <a:ext cx="2025000" cy="2376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3087000" y="6389433"/>
            <a:ext cx="2970000" cy="2376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457950" y="6389433"/>
            <a:ext cx="2025000" cy="2376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2"/>
            </p:custDataLst>
          </p:nvPr>
        </p:nvSpPr>
        <p:spPr>
          <a:xfrm>
            <a:off x="672970" y="1565793"/>
            <a:ext cx="7798060" cy="3726414"/>
          </a:xfrm>
          <a:prstGeom prst="rect">
            <a:avLst/>
          </a:prstGeom>
          <a:solidFill>
            <a:schemeClr val="bg1">
              <a:alpha val="9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 sz="1350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90204" pitchFamily="34" charset="0"/>
              <a:sym typeface="+mn-lt"/>
            </a:endParaRPr>
          </a:p>
        </p:txBody>
      </p:sp>
      <p:sp>
        <p:nvSpPr>
          <p:cNvPr id="7" name="矩形 6"/>
          <p:cNvSpPr/>
          <p:nvPr userDrawn="1">
            <p:custDataLst>
              <p:tags r:id="rId3"/>
            </p:custDataLst>
          </p:nvPr>
        </p:nvSpPr>
        <p:spPr>
          <a:xfrm>
            <a:off x="473529" y="1265465"/>
            <a:ext cx="8196943" cy="4327072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 sz="1350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90204" pitchFamily="34" charset="0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02411" y="974726"/>
            <a:ext cx="8139178" cy="331473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59807" y="6389433"/>
            <a:ext cx="2025000" cy="2376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6389433"/>
            <a:ext cx="2970000" cy="2376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389433"/>
            <a:ext cx="2025000" cy="2376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59807" y="6389433"/>
            <a:ext cx="2025000" cy="237600"/>
          </a:xfrm>
        </p:spPr>
        <p:txBody>
          <a:bodyPr/>
          <a:lstStyle>
            <a:lvl1pPr>
              <a:defRPr baseline="0"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6389433"/>
            <a:ext cx="2970000" cy="237600"/>
          </a:xfrm>
        </p:spPr>
        <p:txBody>
          <a:bodyPr/>
          <a:lstStyle>
            <a:lvl1pPr>
              <a:defRPr baseline="0"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6389433"/>
            <a:ext cx="2025000" cy="237600"/>
          </a:xfrm>
        </p:spPr>
        <p:txBody>
          <a:bodyPr/>
          <a:lstStyle>
            <a:lvl1pPr>
              <a:defRPr baseline="0"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7" y="498479"/>
            <a:ext cx="8139178" cy="331473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7" y="1626121"/>
            <a:ext cx="3962432" cy="4041680"/>
          </a:xfrm>
        </p:spPr>
        <p:txBody>
          <a:bodyPr vert="horz" lIns="101600" tIns="0" rIns="8255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05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1626121"/>
            <a:ext cx="3962432" cy="4041680"/>
          </a:xfrm>
        </p:spPr>
        <p:txBody>
          <a:bodyPr vert="horz" lIns="101600" tIns="0" rIns="82550" bIns="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05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59807" y="6389433"/>
            <a:ext cx="2025000" cy="2376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6389433"/>
            <a:ext cx="2970000" cy="2376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389433"/>
            <a:ext cx="2025000" cy="2376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1626121"/>
            <a:ext cx="713238" cy="4041680"/>
          </a:xfrm>
        </p:spPr>
        <p:txBody>
          <a:bodyPr vert="eaVert" lIns="101600" tIns="38100" rIns="76200" bIns="381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1626113"/>
            <a:ext cx="7371076" cy="4041680"/>
          </a:xfrm>
        </p:spPr>
        <p:txBody>
          <a:bodyPr vert="eaVert">
            <a:normAutofit/>
          </a:bodyPr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59807" y="6389433"/>
            <a:ext cx="2025000" cy="2376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87000" y="6389433"/>
            <a:ext cx="2970000" cy="2376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457950" y="6389433"/>
            <a:ext cx="2025000" cy="2376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59807" y="6389433"/>
            <a:ext cx="2025000" cy="237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6389433"/>
            <a:ext cx="2970000" cy="237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6389433"/>
            <a:ext cx="2025000" cy="237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502447" y="1626121"/>
            <a:ext cx="8139178" cy="404168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2"/>
            </p:custDataLst>
          </p:nvPr>
        </p:nvSpPr>
        <p:spPr>
          <a:xfrm>
            <a:off x="751046" y="1739741"/>
            <a:ext cx="7642384" cy="3378518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baseline="0">
              <a:latin typeface="Arial" panose="020B0604020202090204" pitchFamily="34" charset="0"/>
              <a:sym typeface="+mn-lt"/>
            </a:endParaRPr>
          </a:p>
        </p:txBody>
      </p:sp>
      <p:sp>
        <p:nvSpPr>
          <p:cNvPr id="7" name="矩形 6"/>
          <p:cNvSpPr/>
          <p:nvPr userDrawn="1">
            <p:custDataLst>
              <p:tags r:id="rId3"/>
            </p:custDataLst>
          </p:nvPr>
        </p:nvSpPr>
        <p:spPr>
          <a:xfrm>
            <a:off x="495300" y="1465104"/>
            <a:ext cx="8153400" cy="3929063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baseline="0">
              <a:latin typeface="Arial" panose="020B0604020202090204" pitchFamily="34" charset="0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2551199" y="1983106"/>
            <a:ext cx="4041603" cy="796290"/>
          </a:xfrm>
        </p:spPr>
        <p:txBody>
          <a:bodyPr vert="horz" lIns="90000" tIns="46800" rIns="90000" bIns="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4500" b="1" i="0" u="none" strike="noStrike" kern="1200" cap="none" spc="600" normalizeH="0" baseline="0" noProof="1" dirty="0">
                <a:solidFill>
                  <a:schemeClr val="tx1"/>
                </a:solidFill>
                <a:uFillTx/>
                <a:latin typeface="Arial" panose="020B060402020209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59807" y="6389433"/>
            <a:ext cx="2025000" cy="237600"/>
          </a:xfrm>
        </p:spPr>
        <p:txBody>
          <a:bodyPr/>
          <a:lstStyle>
            <a:lvl1pPr>
              <a:defRPr baseline="0">
                <a:latin typeface="Arial" panose="020B060402020209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6389433"/>
            <a:ext cx="2970000" cy="237600"/>
          </a:xfrm>
        </p:spPr>
        <p:txBody>
          <a:bodyPr/>
          <a:lstStyle>
            <a:lvl1pPr>
              <a:defRPr baseline="0">
                <a:latin typeface="Arial" panose="020B060402020209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389433"/>
            <a:ext cx="2025000" cy="237600"/>
          </a:xfrm>
        </p:spPr>
        <p:txBody>
          <a:bodyPr/>
          <a:lstStyle>
            <a:lvl1pPr>
              <a:defRPr baseline="0">
                <a:latin typeface="Arial" panose="020B060402020209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3" hasCustomPrompt="1"/>
            <p:custDataLst>
              <p:tags r:id="rId8"/>
            </p:custDataLst>
          </p:nvPr>
        </p:nvSpPr>
        <p:spPr>
          <a:xfrm>
            <a:off x="2550713" y="3078519"/>
            <a:ext cx="4042575" cy="665085"/>
          </a:xfrm>
        </p:spPr>
        <p:txBody>
          <a:bodyPr lIns="90000" tIns="0" rIns="90000" bIns="46800">
            <a:normAutofit/>
          </a:bodyPr>
          <a:lstStyle>
            <a:lvl1pPr marL="0" indent="0" algn="ctr">
              <a:buNone/>
              <a:defRPr sz="3300" b="1" baseline="0">
                <a:latin typeface="Arial" panose="020B0604020202090204" pitchFamily="34" charset="0"/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4" hasCustomPrompt="1"/>
            <p:custDataLst>
              <p:tags r:id="rId9"/>
            </p:custDataLst>
          </p:nvPr>
        </p:nvSpPr>
        <p:spPr>
          <a:xfrm>
            <a:off x="2550319" y="4061819"/>
            <a:ext cx="4042172" cy="876537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buNone/>
              <a:defRPr sz="1500" baseline="0">
                <a:latin typeface="Arial" panose="020B0604020202090204" pitchFamily="34" charset="0"/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2"/>
            </p:custDataLst>
          </p:nvPr>
        </p:nvGrpSpPr>
        <p:grpSpPr>
          <a:xfrm>
            <a:off x="7788482" y="5721355"/>
            <a:ext cx="1355518" cy="1151392"/>
            <a:chOff x="12844" y="7247"/>
            <a:chExt cx="4968" cy="3165"/>
          </a:xfrm>
        </p:grpSpPr>
        <p:cxnSp>
          <p:nvCxnSpPr>
            <p:cNvPr id="11" name="Straight Connector 10"/>
            <p:cNvCxnSpPr/>
            <p:nvPr userDrawn="1">
              <p:custDataLst>
                <p:tags r:id="rId3"/>
              </p:custDataLst>
            </p:nvPr>
          </p:nvCxnSpPr>
          <p:spPr>
            <a:xfrm flipH="1">
              <a:off x="12844" y="8036"/>
              <a:ext cx="2335" cy="233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rgbClr val="EBEBEB"/>
            </a:lnRef>
            <a:fillRef idx="0">
              <a:srgbClr val="EBEBEB"/>
            </a:fillRef>
            <a:effectRef idx="0">
              <a:srgbClr val="EBEBEB"/>
            </a:effectRef>
            <a:fontRef idx="minor">
              <a:srgbClr val="3C3C41"/>
            </a:fontRef>
          </p:style>
        </p:cxnSp>
        <p:cxnSp>
          <p:nvCxnSpPr>
            <p:cNvPr id="12" name="Straight Connector 11"/>
            <p:cNvCxnSpPr/>
            <p:nvPr userDrawn="1">
              <p:custDataLst>
                <p:tags r:id="rId4"/>
              </p:custDataLst>
            </p:nvPr>
          </p:nvCxnSpPr>
          <p:spPr>
            <a:xfrm flipH="1">
              <a:off x="14059" y="7247"/>
              <a:ext cx="3194" cy="3165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rgbClr val="EBEBEB"/>
            </a:lnRef>
            <a:fillRef idx="0">
              <a:srgbClr val="EBEBEB"/>
            </a:fillRef>
            <a:effectRef idx="0">
              <a:srgbClr val="EBEBEB"/>
            </a:effectRef>
            <a:fontRef idx="minor">
              <a:srgbClr val="3C3C41"/>
            </a:fontRef>
          </p:style>
        </p:cxnSp>
        <p:cxnSp>
          <p:nvCxnSpPr>
            <p:cNvPr id="13" name="Straight Connector 12"/>
            <p:cNvCxnSpPr/>
            <p:nvPr userDrawn="1">
              <p:custDataLst>
                <p:tags r:id="rId5"/>
              </p:custDataLst>
            </p:nvPr>
          </p:nvCxnSpPr>
          <p:spPr>
            <a:xfrm flipH="1">
              <a:off x="16144" y="8691"/>
              <a:ext cx="1668" cy="166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rgbClr val="EBEBEB"/>
            </a:lnRef>
            <a:fillRef idx="0">
              <a:srgbClr val="EBEBEB"/>
            </a:fillRef>
            <a:effectRef idx="0">
              <a:srgbClr val="EBEBEB"/>
            </a:effectRef>
            <a:fontRef idx="minor">
              <a:srgbClr val="3C3C4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02411" y="498476"/>
            <a:ext cx="8139178" cy="331473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59807" y="6389433"/>
            <a:ext cx="2025000" cy="237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3087000" y="6389433"/>
            <a:ext cx="2970000" cy="237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457950" y="6389433"/>
            <a:ext cx="2025000" cy="237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19600" y="304200"/>
            <a:ext cx="87048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 sz="1350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90204" pitchFamily="34" charset="0"/>
            </a:endParaRPr>
          </a:p>
        </p:txBody>
      </p:sp>
      <p:grpSp>
        <p:nvGrpSpPr>
          <p:cNvPr id="10" name="组合 9"/>
          <p:cNvGrpSpPr/>
          <p:nvPr userDrawn="1">
            <p:custDataLst>
              <p:tags r:id="rId3"/>
            </p:custDataLst>
          </p:nvPr>
        </p:nvGrpSpPr>
        <p:grpSpPr>
          <a:xfrm>
            <a:off x="8340090" y="5467271"/>
            <a:ext cx="312896" cy="822484"/>
            <a:chOff x="17512" y="8394"/>
            <a:chExt cx="657" cy="1727"/>
          </a:xfrm>
        </p:grpSpPr>
        <p:sp>
          <p:nvSpPr>
            <p:cNvPr id="9" name="箭头: V 形 11"/>
            <p:cNvSpPr/>
            <p:nvPr userDrawn="1">
              <p:custDataLst>
                <p:tags r:id="rId4"/>
              </p:custDataLst>
            </p:nvPr>
          </p:nvSpPr>
          <p:spPr>
            <a:xfrm rot="5400000" flipH="1">
              <a:off x="17513" y="8929"/>
              <a:ext cx="655" cy="656"/>
            </a:xfrm>
            <a:prstGeom prst="chevron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sym typeface="+mn-lt"/>
              </a:endParaRPr>
            </a:p>
          </p:txBody>
        </p:sp>
        <p:sp>
          <p:nvSpPr>
            <p:cNvPr id="14" name="箭头: V 形 11"/>
            <p:cNvSpPr/>
            <p:nvPr userDrawn="1">
              <p:custDataLst>
                <p:tags r:id="rId5"/>
              </p:custDataLst>
            </p:nvPr>
          </p:nvSpPr>
          <p:spPr>
            <a:xfrm rot="5400000" flipH="1">
              <a:off x="17513" y="8393"/>
              <a:ext cx="655" cy="656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sym typeface="+mn-lt"/>
              </a:endParaRPr>
            </a:p>
          </p:txBody>
        </p:sp>
        <p:sp>
          <p:nvSpPr>
            <p:cNvPr id="15" name="箭头: V 形 11"/>
            <p:cNvSpPr/>
            <p:nvPr userDrawn="1">
              <p:custDataLst>
                <p:tags r:id="rId6"/>
              </p:custDataLst>
            </p:nvPr>
          </p:nvSpPr>
          <p:spPr>
            <a:xfrm rot="5400000" flipH="1">
              <a:off x="17513" y="9465"/>
              <a:ext cx="656" cy="656"/>
            </a:xfrm>
            <a:prstGeom prst="chevron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sym typeface="+mn-lt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961200" y="1339650"/>
            <a:ext cx="7219800" cy="542700"/>
          </a:xfrm>
        </p:spPr>
        <p:txBody>
          <a:bodyPr anchor="ctr">
            <a:normAutofit/>
          </a:bodyPr>
          <a:lstStyle>
            <a:lvl1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960835" y="2594250"/>
            <a:ext cx="7219950" cy="25839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59807" y="6389433"/>
            <a:ext cx="2025000" cy="2376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3087000" y="6389433"/>
            <a:ext cx="2970000" cy="2376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6457950" y="6389433"/>
            <a:ext cx="2025000" cy="2376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3617595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lvl="0" algn="ctr"/>
            <a:endParaRPr lang="en-US" altLang="zh-CN" sz="1350" baseline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90204" pitchFamily="34" charset="0"/>
              <a:sym typeface="+mn-ea"/>
            </a:endParaRPr>
          </a:p>
        </p:txBody>
      </p:sp>
      <p:grpSp>
        <p:nvGrpSpPr>
          <p:cNvPr id="6" name="组合 5"/>
          <p:cNvGrpSpPr/>
          <p:nvPr userDrawn="1">
            <p:custDataLst>
              <p:tags r:id="rId3"/>
            </p:custDataLst>
          </p:nvPr>
        </p:nvGrpSpPr>
        <p:grpSpPr>
          <a:xfrm flipH="1">
            <a:off x="-15157" y="5442497"/>
            <a:ext cx="1411998" cy="1415867"/>
            <a:chOff x="12079" y="7245"/>
            <a:chExt cx="5175" cy="3892"/>
          </a:xfrm>
        </p:grpSpPr>
        <p:cxnSp>
          <p:nvCxnSpPr>
            <p:cNvPr id="11" name="Straight Connector 10"/>
            <p:cNvCxnSpPr/>
            <p:nvPr userDrawn="1">
              <p:custDataLst>
                <p:tags r:id="rId4"/>
              </p:custDataLst>
            </p:nvPr>
          </p:nvCxnSpPr>
          <p:spPr>
            <a:xfrm flipH="1">
              <a:off x="12079" y="8036"/>
              <a:ext cx="3101" cy="3101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rgbClr val="EBEBEB"/>
            </a:lnRef>
            <a:fillRef idx="0">
              <a:srgbClr val="EBEBEB"/>
            </a:fillRef>
            <a:effectRef idx="0">
              <a:srgbClr val="EBEBEB"/>
            </a:effectRef>
            <a:fontRef idx="minor">
              <a:srgbClr val="3C3C41"/>
            </a:fontRef>
          </p:style>
        </p:cxnSp>
        <p:cxnSp>
          <p:nvCxnSpPr>
            <p:cNvPr id="12" name="Straight Connector 11"/>
            <p:cNvCxnSpPr/>
            <p:nvPr userDrawn="1">
              <p:custDataLst>
                <p:tags r:id="rId5"/>
              </p:custDataLst>
            </p:nvPr>
          </p:nvCxnSpPr>
          <p:spPr>
            <a:xfrm flipH="1">
              <a:off x="13971" y="7245"/>
              <a:ext cx="3283" cy="3254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rgbClr val="EBEBEB"/>
            </a:lnRef>
            <a:fillRef idx="0">
              <a:srgbClr val="EBEBEB"/>
            </a:fillRef>
            <a:effectRef idx="0">
              <a:srgbClr val="EBEBEB"/>
            </a:effectRef>
            <a:fontRef idx="minor">
              <a:srgbClr val="3C3C41"/>
            </a:fontRef>
          </p:style>
        </p:cxnSp>
        <p:cxnSp>
          <p:nvCxnSpPr>
            <p:cNvPr id="13" name="Straight Connector 12"/>
            <p:cNvCxnSpPr/>
            <p:nvPr userDrawn="1">
              <p:custDataLst>
                <p:tags r:id="rId6"/>
              </p:custDataLst>
            </p:nvPr>
          </p:nvCxnSpPr>
          <p:spPr>
            <a:xfrm flipH="1">
              <a:off x="16144" y="9260"/>
              <a:ext cx="1098" cy="110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rgbClr val="EBEBEB"/>
            </a:lnRef>
            <a:fillRef idx="0">
              <a:srgbClr val="EBEBEB"/>
            </a:fillRef>
            <a:effectRef idx="0">
              <a:srgbClr val="EBEBEB"/>
            </a:effectRef>
            <a:fontRef idx="minor">
              <a:srgbClr val="3C3C4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437400" y="880650"/>
            <a:ext cx="2970000" cy="661500"/>
          </a:xfrm>
        </p:spPr>
        <p:txBody>
          <a:bodyPr wrap="square" anchor="ctr">
            <a:normAutofit/>
          </a:bodyPr>
          <a:lstStyle>
            <a:lvl1pPr>
              <a:defRPr sz="27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1"/>
            </p:custDataLst>
          </p:nvPr>
        </p:nvSpPr>
        <p:spPr>
          <a:xfrm>
            <a:off x="440100" y="2275650"/>
            <a:ext cx="2967300" cy="30699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3825900" y="1405930"/>
            <a:ext cx="4860000" cy="3815953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9144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lvl="0" algn="ctr"/>
            <a:endParaRPr lang="en-US" altLang="zh-CN" sz="1350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90204" pitchFamily="34" charset="0"/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7985284" y="945118"/>
            <a:ext cx="785336" cy="298609"/>
            <a:chOff x="10647045" y="895350"/>
            <a:chExt cx="1047115" cy="398145"/>
          </a:xfrm>
        </p:grpSpPr>
        <p:sp>
          <p:nvSpPr>
            <p:cNvPr id="12" name="箭头: V 形 11"/>
            <p:cNvSpPr/>
            <p:nvPr userDrawn="1">
              <p:custDataLst>
                <p:tags r:id="rId4"/>
              </p:custDataLst>
            </p:nvPr>
          </p:nvSpPr>
          <p:spPr>
            <a:xfrm>
              <a:off x="10972165" y="895350"/>
              <a:ext cx="396875" cy="397510"/>
            </a:xfrm>
            <a:prstGeom prst="chevron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endParaRPr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sym typeface="+mn-lt"/>
              </a:endParaRPr>
            </a:p>
          </p:txBody>
        </p:sp>
        <p:sp>
          <p:nvSpPr>
            <p:cNvPr id="13" name="箭头: V 形 11"/>
            <p:cNvSpPr/>
            <p:nvPr userDrawn="1">
              <p:custDataLst>
                <p:tags r:id="rId5"/>
              </p:custDataLst>
            </p:nvPr>
          </p:nvSpPr>
          <p:spPr>
            <a:xfrm>
              <a:off x="11297285" y="895350"/>
              <a:ext cx="396875" cy="397510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endParaRPr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sym typeface="+mn-lt"/>
              </a:endParaRPr>
            </a:p>
          </p:txBody>
        </p:sp>
        <p:sp>
          <p:nvSpPr>
            <p:cNvPr id="16" name="箭头: V 形 11"/>
            <p:cNvSpPr/>
            <p:nvPr userDrawn="1">
              <p:custDataLst>
                <p:tags r:id="rId6"/>
              </p:custDataLst>
            </p:nvPr>
          </p:nvSpPr>
          <p:spPr>
            <a:xfrm>
              <a:off x="10647045" y="895985"/>
              <a:ext cx="397510" cy="397510"/>
            </a:xfrm>
            <a:prstGeom prst="chevron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endParaRPr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sym typeface="+mn-lt"/>
              </a:endParaRPr>
            </a:p>
          </p:txBody>
        </p:sp>
      </p:grpSp>
      <p:grpSp>
        <p:nvGrpSpPr>
          <p:cNvPr id="6" name="组合 5"/>
          <p:cNvGrpSpPr/>
          <p:nvPr userDrawn="1">
            <p:custDataLst>
              <p:tags r:id="rId7"/>
            </p:custDataLst>
          </p:nvPr>
        </p:nvGrpSpPr>
        <p:grpSpPr>
          <a:xfrm>
            <a:off x="429101" y="996553"/>
            <a:ext cx="785336" cy="298609"/>
            <a:chOff x="572135" y="946785"/>
            <a:chExt cx="1047115" cy="398145"/>
          </a:xfrm>
        </p:grpSpPr>
        <p:sp>
          <p:nvSpPr>
            <p:cNvPr id="18" name="箭头: V 形 11"/>
            <p:cNvSpPr/>
            <p:nvPr userDrawn="1">
              <p:custDataLst>
                <p:tags r:id="rId8"/>
              </p:custDataLst>
            </p:nvPr>
          </p:nvSpPr>
          <p:spPr>
            <a:xfrm flipH="1">
              <a:off x="897255" y="946785"/>
              <a:ext cx="396875" cy="397510"/>
            </a:xfrm>
            <a:prstGeom prst="chevron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endParaRPr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sym typeface="+mn-lt"/>
              </a:endParaRPr>
            </a:p>
          </p:txBody>
        </p:sp>
        <p:sp>
          <p:nvSpPr>
            <p:cNvPr id="19" name="箭头: V 形 11"/>
            <p:cNvSpPr/>
            <p:nvPr userDrawn="1">
              <p:custDataLst>
                <p:tags r:id="rId9"/>
              </p:custDataLst>
            </p:nvPr>
          </p:nvSpPr>
          <p:spPr>
            <a:xfrm flipH="1">
              <a:off x="572135" y="946785"/>
              <a:ext cx="396875" cy="397510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endParaRPr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sym typeface="+mn-lt"/>
              </a:endParaRPr>
            </a:p>
          </p:txBody>
        </p:sp>
        <p:sp>
          <p:nvSpPr>
            <p:cNvPr id="20" name="箭头: V 形 11"/>
            <p:cNvSpPr/>
            <p:nvPr userDrawn="1">
              <p:custDataLst>
                <p:tags r:id="rId10"/>
              </p:custDataLst>
            </p:nvPr>
          </p:nvSpPr>
          <p:spPr>
            <a:xfrm flipH="1">
              <a:off x="1221740" y="947420"/>
              <a:ext cx="397510" cy="397510"/>
            </a:xfrm>
            <a:prstGeom prst="chevron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endParaRPr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sym typeface="+mn-lt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459000" y="859500"/>
            <a:ext cx="8232300" cy="469800"/>
          </a:xfrm>
        </p:spPr>
        <p:txBody>
          <a:bodyPr wrap="square" anchor="ctr">
            <a:normAutofit/>
          </a:bodyPr>
          <a:lstStyle>
            <a:lvl1pPr algn="ctr">
              <a:defRPr sz="27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5"/>
            </p:custDataLst>
          </p:nvPr>
        </p:nvSpPr>
        <p:spPr>
          <a:xfrm>
            <a:off x="459000" y="1763100"/>
            <a:ext cx="8231981" cy="621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6"/>
            </p:custDataLst>
          </p:nvPr>
        </p:nvSpPr>
        <p:spPr>
          <a:xfrm>
            <a:off x="459581" y="3236850"/>
            <a:ext cx="8224200" cy="25731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9144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lvl="0" algn="ctr"/>
            <a:endParaRPr lang="en-US" altLang="zh-CN" sz="1350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90204" pitchFamily="34" charset="0"/>
              <a:sym typeface="+mn-ea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3"/>
            </p:custDataLst>
          </p:nvPr>
        </p:nvGrpSpPr>
        <p:grpSpPr>
          <a:xfrm>
            <a:off x="8584406" y="5726112"/>
            <a:ext cx="202406" cy="531495"/>
            <a:chOff x="17603" y="8496"/>
            <a:chExt cx="658" cy="1727"/>
          </a:xfrm>
        </p:grpSpPr>
        <p:sp>
          <p:nvSpPr>
            <p:cNvPr id="10" name="箭头: V 形 11"/>
            <p:cNvSpPr/>
            <p:nvPr userDrawn="1">
              <p:custDataLst>
                <p:tags r:id="rId4"/>
              </p:custDataLst>
            </p:nvPr>
          </p:nvSpPr>
          <p:spPr>
            <a:xfrm rot="16200000" flipH="1">
              <a:off x="17604" y="9032"/>
              <a:ext cx="655" cy="656"/>
            </a:xfrm>
            <a:prstGeom prst="chevron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47500"/>
            </a:bodyPr>
            <a:lstStyle/>
            <a:p>
              <a:pPr algn="ctr"/>
              <a:endParaRPr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sym typeface="+mn-lt"/>
              </a:endParaRPr>
            </a:p>
          </p:txBody>
        </p:sp>
        <p:sp>
          <p:nvSpPr>
            <p:cNvPr id="14" name="箭头: V 形 11"/>
            <p:cNvSpPr/>
            <p:nvPr userDrawn="1">
              <p:custDataLst>
                <p:tags r:id="rId5"/>
              </p:custDataLst>
            </p:nvPr>
          </p:nvSpPr>
          <p:spPr>
            <a:xfrm rot="16200000" flipH="1">
              <a:off x="17604" y="9568"/>
              <a:ext cx="655" cy="656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47500"/>
            </a:bodyPr>
            <a:lstStyle/>
            <a:p>
              <a:pPr algn="ctr"/>
              <a:endParaRPr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sym typeface="+mn-lt"/>
              </a:endParaRPr>
            </a:p>
          </p:txBody>
        </p:sp>
        <p:sp>
          <p:nvSpPr>
            <p:cNvPr id="15" name="箭头: V 形 11"/>
            <p:cNvSpPr/>
            <p:nvPr userDrawn="1">
              <p:custDataLst>
                <p:tags r:id="rId6"/>
              </p:custDataLst>
            </p:nvPr>
          </p:nvSpPr>
          <p:spPr>
            <a:xfrm rot="16200000" flipH="1">
              <a:off x="17605" y="8496"/>
              <a:ext cx="656" cy="656"/>
            </a:xfrm>
            <a:prstGeom prst="chevron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 fontScale="77500" lnSpcReduction="20000"/>
            </a:bodyPr>
            <a:lstStyle/>
            <a:p>
              <a:pPr algn="ctr"/>
              <a:endParaRPr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sym typeface="+mn-lt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453600" y="740250"/>
            <a:ext cx="8232300" cy="423900"/>
          </a:xfrm>
        </p:spPr>
        <p:txBody>
          <a:bodyPr wrap="square" anchor="ctr">
            <a:normAutofit/>
          </a:bodyPr>
          <a:lstStyle>
            <a:lvl1pPr algn="ctr"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453628" y="2082600"/>
            <a:ext cx="8243100" cy="2408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2"/>
            </p:custDataLst>
          </p:nvPr>
        </p:nvSpPr>
        <p:spPr>
          <a:xfrm>
            <a:off x="445500" y="5306850"/>
            <a:ext cx="8251200" cy="7587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lvl="0" algn="ctr"/>
            <a:endParaRPr lang="en-US" altLang="zh-CN" sz="1350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90204" pitchFamily="34" charset="0"/>
              <a:sym typeface="+mn-ea"/>
            </a:endParaRPr>
          </a:p>
        </p:txBody>
      </p:sp>
      <p:grpSp>
        <p:nvGrpSpPr>
          <p:cNvPr id="6" name="组合 5"/>
          <p:cNvGrpSpPr/>
          <p:nvPr userDrawn="1">
            <p:custDataLst>
              <p:tags r:id="rId3"/>
            </p:custDataLst>
          </p:nvPr>
        </p:nvGrpSpPr>
        <p:grpSpPr>
          <a:xfrm>
            <a:off x="8072914" y="289639"/>
            <a:ext cx="822960" cy="312896"/>
            <a:chOff x="10763885" y="237490"/>
            <a:chExt cx="1097280" cy="417195"/>
          </a:xfrm>
        </p:grpSpPr>
        <p:sp>
          <p:nvSpPr>
            <p:cNvPr id="8" name="箭头: V 形 11"/>
            <p:cNvSpPr/>
            <p:nvPr userDrawn="1">
              <p:custDataLst>
                <p:tags r:id="rId4"/>
              </p:custDataLst>
            </p:nvPr>
          </p:nvSpPr>
          <p:spPr>
            <a:xfrm flipH="1">
              <a:off x="11104245" y="237490"/>
              <a:ext cx="415925" cy="416560"/>
            </a:xfrm>
            <a:prstGeom prst="chevron">
              <a:avLst/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endParaRPr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sym typeface="+mn-lt"/>
              </a:endParaRPr>
            </a:p>
          </p:txBody>
        </p:sp>
        <p:sp>
          <p:nvSpPr>
            <p:cNvPr id="14" name="箭头: V 形 11"/>
            <p:cNvSpPr/>
            <p:nvPr userDrawn="1">
              <p:custDataLst>
                <p:tags r:id="rId5"/>
              </p:custDataLst>
            </p:nvPr>
          </p:nvSpPr>
          <p:spPr>
            <a:xfrm flipH="1">
              <a:off x="10763885" y="237490"/>
              <a:ext cx="415925" cy="416560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endParaRPr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sym typeface="+mn-lt"/>
              </a:endParaRPr>
            </a:p>
          </p:txBody>
        </p:sp>
        <p:sp>
          <p:nvSpPr>
            <p:cNvPr id="15" name="箭头: V 形 11"/>
            <p:cNvSpPr/>
            <p:nvPr userDrawn="1">
              <p:custDataLst>
                <p:tags r:id="rId6"/>
              </p:custDataLst>
            </p:nvPr>
          </p:nvSpPr>
          <p:spPr>
            <a:xfrm flipH="1">
              <a:off x="11444605" y="238125"/>
              <a:ext cx="416560" cy="416560"/>
            </a:xfrm>
            <a:prstGeom prst="chevron">
              <a:avLst/>
            </a:prstGeom>
            <a:solidFill>
              <a:schemeClr val="accent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rmAutofit/>
            </a:bodyPr>
            <a:lstStyle/>
            <a:p>
              <a:pPr algn="ctr"/>
              <a:endParaRPr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sym typeface="+mn-lt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434700" y="292846"/>
            <a:ext cx="8278200" cy="331473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59807" y="6389433"/>
            <a:ext cx="2025000" cy="237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087000" y="6389433"/>
            <a:ext cx="2970000" cy="237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6457950" y="6389433"/>
            <a:ext cx="2025000" cy="237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434700" y="2025000"/>
            <a:ext cx="4006800" cy="217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4681800" y="2025000"/>
            <a:ext cx="4025700" cy="217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3"/>
            </p:custDataLst>
          </p:nvPr>
        </p:nvSpPr>
        <p:spPr>
          <a:xfrm>
            <a:off x="429300" y="4914450"/>
            <a:ext cx="4006800" cy="5859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4"/>
            </p:custDataLst>
          </p:nvPr>
        </p:nvSpPr>
        <p:spPr>
          <a:xfrm>
            <a:off x="4689900" y="4910850"/>
            <a:ext cx="4025700" cy="5859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1576668"/>
            <a:ext cx="9144000" cy="370466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lvl="0" algn="ctr"/>
            <a:endParaRPr lang="en-US" altLang="zh-CN" sz="1350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90204" pitchFamily="34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42100" y="1637550"/>
            <a:ext cx="6858000" cy="1790100"/>
          </a:xfrm>
        </p:spPr>
        <p:txBody>
          <a:bodyPr anchor="b">
            <a:normAutofit/>
          </a:bodyPr>
          <a:lstStyle>
            <a:lvl1pPr algn="ctr">
              <a:defRPr sz="45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59807" y="6389433"/>
            <a:ext cx="2025000" cy="2376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87000" y="6389433"/>
            <a:ext cx="2970000" cy="2376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457950" y="6389433"/>
            <a:ext cx="2025000" cy="237600"/>
          </a:xfrm>
        </p:spPr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1141810" y="4069800"/>
            <a:ext cx="6858000" cy="1242000"/>
          </a:xfrm>
        </p:spPr>
        <p:txBody>
          <a:bodyPr>
            <a:normAutofit/>
          </a:bodyPr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cxnSp>
        <p:nvCxnSpPr>
          <p:cNvPr id="6" name="Straight Connector 9"/>
          <p:cNvCxnSpPr/>
          <p:nvPr userDrawn="1">
            <p:custDataLst>
              <p:tags r:id="rId8"/>
            </p:custDataLst>
          </p:nvPr>
        </p:nvCxnSpPr>
        <p:spPr>
          <a:xfrm flipH="1">
            <a:off x="24289" y="-22860"/>
            <a:ext cx="1122521" cy="149669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rgbClr val="EBEBEB"/>
          </a:lnRef>
          <a:fillRef idx="0">
            <a:srgbClr val="EBEBEB"/>
          </a:fillRef>
          <a:effectRef idx="0">
            <a:srgbClr val="EBEBEB"/>
          </a:effectRef>
          <a:fontRef idx="minor">
            <a:srgbClr val="3C3C41"/>
          </a:fontRef>
        </p:style>
      </p:cxnSp>
      <p:cxnSp>
        <p:nvCxnSpPr>
          <p:cNvPr id="11" name="Straight Connector 10"/>
          <p:cNvCxnSpPr/>
          <p:nvPr userDrawn="1">
            <p:custDataLst>
              <p:tags r:id="rId9"/>
            </p:custDataLst>
          </p:nvPr>
        </p:nvCxnSpPr>
        <p:spPr>
          <a:xfrm flipH="1">
            <a:off x="5913596" y="5102860"/>
            <a:ext cx="1315879" cy="175387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rgbClr val="EBEBEB"/>
          </a:lnRef>
          <a:fillRef idx="0">
            <a:srgbClr val="EBEBEB"/>
          </a:fillRef>
          <a:effectRef idx="0">
            <a:srgbClr val="EBEBEB"/>
          </a:effectRef>
          <a:fontRef idx="minor">
            <a:srgbClr val="3C3C41"/>
          </a:fontRef>
        </p:style>
      </p:cxnSp>
      <p:cxnSp>
        <p:nvCxnSpPr>
          <p:cNvPr id="12" name="Straight Connector 11"/>
          <p:cNvCxnSpPr/>
          <p:nvPr userDrawn="1">
            <p:custDataLst>
              <p:tags r:id="rId10"/>
            </p:custDataLst>
          </p:nvPr>
        </p:nvCxnSpPr>
        <p:spPr>
          <a:xfrm flipH="1">
            <a:off x="6653689" y="3748723"/>
            <a:ext cx="2501265" cy="250126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rgbClr val="EBEBEB"/>
          </a:lnRef>
          <a:fillRef idx="0">
            <a:srgbClr val="EBEBEB"/>
          </a:fillRef>
          <a:effectRef idx="0">
            <a:srgbClr val="EBEBEB"/>
          </a:effectRef>
          <a:fontRef idx="minor">
            <a:srgbClr val="3C3C41"/>
          </a:fontRef>
        </p:style>
      </p:cxnSp>
      <p:cxnSp>
        <p:nvCxnSpPr>
          <p:cNvPr id="13" name="Straight Connector 12"/>
          <p:cNvCxnSpPr/>
          <p:nvPr userDrawn="1">
            <p:custDataLst>
              <p:tags r:id="rId11"/>
            </p:custDataLst>
          </p:nvPr>
        </p:nvCxnSpPr>
        <p:spPr>
          <a:xfrm flipH="1">
            <a:off x="7688580" y="5651183"/>
            <a:ext cx="794385" cy="79438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rgbClr val="EBEBEB"/>
          </a:lnRef>
          <a:fillRef idx="0">
            <a:srgbClr val="EBEBEB"/>
          </a:fillRef>
          <a:effectRef idx="0">
            <a:srgbClr val="EBEBEB"/>
          </a:effectRef>
          <a:fontRef idx="minor">
            <a:srgbClr val="3C3C41"/>
          </a:fontRef>
        </p:style>
      </p:cxnSp>
      <p:cxnSp>
        <p:nvCxnSpPr>
          <p:cNvPr id="14" name="Straight Connector 13"/>
          <p:cNvCxnSpPr/>
          <p:nvPr userDrawn="1">
            <p:custDataLst>
              <p:tags r:id="rId12"/>
            </p:custDataLst>
          </p:nvPr>
        </p:nvCxnSpPr>
        <p:spPr>
          <a:xfrm flipH="1">
            <a:off x="796766" y="12700"/>
            <a:ext cx="772954" cy="103124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rgbClr val="EBEBEB"/>
          </a:lnRef>
          <a:fillRef idx="0">
            <a:srgbClr val="EBEBEB"/>
          </a:fillRef>
          <a:effectRef idx="0">
            <a:srgbClr val="EBEBEB"/>
          </a:effectRef>
          <a:fontRef idx="minor">
            <a:srgbClr val="3C3C41"/>
          </a:fontRef>
        </p:style>
      </p:cxnSp>
      <p:cxnSp>
        <p:nvCxnSpPr>
          <p:cNvPr id="15" name="Straight Connector 14"/>
          <p:cNvCxnSpPr/>
          <p:nvPr userDrawn="1">
            <p:custDataLst>
              <p:tags r:id="rId13"/>
            </p:custDataLst>
          </p:nvPr>
        </p:nvCxnSpPr>
        <p:spPr>
          <a:xfrm flipH="1">
            <a:off x="419576" y="-8255"/>
            <a:ext cx="1667351" cy="22225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rgbClr val="EBEBEB"/>
          </a:lnRef>
          <a:fillRef idx="0">
            <a:srgbClr val="EBEBEB"/>
          </a:fillRef>
          <a:effectRef idx="0">
            <a:srgbClr val="EBEBEB"/>
          </a:effectRef>
          <a:fontRef idx="minor">
            <a:srgbClr val="3C3C4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5" Type="http://schemas.openxmlformats.org/officeDocument/2006/relationships/theme" Target="../theme/theme2.xml"/><Relationship Id="rId24" Type="http://schemas.openxmlformats.org/officeDocument/2006/relationships/tags" Target="../tags/tag160.xml"/><Relationship Id="rId23" Type="http://schemas.openxmlformats.org/officeDocument/2006/relationships/tags" Target="../tags/tag159.xml"/><Relationship Id="rId22" Type="http://schemas.openxmlformats.org/officeDocument/2006/relationships/tags" Target="../tags/tag158.xml"/><Relationship Id="rId21" Type="http://schemas.openxmlformats.org/officeDocument/2006/relationships/tags" Target="../tags/tag157.xml"/><Relationship Id="rId20" Type="http://schemas.openxmlformats.org/officeDocument/2006/relationships/tags" Target="../tags/tag156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55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502412" y="1189673"/>
            <a:ext cx="8139178" cy="331473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502412" y="1571631"/>
            <a:ext cx="8139178" cy="404168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659807" y="561962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3087000" y="5619625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6457950" y="5619625"/>
            <a:ext cx="2025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18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90204" pitchFamily="34" charset="0"/>
          <a:ea typeface="微软雅黑" panose="020B0503020204020204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05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90204" pitchFamily="34" charset="0"/>
          <a:ea typeface="微软雅黑" panose="020B0503020204020204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tabLst>
          <a:tab pos="1207135" algn="l"/>
        </a:tabLst>
        <a:defRPr sz="105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90204" pitchFamily="34" charset="0"/>
          <a:ea typeface="微软雅黑" panose="020B0503020204020204" charset="-122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05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90204" pitchFamily="34" charset="0"/>
          <a:ea typeface="微软雅黑" panose="020B0503020204020204" charset="-122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05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90204" pitchFamily="34" charset="0"/>
          <a:ea typeface="微软雅黑" panose="020B0503020204020204" charset="-122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05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90204" pitchFamily="34" charset="0"/>
          <a:ea typeface="微软雅黑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63.xml"/><Relationship Id="rId2" Type="http://schemas.openxmlformats.org/officeDocument/2006/relationships/tags" Target="../tags/tag162.xml"/><Relationship Id="rId1" Type="http://schemas.openxmlformats.org/officeDocument/2006/relationships/tags" Target="../tags/tag16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69.xml"/><Relationship Id="rId5" Type="http://schemas.openxmlformats.org/officeDocument/2006/relationships/tags" Target="../tags/tag168.xml"/><Relationship Id="rId4" Type="http://schemas.openxmlformats.org/officeDocument/2006/relationships/tags" Target="../tags/tag167.xml"/><Relationship Id="rId3" Type="http://schemas.openxmlformats.org/officeDocument/2006/relationships/tags" Target="../tags/tag166.xml"/><Relationship Id="rId2" Type="http://schemas.openxmlformats.org/officeDocument/2006/relationships/tags" Target="../tags/tag165.xml"/><Relationship Id="rId1" Type="http://schemas.openxmlformats.org/officeDocument/2006/relationships/tags" Target="../tags/tag164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75.xml"/><Relationship Id="rId5" Type="http://schemas.openxmlformats.org/officeDocument/2006/relationships/tags" Target="../tags/tag174.xml"/><Relationship Id="rId4" Type="http://schemas.openxmlformats.org/officeDocument/2006/relationships/tags" Target="../tags/tag173.xml"/><Relationship Id="rId3" Type="http://schemas.openxmlformats.org/officeDocument/2006/relationships/tags" Target="../tags/tag172.xml"/><Relationship Id="rId2" Type="http://schemas.openxmlformats.org/officeDocument/2006/relationships/tags" Target="../tags/tag171.xml"/><Relationship Id="rId1" Type="http://schemas.openxmlformats.org/officeDocument/2006/relationships/tags" Target="../tags/tag170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81.xml"/><Relationship Id="rId5" Type="http://schemas.openxmlformats.org/officeDocument/2006/relationships/tags" Target="../tags/tag180.xml"/><Relationship Id="rId4" Type="http://schemas.openxmlformats.org/officeDocument/2006/relationships/tags" Target="../tags/tag179.xml"/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" Type="http://schemas.openxmlformats.org/officeDocument/2006/relationships/tags" Target="../tags/tag176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87.xml"/><Relationship Id="rId5" Type="http://schemas.openxmlformats.org/officeDocument/2006/relationships/tags" Target="../tags/tag186.xml"/><Relationship Id="rId4" Type="http://schemas.openxmlformats.org/officeDocument/2006/relationships/tags" Target="../tags/tag185.xml"/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" Type="http://schemas.openxmlformats.org/officeDocument/2006/relationships/tags" Target="../tags/tag182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93.xml"/><Relationship Id="rId5" Type="http://schemas.openxmlformats.org/officeDocument/2006/relationships/tags" Target="../tags/tag192.xml"/><Relationship Id="rId4" Type="http://schemas.openxmlformats.org/officeDocument/2006/relationships/tags" Target="../tags/tag191.xml"/><Relationship Id="rId3" Type="http://schemas.openxmlformats.org/officeDocument/2006/relationships/tags" Target="../tags/tag190.xml"/><Relationship Id="rId2" Type="http://schemas.openxmlformats.org/officeDocument/2006/relationships/tags" Target="../tags/tag189.xml"/><Relationship Id="rId1" Type="http://schemas.openxmlformats.org/officeDocument/2006/relationships/tags" Target="../tags/tag188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tags" Target="../tags/tag199.xml"/><Relationship Id="rId5" Type="http://schemas.openxmlformats.org/officeDocument/2006/relationships/tags" Target="../tags/tag198.xml"/><Relationship Id="rId4" Type="http://schemas.openxmlformats.org/officeDocument/2006/relationships/tags" Target="../tags/tag197.xml"/><Relationship Id="rId3" Type="http://schemas.openxmlformats.org/officeDocument/2006/relationships/tags" Target="../tags/tag196.xml"/><Relationship Id="rId2" Type="http://schemas.openxmlformats.org/officeDocument/2006/relationships/tags" Target="../tags/tag195.xml"/><Relationship Id="rId1" Type="http://schemas.openxmlformats.org/officeDocument/2006/relationships/tags" Target="../tags/tag19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标题 10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969135" y="2011045"/>
            <a:ext cx="5904230" cy="704215"/>
          </a:xfrm>
        </p:spPr>
        <p:txBody>
          <a:bodyPr>
            <a:normAutofit fontScale="90000"/>
          </a:bodyPr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sz="3900">
                <a:solidFill>
                  <a:schemeClr val="accent1"/>
                </a:solidFill>
              </a:rPr>
              <a:t>Linux 与云计算的关系</a:t>
            </a:r>
            <a:endParaRPr sz="3900">
              <a:solidFill>
                <a:schemeClr val="accent1"/>
              </a:solidFill>
            </a:endParaRPr>
          </a:p>
        </p:txBody>
      </p:sp>
      <p:sp>
        <p:nvSpPr>
          <p:cNvPr id="12" name="副标题 11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979930" y="3236595"/>
            <a:ext cx="5184140" cy="551180"/>
          </a:xfrm>
        </p:spPr>
        <p:txBody>
          <a:bodyPr>
            <a:normAutofit fontScale="25000"/>
          </a:bodyPr>
          <a:p>
            <a:pPr marL="0" lvl="0" indent="-285750" algn="ctr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None/>
            </a:pPr>
            <a:r>
              <a:rPr sz="8000">
                <a:solidFill>
                  <a:schemeClr val="tx1">
                    <a:lumMod val="85000"/>
                    <a:lumOff val="15000"/>
                  </a:schemeClr>
                </a:solidFill>
              </a:rPr>
              <a:t>Linux and Cloud Computing</a:t>
            </a:r>
            <a:endParaRPr sz="80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lvl="0" indent="-285750" algn="ctr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None/>
            </a:pPr>
            <a:r>
              <a:rPr sz="8000">
                <a:solidFill>
                  <a:schemeClr val="tx1">
                    <a:lumMod val="85000"/>
                    <a:lumOff val="15000"/>
                  </a:schemeClr>
                </a:solidFill>
              </a:rPr>
              <a:t>—— Linux 是现代云计算的技术基石</a:t>
            </a:r>
            <a:endParaRPr sz="80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lvl="0" indent="-285750" algn="ctr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None/>
            </a:pPr>
            <a:r>
              <a:rPr sz="8000">
                <a:solidFill>
                  <a:schemeClr val="tx1">
                    <a:lumMod val="85000"/>
                    <a:lumOff val="15000"/>
                  </a:schemeClr>
                </a:solidFill>
              </a:rPr>
              <a:t>（Yang C. / 2025.11.07 / 操作系统）</a:t>
            </a:r>
            <a:endParaRPr sz="80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6" name="组合 5"/>
          <p:cNvGrpSpPr/>
          <p:nvPr userDrawn="1">
            <p:custDataLst>
              <p:tags r:id="rId1"/>
            </p:custDataLst>
          </p:nvPr>
        </p:nvGrpSpPr>
        <p:grpSpPr>
          <a:xfrm>
            <a:off x="7788482" y="5721355"/>
            <a:ext cx="1355518" cy="1151392"/>
            <a:chOff x="12844" y="7247"/>
            <a:chExt cx="4968" cy="3165"/>
          </a:xfrm>
        </p:grpSpPr>
        <p:cxnSp>
          <p:nvCxnSpPr>
            <p:cNvPr id="11" name="Straight Connector 10"/>
            <p:cNvCxnSpPr/>
            <p:nvPr userDrawn="1">
              <p:custDataLst>
                <p:tags r:id="rId2"/>
              </p:custDataLst>
            </p:nvPr>
          </p:nvCxnSpPr>
          <p:spPr>
            <a:xfrm flipH="1">
              <a:off x="12844" y="8036"/>
              <a:ext cx="2335" cy="233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rgbClr val="EBEBEB"/>
            </a:lnRef>
            <a:fillRef idx="0">
              <a:srgbClr val="EBEBEB"/>
            </a:fillRef>
            <a:effectRef idx="0">
              <a:srgbClr val="EBEBEB"/>
            </a:effectRef>
            <a:fontRef idx="minor">
              <a:srgbClr val="3C3C41"/>
            </a:fontRef>
          </p:style>
        </p:cxnSp>
        <p:cxnSp>
          <p:nvCxnSpPr>
            <p:cNvPr id="12" name="Straight Connector 11"/>
            <p:cNvCxnSpPr/>
            <p:nvPr userDrawn="1">
              <p:custDataLst>
                <p:tags r:id="rId3"/>
              </p:custDataLst>
            </p:nvPr>
          </p:nvCxnSpPr>
          <p:spPr>
            <a:xfrm flipH="1">
              <a:off x="14059" y="7247"/>
              <a:ext cx="3194" cy="3165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rgbClr val="EBEBEB"/>
            </a:lnRef>
            <a:fillRef idx="0">
              <a:srgbClr val="EBEBEB"/>
            </a:fillRef>
            <a:effectRef idx="0">
              <a:srgbClr val="EBEBEB"/>
            </a:effectRef>
            <a:fontRef idx="minor">
              <a:srgbClr val="3C3C41"/>
            </a:fontRef>
          </p:style>
        </p:cxnSp>
        <p:cxnSp>
          <p:nvCxnSpPr>
            <p:cNvPr id="13" name="Straight Connector 12"/>
            <p:cNvCxnSpPr/>
            <p:nvPr userDrawn="1">
              <p:custDataLst>
                <p:tags r:id="rId4"/>
              </p:custDataLst>
            </p:nvPr>
          </p:nvCxnSpPr>
          <p:spPr>
            <a:xfrm flipH="1">
              <a:off x="16144" y="8691"/>
              <a:ext cx="1668" cy="166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rgbClr val="EBEBEB"/>
            </a:lnRef>
            <a:fillRef idx="0">
              <a:srgbClr val="EBEBEB"/>
            </a:fillRef>
            <a:effectRef idx="0">
              <a:srgbClr val="EBEBEB"/>
            </a:effectRef>
            <a:fontRef idx="minor">
              <a:srgbClr val="3C3C41"/>
            </a:fontRef>
          </p:style>
        </p:cxnSp>
      </p:grpSp>
      <p:sp>
        <p:nvSpPr>
          <p:cNvPr id="3" name="Content Placeholder 2"/>
          <p:cNvSpPr>
            <a:spLocks noGrp="1"/>
          </p:cNvSpPr>
          <p:nvPr>
            <p:ph idx="1"/>
            <p:custDataLst>
              <p:tags r:id="rId5"/>
            </p:custDataLst>
          </p:nvPr>
        </p:nvSpPr>
        <p:spPr/>
        <p:txBody>
          <a:bodyPr wrap="square"/>
          <a:lstStyle/>
          <a:p>
            <a:pPr marL="0" indent="0">
              <a:lnSpc>
                <a:spcPct val="120000"/>
              </a:lnSpc>
              <a:buNone/>
            </a:pPr>
            <a:endParaRPr sz="31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sz="31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cs typeface="微软雅黑" panose="020B0503020204020204" charset="-122"/>
              </a:rPr>
              <a:t>• 云计算底层几乎全部基于 Linux：AWS、Azure、Google Cloud、阿里云、腾讯云</a:t>
            </a:r>
            <a:endParaRPr sz="31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sz="31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cs typeface="微软雅黑" panose="020B0503020204020204" charset="-122"/>
              </a:rPr>
              <a:t>• 特性：开源、稳定、安全、可扩展</a:t>
            </a:r>
            <a:endParaRPr sz="31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sz="31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cs typeface="微软雅黑" panose="020B0503020204020204" charset="-122"/>
              </a:rPr>
              <a:t>• 结论：Linux 是云计算的“地基”</a:t>
            </a:r>
            <a:endParaRPr sz="31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Tx/>
              <a:buSzTx/>
              <a:buFontTx/>
            </a:pPr>
            <a:r>
              <a:rPr sz="41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Linux 是云计算的核心基础 </a:t>
            </a:r>
            <a:br>
              <a:rPr sz="41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41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(Core Foundation)</a:t>
            </a:r>
            <a:endParaRPr sz="41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6" name="组合 5"/>
          <p:cNvGrpSpPr/>
          <p:nvPr userDrawn="1">
            <p:custDataLst>
              <p:tags r:id="rId1"/>
            </p:custDataLst>
          </p:nvPr>
        </p:nvGrpSpPr>
        <p:grpSpPr>
          <a:xfrm>
            <a:off x="7788482" y="5721355"/>
            <a:ext cx="1355518" cy="1151392"/>
            <a:chOff x="12844" y="7247"/>
            <a:chExt cx="4968" cy="3165"/>
          </a:xfrm>
        </p:grpSpPr>
        <p:cxnSp>
          <p:nvCxnSpPr>
            <p:cNvPr id="11" name="Straight Connector 10"/>
            <p:cNvCxnSpPr/>
            <p:nvPr userDrawn="1">
              <p:custDataLst>
                <p:tags r:id="rId2"/>
              </p:custDataLst>
            </p:nvPr>
          </p:nvCxnSpPr>
          <p:spPr>
            <a:xfrm flipH="1">
              <a:off x="12844" y="8036"/>
              <a:ext cx="2335" cy="233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rgbClr val="EBEBEB"/>
            </a:lnRef>
            <a:fillRef idx="0">
              <a:srgbClr val="EBEBEB"/>
            </a:fillRef>
            <a:effectRef idx="0">
              <a:srgbClr val="EBEBEB"/>
            </a:effectRef>
            <a:fontRef idx="minor">
              <a:srgbClr val="3C3C41"/>
            </a:fontRef>
          </p:style>
        </p:cxnSp>
        <p:cxnSp>
          <p:nvCxnSpPr>
            <p:cNvPr id="12" name="Straight Connector 11"/>
            <p:cNvCxnSpPr/>
            <p:nvPr userDrawn="1">
              <p:custDataLst>
                <p:tags r:id="rId3"/>
              </p:custDataLst>
            </p:nvPr>
          </p:nvCxnSpPr>
          <p:spPr>
            <a:xfrm flipH="1">
              <a:off x="14059" y="7247"/>
              <a:ext cx="3194" cy="3165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rgbClr val="EBEBEB"/>
            </a:lnRef>
            <a:fillRef idx="0">
              <a:srgbClr val="EBEBEB"/>
            </a:fillRef>
            <a:effectRef idx="0">
              <a:srgbClr val="EBEBEB"/>
            </a:effectRef>
            <a:fontRef idx="minor">
              <a:srgbClr val="3C3C41"/>
            </a:fontRef>
          </p:style>
        </p:cxnSp>
        <p:cxnSp>
          <p:nvCxnSpPr>
            <p:cNvPr id="13" name="Straight Connector 12"/>
            <p:cNvCxnSpPr/>
            <p:nvPr userDrawn="1">
              <p:custDataLst>
                <p:tags r:id="rId4"/>
              </p:custDataLst>
            </p:nvPr>
          </p:nvCxnSpPr>
          <p:spPr>
            <a:xfrm flipH="1">
              <a:off x="16144" y="8691"/>
              <a:ext cx="1668" cy="166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rgbClr val="EBEBEB"/>
            </a:lnRef>
            <a:fillRef idx="0">
              <a:srgbClr val="EBEBEB"/>
            </a:fillRef>
            <a:effectRef idx="0">
              <a:srgbClr val="EBEBEB"/>
            </a:effectRef>
            <a:fontRef idx="minor">
              <a:srgbClr val="3C3C41"/>
            </a:fontRef>
          </p:style>
        </p:cxnSp>
      </p:grpSp>
      <p:sp>
        <p:nvSpPr>
          <p:cNvPr id="3" name="Content Placeholder 2"/>
          <p:cNvSpPr>
            <a:spLocks noGrp="1"/>
          </p:cNvSpPr>
          <p:nvPr>
            <p:ph idx="1"/>
            <p:custDataLst>
              <p:tags r:id="rId5"/>
            </p:custDataLst>
          </p:nvPr>
        </p:nvSpPr>
        <p:spPr/>
        <p:txBody>
          <a:bodyPr wrap="square">
            <a:normAutofit fontScale="90000" lnSpcReduction="10000"/>
          </a:bodyPr>
          <a:lstStyle/>
          <a:p>
            <a:pPr marL="0" indent="0">
              <a:buNone/>
            </a:pPr>
            <a:endParaRPr sz="31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sz="31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cs typeface="微软雅黑" panose="020B0503020204020204" charset="-122"/>
              </a:rPr>
              <a:t>• 虚拟化：KVM 内核模块支撑 OpenStack、AWS EC2 等</a:t>
            </a:r>
            <a:endParaRPr sz="31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sz="31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cs typeface="微软雅黑" panose="020B0503020204020204" charset="-122"/>
              </a:rPr>
              <a:t>• 容器化：基于 namespaces + cgroups，支持 Docker、Kubernetes</a:t>
            </a:r>
            <a:endParaRPr sz="31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sz="31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cs typeface="微软雅黑" panose="020B0503020204020204" charset="-122"/>
              </a:rPr>
              <a:t>• 文件系统与网络：ext4、XFS、Btrfs、iptables/nftables</a:t>
            </a:r>
            <a:endParaRPr sz="31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Tx/>
              <a:buSzTx/>
              <a:buFontTx/>
            </a:pPr>
            <a:r>
              <a:rPr sz="41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Linux 提供关键技术组件 </a:t>
            </a:r>
            <a:br>
              <a:rPr sz="41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41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(Core Technologies)</a:t>
            </a:r>
            <a:endParaRPr sz="41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6" name="组合 5"/>
          <p:cNvGrpSpPr/>
          <p:nvPr userDrawn="1">
            <p:custDataLst>
              <p:tags r:id="rId1"/>
            </p:custDataLst>
          </p:nvPr>
        </p:nvGrpSpPr>
        <p:grpSpPr>
          <a:xfrm>
            <a:off x="7788482" y="5721355"/>
            <a:ext cx="1355518" cy="1151392"/>
            <a:chOff x="12844" y="7247"/>
            <a:chExt cx="4968" cy="3165"/>
          </a:xfrm>
        </p:grpSpPr>
        <p:cxnSp>
          <p:nvCxnSpPr>
            <p:cNvPr id="11" name="Straight Connector 10"/>
            <p:cNvCxnSpPr/>
            <p:nvPr userDrawn="1">
              <p:custDataLst>
                <p:tags r:id="rId2"/>
              </p:custDataLst>
            </p:nvPr>
          </p:nvCxnSpPr>
          <p:spPr>
            <a:xfrm flipH="1">
              <a:off x="12844" y="8036"/>
              <a:ext cx="2335" cy="233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rgbClr val="EBEBEB"/>
            </a:lnRef>
            <a:fillRef idx="0">
              <a:srgbClr val="EBEBEB"/>
            </a:fillRef>
            <a:effectRef idx="0">
              <a:srgbClr val="EBEBEB"/>
            </a:effectRef>
            <a:fontRef idx="minor">
              <a:srgbClr val="3C3C41"/>
            </a:fontRef>
          </p:style>
        </p:cxnSp>
        <p:cxnSp>
          <p:nvCxnSpPr>
            <p:cNvPr id="12" name="Straight Connector 11"/>
            <p:cNvCxnSpPr/>
            <p:nvPr userDrawn="1">
              <p:custDataLst>
                <p:tags r:id="rId3"/>
              </p:custDataLst>
            </p:nvPr>
          </p:nvCxnSpPr>
          <p:spPr>
            <a:xfrm flipH="1">
              <a:off x="14059" y="7247"/>
              <a:ext cx="3194" cy="3165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rgbClr val="EBEBEB"/>
            </a:lnRef>
            <a:fillRef idx="0">
              <a:srgbClr val="EBEBEB"/>
            </a:fillRef>
            <a:effectRef idx="0">
              <a:srgbClr val="EBEBEB"/>
            </a:effectRef>
            <a:fontRef idx="minor">
              <a:srgbClr val="3C3C41"/>
            </a:fontRef>
          </p:style>
        </p:cxnSp>
        <p:cxnSp>
          <p:nvCxnSpPr>
            <p:cNvPr id="13" name="Straight Connector 12"/>
            <p:cNvCxnSpPr/>
            <p:nvPr userDrawn="1">
              <p:custDataLst>
                <p:tags r:id="rId4"/>
              </p:custDataLst>
            </p:nvPr>
          </p:nvCxnSpPr>
          <p:spPr>
            <a:xfrm flipH="1">
              <a:off x="16144" y="8691"/>
              <a:ext cx="1668" cy="166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rgbClr val="EBEBEB"/>
            </a:lnRef>
            <a:fillRef idx="0">
              <a:srgbClr val="EBEBEB"/>
            </a:fillRef>
            <a:effectRef idx="0">
              <a:srgbClr val="EBEBEB"/>
            </a:effectRef>
            <a:fontRef idx="minor">
              <a:srgbClr val="3C3C41"/>
            </a:fontRef>
          </p:style>
        </p:cxnSp>
      </p:grpSp>
      <p:sp>
        <p:nvSpPr>
          <p:cNvPr id="3" name="Content Placeholder 2"/>
          <p:cNvSpPr>
            <a:spLocks noGrp="1"/>
          </p:cNvSpPr>
          <p:nvPr>
            <p:ph idx="1"/>
            <p:custDataLst>
              <p:tags r:id="rId5"/>
            </p:custDataLst>
          </p:nvPr>
        </p:nvSpPr>
        <p:spPr/>
        <p:txBody>
          <a:bodyPr wrap="square"/>
          <a:lstStyle/>
          <a:p>
            <a:pPr marL="0" indent="0">
              <a:buNone/>
            </a:pPr>
            <a:endParaRPr sz="2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cs typeface="微软雅黑" panose="020B0503020204020204" charset="-122"/>
              </a:rPr>
              <a:t>• 内核优化：调度器、NUMA、VirtIO 驱动</a:t>
            </a:r>
            <a:endParaRPr sz="2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cs typeface="微软雅黑" panose="020B0503020204020204" charset="-122"/>
              </a:rPr>
              <a:t>• 云专用发行版：Amazon Linux、COS、CentOS Stream</a:t>
            </a:r>
            <a:endParaRPr sz="2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cs typeface="微软雅黑" panose="020B0503020204020204" charset="-122"/>
              </a:rPr>
              <a:t>• 社区共建：Linux Foundation × CNCF 推动云原生生态</a:t>
            </a:r>
            <a:endParaRPr sz="2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Tx/>
              <a:buSzTx/>
              <a:buFontTx/>
            </a:pPr>
            <a:r>
              <a:rPr sz="41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云计算推动 Linux 演进 </a:t>
            </a:r>
            <a:br>
              <a:rPr sz="41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sz="41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(Evolution Driven by Cloud)</a:t>
            </a:r>
            <a:endParaRPr sz="41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6" name="组合 5"/>
          <p:cNvGrpSpPr/>
          <p:nvPr userDrawn="1">
            <p:custDataLst>
              <p:tags r:id="rId1"/>
            </p:custDataLst>
          </p:nvPr>
        </p:nvGrpSpPr>
        <p:grpSpPr>
          <a:xfrm>
            <a:off x="7788482" y="5721355"/>
            <a:ext cx="1355518" cy="1151392"/>
            <a:chOff x="12844" y="7247"/>
            <a:chExt cx="4968" cy="3165"/>
          </a:xfrm>
        </p:grpSpPr>
        <p:cxnSp>
          <p:nvCxnSpPr>
            <p:cNvPr id="11" name="Straight Connector 10"/>
            <p:cNvCxnSpPr/>
            <p:nvPr userDrawn="1">
              <p:custDataLst>
                <p:tags r:id="rId2"/>
              </p:custDataLst>
            </p:nvPr>
          </p:nvCxnSpPr>
          <p:spPr>
            <a:xfrm flipH="1">
              <a:off x="12844" y="8036"/>
              <a:ext cx="2335" cy="233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rgbClr val="EBEBEB"/>
            </a:lnRef>
            <a:fillRef idx="0">
              <a:srgbClr val="EBEBEB"/>
            </a:fillRef>
            <a:effectRef idx="0">
              <a:srgbClr val="EBEBEB"/>
            </a:effectRef>
            <a:fontRef idx="minor">
              <a:srgbClr val="3C3C41"/>
            </a:fontRef>
          </p:style>
        </p:cxnSp>
        <p:cxnSp>
          <p:nvCxnSpPr>
            <p:cNvPr id="12" name="Straight Connector 11"/>
            <p:cNvCxnSpPr/>
            <p:nvPr userDrawn="1">
              <p:custDataLst>
                <p:tags r:id="rId3"/>
              </p:custDataLst>
            </p:nvPr>
          </p:nvCxnSpPr>
          <p:spPr>
            <a:xfrm flipH="1">
              <a:off x="14059" y="7247"/>
              <a:ext cx="3194" cy="3165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rgbClr val="EBEBEB"/>
            </a:lnRef>
            <a:fillRef idx="0">
              <a:srgbClr val="EBEBEB"/>
            </a:fillRef>
            <a:effectRef idx="0">
              <a:srgbClr val="EBEBEB"/>
            </a:effectRef>
            <a:fontRef idx="minor">
              <a:srgbClr val="3C3C41"/>
            </a:fontRef>
          </p:style>
        </p:cxnSp>
        <p:cxnSp>
          <p:nvCxnSpPr>
            <p:cNvPr id="13" name="Straight Connector 12"/>
            <p:cNvCxnSpPr/>
            <p:nvPr userDrawn="1">
              <p:custDataLst>
                <p:tags r:id="rId4"/>
              </p:custDataLst>
            </p:nvPr>
          </p:nvCxnSpPr>
          <p:spPr>
            <a:xfrm flipH="1">
              <a:off x="16144" y="8691"/>
              <a:ext cx="1668" cy="166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rgbClr val="EBEBEB"/>
            </a:lnRef>
            <a:fillRef idx="0">
              <a:srgbClr val="EBEBEB"/>
            </a:fillRef>
            <a:effectRef idx="0">
              <a:srgbClr val="EBEBEB"/>
            </a:effectRef>
            <a:fontRef idx="minor">
              <a:srgbClr val="3C3C41"/>
            </a:fontRef>
          </p:style>
        </p:cxnSp>
      </p:grpSp>
      <p:sp>
        <p:nvSpPr>
          <p:cNvPr id="3" name="Content Placeholder 2"/>
          <p:cNvSpPr>
            <a:spLocks noGrp="1"/>
          </p:cNvSpPr>
          <p:nvPr>
            <p:ph idx="1"/>
            <p:custDataLst>
              <p:tags r:id="rId5"/>
            </p:custDataLst>
          </p:nvPr>
        </p:nvSpPr>
        <p:spPr>
          <a:xfrm>
            <a:off x="457200" y="1165860"/>
            <a:ext cx="8229600" cy="4525963"/>
          </a:xfrm>
        </p:spPr>
        <p:txBody>
          <a:bodyPr wrap="square"/>
          <a:lstStyle/>
          <a:p>
            <a:pPr marL="0" indent="0">
              <a:lnSpc>
                <a:spcPct val="120000"/>
              </a:lnSpc>
              <a:buNone/>
            </a:pPr>
            <a:endParaRPr sz="31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sz="31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cs typeface="微软雅黑" panose="020B0503020204020204" charset="-122"/>
              </a:rPr>
              <a:t>• DevOps 工具链：Ansible、Terraform、Jenkins、Prometheus</a:t>
            </a:r>
            <a:endParaRPr sz="31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sz="31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cs typeface="微软雅黑" panose="020B0503020204020204" charset="-122"/>
              </a:rPr>
              <a:t>• 安全机制：用户/组权限、SELinux、AppArmor</a:t>
            </a:r>
            <a:endParaRPr sz="31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sz="31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cs typeface="微软雅黑" panose="020B0503020204020204" charset="-122"/>
              </a:rPr>
              <a:t>• 监控体系：systemd-journald、syslog、ELK、Prometheus</a:t>
            </a:r>
            <a:endParaRPr sz="31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Tx/>
              <a:buSzTx/>
              <a:buFontTx/>
            </a:pPr>
            <a:r>
              <a:rPr sz="41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运维与安全 </a:t>
            </a:r>
            <a:endParaRPr sz="41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ClrTx/>
              <a:buSzTx/>
              <a:buFontTx/>
            </a:pPr>
            <a:r>
              <a:rPr sz="41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(Operations and Security)</a:t>
            </a:r>
            <a:endParaRPr sz="41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6" name="组合 5"/>
          <p:cNvGrpSpPr/>
          <p:nvPr userDrawn="1">
            <p:custDataLst>
              <p:tags r:id="rId1"/>
            </p:custDataLst>
          </p:nvPr>
        </p:nvGrpSpPr>
        <p:grpSpPr>
          <a:xfrm>
            <a:off x="7788482" y="5721355"/>
            <a:ext cx="1355518" cy="1151392"/>
            <a:chOff x="12844" y="7247"/>
            <a:chExt cx="4968" cy="3165"/>
          </a:xfrm>
        </p:grpSpPr>
        <p:cxnSp>
          <p:nvCxnSpPr>
            <p:cNvPr id="11" name="Straight Connector 10"/>
            <p:cNvCxnSpPr/>
            <p:nvPr userDrawn="1">
              <p:custDataLst>
                <p:tags r:id="rId2"/>
              </p:custDataLst>
            </p:nvPr>
          </p:nvCxnSpPr>
          <p:spPr>
            <a:xfrm flipH="1">
              <a:off x="12844" y="8036"/>
              <a:ext cx="2335" cy="233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rgbClr val="EBEBEB"/>
            </a:lnRef>
            <a:fillRef idx="0">
              <a:srgbClr val="EBEBEB"/>
            </a:fillRef>
            <a:effectRef idx="0">
              <a:srgbClr val="EBEBEB"/>
            </a:effectRef>
            <a:fontRef idx="minor">
              <a:srgbClr val="3C3C41"/>
            </a:fontRef>
          </p:style>
        </p:cxnSp>
        <p:cxnSp>
          <p:nvCxnSpPr>
            <p:cNvPr id="12" name="Straight Connector 11"/>
            <p:cNvCxnSpPr/>
            <p:nvPr userDrawn="1">
              <p:custDataLst>
                <p:tags r:id="rId3"/>
              </p:custDataLst>
            </p:nvPr>
          </p:nvCxnSpPr>
          <p:spPr>
            <a:xfrm flipH="1">
              <a:off x="14059" y="7247"/>
              <a:ext cx="3194" cy="3165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rgbClr val="EBEBEB"/>
            </a:lnRef>
            <a:fillRef idx="0">
              <a:srgbClr val="EBEBEB"/>
            </a:fillRef>
            <a:effectRef idx="0">
              <a:srgbClr val="EBEBEB"/>
            </a:effectRef>
            <a:fontRef idx="minor">
              <a:srgbClr val="3C3C41"/>
            </a:fontRef>
          </p:style>
        </p:cxnSp>
        <p:cxnSp>
          <p:nvCxnSpPr>
            <p:cNvPr id="13" name="Straight Connector 12"/>
            <p:cNvCxnSpPr/>
            <p:nvPr userDrawn="1">
              <p:custDataLst>
                <p:tags r:id="rId4"/>
              </p:custDataLst>
            </p:nvPr>
          </p:nvCxnSpPr>
          <p:spPr>
            <a:xfrm flipH="1">
              <a:off x="16144" y="8691"/>
              <a:ext cx="1668" cy="166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rgbClr val="EBEBEB"/>
            </a:lnRef>
            <a:fillRef idx="0">
              <a:srgbClr val="EBEBEB"/>
            </a:fillRef>
            <a:effectRef idx="0">
              <a:srgbClr val="EBEBEB"/>
            </a:effectRef>
            <a:fontRef idx="minor">
              <a:srgbClr val="3C3C41"/>
            </a:fontRef>
          </p:style>
        </p:cxnSp>
      </p:grpSp>
      <p:sp>
        <p:nvSpPr>
          <p:cNvPr id="3" name="Content Placeholder 2"/>
          <p:cNvSpPr>
            <a:spLocks noGrp="1"/>
          </p:cNvSpPr>
          <p:nvPr>
            <p:ph idx="1"/>
            <p:custDataLst>
              <p:tags r:id="rId5"/>
            </p:custDataLst>
          </p:nvPr>
        </p:nvSpPr>
        <p:spPr/>
        <p:txBody>
          <a:bodyPr wrap="square"/>
          <a:lstStyle/>
          <a:p>
            <a:pPr>
              <a:lnSpc>
                <a:spcPct val="120000"/>
              </a:lnSpc>
            </a:pPr>
            <a:endParaRPr sz="29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9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cs typeface="微软雅黑" panose="020B0503020204020204" charset="-122"/>
              </a:rPr>
              <a:t>基础层：Linux 是云计算运行的底座</a:t>
            </a:r>
            <a:endParaRPr sz="29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9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cs typeface="微软雅黑" panose="020B0503020204020204" charset="-122"/>
              </a:rPr>
              <a:t>技术层：提供虚拟化、容器、网络、存储能力</a:t>
            </a:r>
            <a:endParaRPr sz="29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9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cs typeface="微软雅黑" panose="020B0503020204020204" charset="-122"/>
              </a:rPr>
              <a:t>生态层：云计算推动 Linux 演进</a:t>
            </a:r>
            <a:endParaRPr sz="29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29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cs typeface="微软雅黑" panose="020B0503020204020204" charset="-122"/>
              </a:rPr>
              <a:t>运维层：构建云端运维与安全体系</a:t>
            </a:r>
            <a:endParaRPr sz="29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Tx/>
              <a:buSzTx/>
              <a:buFontTx/>
            </a:pPr>
            <a:r>
              <a:rPr sz="41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总结与关系概览 </a:t>
            </a:r>
            <a:endParaRPr sz="41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ClrTx/>
              <a:buSzTx/>
              <a:buFontTx/>
            </a:pPr>
            <a:r>
              <a:rPr sz="41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(Summary &amp; Overview)</a:t>
            </a:r>
            <a:endParaRPr sz="41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6" name="组合 5"/>
          <p:cNvGrpSpPr/>
          <p:nvPr userDrawn="1">
            <p:custDataLst>
              <p:tags r:id="rId1"/>
            </p:custDataLst>
          </p:nvPr>
        </p:nvGrpSpPr>
        <p:grpSpPr>
          <a:xfrm>
            <a:off x="7788482" y="5721355"/>
            <a:ext cx="1355518" cy="1151392"/>
            <a:chOff x="12844" y="7247"/>
            <a:chExt cx="4968" cy="3165"/>
          </a:xfrm>
        </p:grpSpPr>
        <p:cxnSp>
          <p:nvCxnSpPr>
            <p:cNvPr id="11" name="Straight Connector 10"/>
            <p:cNvCxnSpPr/>
            <p:nvPr userDrawn="1">
              <p:custDataLst>
                <p:tags r:id="rId2"/>
              </p:custDataLst>
            </p:nvPr>
          </p:nvCxnSpPr>
          <p:spPr>
            <a:xfrm flipH="1">
              <a:off x="12844" y="8036"/>
              <a:ext cx="2335" cy="233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rgbClr val="EBEBEB"/>
            </a:lnRef>
            <a:fillRef idx="0">
              <a:srgbClr val="EBEBEB"/>
            </a:fillRef>
            <a:effectRef idx="0">
              <a:srgbClr val="EBEBEB"/>
            </a:effectRef>
            <a:fontRef idx="minor">
              <a:srgbClr val="3C3C41"/>
            </a:fontRef>
          </p:style>
        </p:cxnSp>
        <p:cxnSp>
          <p:nvCxnSpPr>
            <p:cNvPr id="12" name="Straight Connector 11"/>
            <p:cNvCxnSpPr/>
            <p:nvPr userDrawn="1">
              <p:custDataLst>
                <p:tags r:id="rId3"/>
              </p:custDataLst>
            </p:nvPr>
          </p:nvCxnSpPr>
          <p:spPr>
            <a:xfrm flipH="1">
              <a:off x="14059" y="7247"/>
              <a:ext cx="3194" cy="3165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rgbClr val="EBEBEB"/>
            </a:lnRef>
            <a:fillRef idx="0">
              <a:srgbClr val="EBEBEB"/>
            </a:fillRef>
            <a:effectRef idx="0">
              <a:srgbClr val="EBEBEB"/>
            </a:effectRef>
            <a:fontRef idx="minor">
              <a:srgbClr val="3C3C41"/>
            </a:fontRef>
          </p:style>
        </p:cxnSp>
        <p:cxnSp>
          <p:nvCxnSpPr>
            <p:cNvPr id="13" name="Straight Connector 12"/>
            <p:cNvCxnSpPr/>
            <p:nvPr userDrawn="1">
              <p:custDataLst>
                <p:tags r:id="rId4"/>
              </p:custDataLst>
            </p:nvPr>
          </p:nvCxnSpPr>
          <p:spPr>
            <a:xfrm flipH="1">
              <a:off x="16144" y="8691"/>
              <a:ext cx="1668" cy="166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rgbClr val="EBEBEB"/>
            </a:lnRef>
            <a:fillRef idx="0">
              <a:srgbClr val="EBEBEB"/>
            </a:fillRef>
            <a:effectRef idx="0">
              <a:srgbClr val="EBEBEB"/>
            </a:effectRef>
            <a:fontRef idx="minor">
              <a:srgbClr val="3C3C41"/>
            </a:fontRef>
          </p:style>
        </p:cxnSp>
      </p:grpSp>
      <p:sp>
        <p:nvSpPr>
          <p:cNvPr id="3" name="Content Placeholder 2"/>
          <p:cNvSpPr>
            <a:spLocks noGrp="1"/>
          </p:cNvSpPr>
          <p:nvPr>
            <p:ph idx="1"/>
            <p:custDataLst>
              <p:tags r:id="rId5"/>
            </p:custDataLst>
          </p:nvPr>
        </p:nvSpPr>
        <p:spPr>
          <a:xfrm>
            <a:off x="154940" y="1284605"/>
            <a:ext cx="9125585" cy="4526280"/>
          </a:xfrm>
        </p:spPr>
        <p:txBody>
          <a:bodyPr wrap="square"/>
          <a:lstStyle/>
          <a:p>
            <a:pPr marL="0" indent="0">
              <a:buNone/>
            </a:pPr>
            <a:endParaRPr sz="2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cs typeface="微软雅黑" panose="020B0503020204020204" charset="-122"/>
              </a:rPr>
              <a:t>• Serverless / 微服务：Firecracker、Kata Containers</a:t>
            </a:r>
            <a:endParaRPr sz="2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cs typeface="微软雅黑" panose="020B0503020204020204" charset="-122"/>
              </a:rPr>
              <a:t>• AI 与边缘计算：</a:t>
            </a:r>
            <a:r>
              <a:rPr 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cs typeface="微软雅黑" panose="020B0503020204020204" charset="-122"/>
              </a:rPr>
              <a:t>		   </a:t>
            </a:r>
            <a:r>
              <a:rPr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cs typeface="微软雅黑" panose="020B0503020204020204" charset="-122"/>
              </a:rPr>
              <a:t>Linux 驱动 GPU/FPGA 加速</a:t>
            </a:r>
            <a:endParaRPr sz="2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cs typeface="微软雅黑" panose="020B0503020204020204" charset="-122"/>
              </a:rPr>
              <a:t>• 混合云：</a:t>
            </a:r>
            <a:r>
              <a:rPr 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cs typeface="微软雅黑" panose="020B0503020204020204" charset="-122"/>
              </a:rPr>
              <a:t>				  </a:t>
            </a:r>
            <a:r>
              <a:rPr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cs typeface="微软雅黑" panose="020B0503020204020204" charset="-122"/>
              </a:rPr>
              <a:t>基于 Linux 的统一生态</a:t>
            </a:r>
            <a:endParaRPr sz="2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Aft>
                <a:spcPts val="600"/>
              </a:spcAft>
              <a:buNone/>
            </a:pPr>
            <a:endParaRPr sz="2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cs typeface="微软雅黑" panose="020B0503020204020204" charset="-122"/>
              </a:rPr>
              <a:t>结论：</a:t>
            </a:r>
            <a:endParaRPr sz="2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cs typeface="微软雅黑" panose="020B0503020204020204" charset="-122"/>
            </a:endParaRPr>
          </a:p>
          <a:p>
            <a:pPr marL="0" indent="457200">
              <a:spcAft>
                <a:spcPts val="600"/>
              </a:spcAft>
              <a:buNone/>
            </a:pPr>
            <a:r>
              <a:rPr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cs typeface="微软雅黑" panose="020B0503020204020204" charset="-122"/>
              </a:rPr>
              <a:t>Linux 与云计算相互促进，共建数字基础设施</a:t>
            </a:r>
            <a:endParaRPr sz="2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itle 1"/>
          <p:cNvSpPr>
            <a:spLocks noGrp="1"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buClrTx/>
              <a:buSzTx/>
              <a:buFontTx/>
            </a:pPr>
            <a:r>
              <a:rPr sz="41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未来趋势 </a:t>
            </a:r>
            <a:endParaRPr sz="41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ClrTx/>
              <a:buSzTx/>
              <a:buFontTx/>
            </a:pPr>
            <a:r>
              <a:rPr sz="41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(Future Trends)</a:t>
            </a:r>
            <a:endParaRPr sz="410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UNIT_TYPE" val="y"/>
  <p:tag name="KSO_WM_UNIT_INDEX" val="2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UNIT_TYPE" val="y"/>
  <p:tag name="KSO_WM_UNIT_INDEX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2*i*5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2*i*6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2*i*7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4*i*5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4*i*6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4*i*7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2"/>
</p:tagLst>
</file>

<file path=ppt/tags/tag105.xml><?xml version="1.0" encoding="utf-8"?>
<p:tagLst xmlns:p="http://schemas.openxmlformats.org/presentationml/2006/main">
  <p:tag name="KSO_WM_SLIDE_BACKGROUND_TYPE" val="topBottom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9.xml><?xml version="1.0" encoding="utf-8"?>
<p:tagLst xmlns:p="http://schemas.openxmlformats.org/presentationml/2006/main">
  <p:tag name="KSO_WM_SLIDE_BACKGROUND_TYPE" val="topBottom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8*i*4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8*i*5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8*i*6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8*i*7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18*i*8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_18*i*9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3631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3631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3631"/>
  <p:tag name="KSO_WM_TEMPLATE_MASTER_THUMB_INDEX" val="12"/>
  <p:tag name="KSO_WM_TEMPLATE_THUMBS_INDEX" val="1、4、7、8、9、12、14、15、16、19、24、27、28、29、30、31"/>
</p:tagLst>
</file>

<file path=ppt/tags/tag161.xml><?xml version="1.0" encoding="utf-8"?>
<p:tagLst xmlns:p="http://schemas.openxmlformats.org/presentationml/2006/main">
  <p:tag name="KSO_WM_UNIT_ISCONTENTS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3631_1*a*1"/>
  <p:tag name="KSO_WM_TEMPLATE_CATEGORY" val="custom"/>
  <p:tag name="KSO_WM_TEMPLATE_INDEX" val="20203631"/>
  <p:tag name="KSO_WM_UNIT_LAYERLEVEL" val="1"/>
  <p:tag name="KSO_WM_TAG_VERSION" val="1.0"/>
  <p:tag name="KSO_WM_BEAUTIFY_FLAG" val="#wm#"/>
  <p:tag name="KSO_WM_UNIT_PRESET_TEXT" val="部门工作汇报"/>
</p:tagLst>
</file>

<file path=ppt/tags/tag162.xml><?xml version="1.0" encoding="utf-8"?>
<p:tagLst xmlns:p="http://schemas.openxmlformats.org/presentationml/2006/main">
  <p:tag name="KSO_WM_UNIT_ISCONTENTSTITLE" val="0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3631_1*b*1"/>
  <p:tag name="KSO_WM_TEMPLATE_CATEGORY" val="custom"/>
  <p:tag name="KSO_WM_TEMPLATE_INDEX" val="20203631"/>
  <p:tag name="KSO_WM_UNIT_LAYERLEVEL" val="1"/>
  <p:tag name="KSO_WM_TAG_VERSION" val="1.0"/>
  <p:tag name="KSO_WM_BEAUTIFY_FLAG" val="#wm#"/>
  <p:tag name="KSO_WM_UNIT_PRESET_TEXT" val="单击此处添加副标题"/>
  <p:tag name="KSO_WM_UNIT_TEXT_FILL_FORE_SCHEMECOLOR_INDEX_BRIGHTNESS" val="0.15"/>
  <p:tag name="KSO_WM_UNIT_TEXT_FILL_FORE_SCHEMECOLOR_INDEX" val="13"/>
  <p:tag name="KSO_WM_UNIT_TEXT_FILL_TYPE" val="1"/>
</p:tagLst>
</file>

<file path=ppt/tags/tag163.xml><?xml version="1.0" encoding="utf-8"?>
<p:tagLst xmlns:p="http://schemas.openxmlformats.org/presentationml/2006/main">
  <p:tag name="KSO_WM_SLIDE_ID" val="custom20203631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3631"/>
  <p:tag name="KSO_WM_SLIDE_LAYOUT" val="a_b"/>
  <p:tag name="KSO_WM_SLIDE_LAYOUT_CNT" val="1_2"/>
  <p:tag name="KSO_WM_TEMPLATE_MASTER_THUMB_INDEX" val="12"/>
  <p:tag name="KSO_WM_TEMPLATE_THUMBS_INDEX" val="1、4、7、8、9、12、14、15、16、19、24、27、28、29、30、31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WM_BEAUTIFY_SHAPE_IDENTITY" val="{fa0801e5-ee0d-bcaa-8dcc-0d69b33948c0}"/>
  <p:tag name="KSO_WM_UNIT_TYPE" val="i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2*i*5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2*i*6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2*i*7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</p:tagLst>
</file>

<file path=ppt/tags/tag168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169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WM_BEAUTIFY_SHAPE_IDENTITY" val="{2f927546-b9da-6bf1-8dcc-0d69b80262de}"/>
  <p:tag name="KSO_WM_UNIT_TYPE" val="i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2*i*5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2*i*6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2*i*7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</p:tagLst>
</file>

<file path=ppt/tags/tag174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175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WM_BEAUTIFY_SHAPE_IDENTITY" val="{1408712c-185e-db40-8ccc-0d6923031bce}"/>
  <p:tag name="KSO_WM_UNIT_TYPE" val="i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2*i*5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2*i*6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2*i*7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</p:tagLst>
</file>

<file path=ppt/tags/tag180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181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WM_BEAUTIFY_SHAPE_IDENTITY" val="{6b45afce-ca62-825c-8ccc-0d69e3b3b885}"/>
  <p:tag name="KSO_WM_UNIT_TYPE" val="i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2*i*5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2*i*6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2*i*7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</p:tagLst>
</file>

<file path=ppt/tags/tag186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187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WM_BEAUTIFY_SHAPE_IDENTITY" val="{11b31814-ff56-278b-8ccc-0d692ef9fb8a}"/>
  <p:tag name="KSO_WM_UNIT_TYPE" val="i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2*i*5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2*i*6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2*i*7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</p:tagLst>
</file>

<file path=ppt/tags/tag192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193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  <p:tag name="WM_BEAUTIFY_SHAPE_IDENTITY" val="{719a2c0d-ee44-01a0-8ccc-0d69e9212e6a}"/>
  <p:tag name="KSO_WM_UNIT_TYPE" val="i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2*i*5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2*i*6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2*i*7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LINE_FORE_SCHEMECOLOR_INDEX_BRIGHTNESS" val="0"/>
  <p:tag name="KSO_WM_UNIT_LINE_FORE_SCHEMECOLOR_INDEX" val="5"/>
  <p:tag name="KSO_WM_UNIT_LINE_FILL_TYPE" val="2"/>
</p:tagLst>
</file>

<file path=ppt/tags/tag198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199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200.xml><?xml version="1.0" encoding="utf-8"?>
<p:tagLst xmlns:p="http://schemas.openxmlformats.org/presentationml/2006/main">
  <p:tag name="commondata" val="eyJoZGlkIjoiYjU2OTU1ZWZmZDExNGRkNzljZGQyODcxMWIwNGNhNTQ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D6DCE4"/>
      </a:dk2>
      <a:lt2>
        <a:srgbClr val="FFFFFF"/>
      </a:lt2>
      <a:accent1>
        <a:srgbClr val="527992"/>
      </a:accent1>
      <a:accent2>
        <a:srgbClr val="458196"/>
      </a:accent2>
      <a:accent3>
        <a:srgbClr val="358890"/>
      </a:accent3>
      <a:accent4>
        <a:srgbClr val="358D80"/>
      </a:accent4>
      <a:accent5>
        <a:srgbClr val="46916A"/>
      </a:accent5>
      <a:accent6>
        <a:srgbClr val="5F924F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931</Words>
  <Application>WPS 演示</Application>
  <PresentationFormat>On-screen Show (4:3)</PresentationFormat>
  <Paragraphs>49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汉仪旗黑-85S</vt:lpstr>
      <vt:lpstr>黑体</vt:lpstr>
      <vt:lpstr>Wingdings</vt:lpstr>
      <vt:lpstr>Office Theme</vt:lpstr>
      <vt:lpstr>1_Office 主题​​</vt:lpstr>
      <vt:lpstr>Linux 与云计算的关系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^_^ Alex Yang 阳光灿烂的日子</cp:lastModifiedBy>
  <cp:revision>15</cp:revision>
  <dcterms:created xsi:type="dcterms:W3CDTF">2025-11-07T10:41:35Z</dcterms:created>
  <dcterms:modified xsi:type="dcterms:W3CDTF">2025-11-07T10:41:35Z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C318FDF6F21DEE77DFCC0D6998A8D8B4_43</vt:lpwstr>
  </property>
  <property fmtid="{D5CDD505-2E9C-101B-9397-08002B2CF9AE}" pid="3" name="KSOProductBuildVer">
    <vt:lpwstr>2052-6.11.0.8885</vt:lpwstr>
  </property>
</Properties>
</file>