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notesSlides/notesSlide1.xml" ContentType="application/vnd.openxmlformats-officedocument.presentationml.notesSlide+xml"/>
  <Override PartName="/ppt/tags/tag9.xml" ContentType="application/vnd.openxmlformats-officedocument.presentationml.tags+xml"/>
  <Override PartName="/ppt/tags/tag10.xml" ContentType="application/vnd.openxmlformats-officedocument.presentationml.tags+xml"/>
  <Override PartName="/ppt/notesSlides/notesSlide2.xml" ContentType="application/vnd.openxmlformats-officedocument.presentationml.notesSlide+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3"/>
  </p:notesMasterIdLst>
  <p:sldIdLst>
    <p:sldId id="876" r:id="rId2"/>
    <p:sldId id="804" r:id="rId3"/>
    <p:sldId id="805" r:id="rId4"/>
    <p:sldId id="806" r:id="rId5"/>
    <p:sldId id="808" r:id="rId6"/>
    <p:sldId id="809" r:id="rId7"/>
    <p:sldId id="810" r:id="rId8"/>
    <p:sldId id="811" r:id="rId9"/>
    <p:sldId id="812" r:id="rId10"/>
    <p:sldId id="813" r:id="rId11"/>
    <p:sldId id="814" r:id="rId12"/>
    <p:sldId id="817" r:id="rId13"/>
    <p:sldId id="879" r:id="rId14"/>
    <p:sldId id="880" r:id="rId15"/>
    <p:sldId id="881" r:id="rId16"/>
    <p:sldId id="824" r:id="rId17"/>
    <p:sldId id="887" r:id="rId18"/>
    <p:sldId id="875" r:id="rId19"/>
    <p:sldId id="877" r:id="rId20"/>
    <p:sldId id="885" r:id="rId21"/>
    <p:sldId id="886" r:id="rId22"/>
  </p:sldIdLst>
  <p:sldSz cx="12192000" cy="6858000"/>
  <p:notesSz cx="6858000" cy="9144000"/>
  <p:custDataLst>
    <p:tags r:id="rId24"/>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74" userDrawn="1">
          <p15:clr>
            <a:srgbClr val="A4A3A4"/>
          </p15:clr>
        </p15:guide>
        <p15:guide id="2" pos="5132" userDrawn="1">
          <p15:clr>
            <a:srgbClr val="A4A3A4"/>
          </p15:clr>
        </p15:guide>
        <p15:guide id="3" pos="495" userDrawn="1">
          <p15:clr>
            <a:srgbClr val="A4A3A4"/>
          </p15:clr>
        </p15:guide>
        <p15:guide id="4" pos="774" userDrawn="1">
          <p15:clr>
            <a:srgbClr val="A4A3A4"/>
          </p15:clr>
        </p15:guide>
        <p15:guide id="5" pos="9726" userDrawn="1">
          <p15:clr>
            <a:srgbClr val="A4A3A4"/>
          </p15:clr>
        </p15:guide>
        <p15:guide id="6" pos="9470" userDrawn="1">
          <p15:clr>
            <a:srgbClr val="A4A3A4"/>
          </p15:clr>
        </p15:guide>
        <p15:guide id="7" orient="horz" pos="3845" userDrawn="1">
          <p15:clr>
            <a:srgbClr val="A4A3A4"/>
          </p15:clr>
        </p15:guide>
        <p15:guide id="8" orient="horz" pos="1049" userDrawn="1">
          <p15:clr>
            <a:srgbClr val="A4A3A4"/>
          </p15:clr>
        </p15:guide>
        <p15:guide id="9" orient="horz" pos="666" userDrawn="1">
          <p15:clr>
            <a:srgbClr val="A4A3A4"/>
          </p15:clr>
        </p15:guide>
        <p15:guide id="10" orient="horz" pos="3148" userDrawn="1">
          <p15:clr>
            <a:srgbClr val="A4A3A4"/>
          </p15:clr>
        </p15:guide>
        <p15:guide id="11" pos="3823" userDrawn="1">
          <p15:clr>
            <a:srgbClr val="A4A3A4"/>
          </p15:clr>
        </p15:guide>
        <p15:guide id="12" pos="384" userDrawn="1">
          <p15:clr>
            <a:srgbClr val="A4A3A4"/>
          </p15:clr>
        </p15:guide>
        <p15:guide id="13" pos="603" userDrawn="1">
          <p15:clr>
            <a:srgbClr val="A4A3A4"/>
          </p15:clr>
        </p15:guide>
        <p15:guide id="14" pos="7322" userDrawn="1">
          <p15:clr>
            <a:srgbClr val="A4A3A4"/>
          </p15:clr>
        </p15:guide>
        <p15:guide id="15" pos="712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303694287" name="^_^ Alex Yang 阳光灿烂的日子" initials="^" lastIdx="2" clrIdx="0"/>
  <p:cmAuthor id="1" name="jinghui" initials="j" lastIdx="1" clrIdx="0"/>
  <p:cmAuthor id="2" name="作者"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003399"/>
    <a:srgbClr val="0099CC"/>
    <a:srgbClr val="7F8C8D"/>
    <a:srgbClr val="ECF0F1"/>
    <a:srgbClr val="E74C3C"/>
    <a:srgbClr val="94B155"/>
    <a:srgbClr val="3D9FAC"/>
    <a:srgbClr val="FEB834"/>
    <a:srgbClr val="5B447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043" autoAdjust="0"/>
    <p:restoredTop sz="79110" autoAdjust="0"/>
  </p:normalViewPr>
  <p:slideViewPr>
    <p:cSldViewPr snapToGrid="0" showGuides="1">
      <p:cViewPr varScale="1">
        <p:scale>
          <a:sx n="52" d="100"/>
          <a:sy n="52" d="100"/>
        </p:scale>
        <p:origin x="1076" y="60"/>
      </p:cViewPr>
      <p:guideLst>
        <p:guide orient="horz" pos="2174"/>
        <p:guide pos="5132"/>
        <p:guide pos="495"/>
        <p:guide pos="774"/>
        <p:guide pos="9726"/>
        <p:guide pos="9470"/>
        <p:guide orient="horz" pos="3845"/>
        <p:guide orient="horz" pos="1049"/>
        <p:guide orient="horz" pos="666"/>
        <p:guide orient="horz" pos="3148"/>
        <p:guide pos="3823"/>
        <p:guide pos="384"/>
        <p:guide pos="603"/>
        <p:guide pos="7322"/>
        <p:guide pos="7120"/>
      </p:guideLst>
    </p:cSldViewPr>
  </p:slideViewPr>
  <p:outlineViewPr>
    <p:cViewPr>
      <p:scale>
        <a:sx n="33" d="100"/>
        <a:sy n="33" d="100"/>
      </p:scale>
      <p:origin x="0" y="0"/>
    </p:cViewPr>
  </p:outlineViewPr>
  <p:notesTextViewPr>
    <p:cViewPr>
      <p:scale>
        <a:sx n="1" d="1"/>
        <a:sy n="1" d="1"/>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gs" Target="tags/tag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8CC360C-F423-4191-B903-C96919C651F4}" type="datetimeFigureOut">
              <a:rPr lang="zh-CN" altLang="en-US" smtClean="0"/>
              <a:t>2025/11/07</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0B7194D-9457-4CB1-9230-4797428E1A57}"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0B7194D-9457-4CB1-9230-4797428E1A57}"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0B7194D-9457-4CB1-9230-4797428E1A57}" type="slidenum">
              <a:rPr lang="zh-CN" altLang="en-US" smtClean="0"/>
              <a:t>7</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一、重放攻击（Replay Attack）</a:t>
            </a:r>
          </a:p>
          <a:p>
            <a:r>
              <a:rPr lang="zh-CN" altLang="en-US"/>
              <a:t>1. 概念</a:t>
            </a:r>
          </a:p>
          <a:p>
            <a:r>
              <a:rPr lang="zh-CN" altLang="en-US"/>
              <a:t>重放攻击指的是：攻击者截获一段已经合法通过网络传输的通信消息，然后**在之后的某个时间点重新发送（重放）**这段消息，从而冒充原始发送方完成非法操作。</a:t>
            </a:r>
          </a:p>
          <a:p>
            <a:r>
              <a:rPr lang="zh-CN" altLang="en-US"/>
              <a:t>✅ 关键词：截获、重发、冒充、重现过去的会话。</a:t>
            </a:r>
          </a:p>
          <a:p>
            <a:r>
              <a:rPr lang="zh-CN" altLang="en-US"/>
              <a:t>2. 举例</a:t>
            </a:r>
          </a:p>
          <a:p>
            <a:r>
              <a:rPr lang="zh-CN" altLang="en-US"/>
              <a:t>假设Alice要登录银行账户，银行服务器Bob需要验证Alice的身份。</a:t>
            </a:r>
          </a:p>
          <a:p>
            <a:r>
              <a:rPr lang="zh-CN" altLang="en-US"/>
              <a:t>Alice发送登录请求（包含用户名、密码或签名）。</a:t>
            </a:r>
          </a:p>
          <a:p>
            <a:r>
              <a:rPr lang="zh-CN" altLang="en-US"/>
              <a:t>攻击者Mallory在网络上窃听并保存这段请求。</a:t>
            </a:r>
          </a:p>
          <a:p>
            <a:r>
              <a:rPr lang="zh-CN" altLang="en-US"/>
              <a:t>Mallory之后再把这段请求原封不动地重发给服务器。</a:t>
            </a:r>
          </a:p>
          <a:p>
            <a:r>
              <a:rPr lang="zh-CN" altLang="en-US"/>
              <a:t>如果服务器没有检测出这是旧请求，它就会以为这是Alice本人登录。</a:t>
            </a:r>
          </a:p>
          <a:p>
            <a:r>
              <a:rPr lang="zh-CN" altLang="en-US"/>
              <a:t>于是，Mallory 无需知道密码 也能“冒充”Alice。</a:t>
            </a:r>
          </a:p>
          <a:p>
            <a:r>
              <a:rPr lang="zh-CN" altLang="en-US"/>
              <a:t>3. 防御机制</a:t>
            </a:r>
          </a:p>
          <a:p>
            <a:r>
              <a:rPr lang="zh-CN" altLang="en-US"/>
              <a:t>防御方法	说明</a:t>
            </a:r>
          </a:p>
          <a:p>
            <a:r>
              <a:rPr lang="zh-CN" altLang="en-US"/>
              <a:t>时间戳（Timestamp）	消息中带上当前时间戳，服务器只接受“最新”的请求（例如±5秒内）。</a:t>
            </a:r>
          </a:p>
          <a:p>
            <a:r>
              <a:rPr lang="zh-CN" altLang="en-US"/>
              <a:t>随机数 / 一次性令牌（Nonce / Token）	每次通信都必须附带一个随机数，由服务器验证“是否已使用过”。</a:t>
            </a:r>
          </a:p>
          <a:p>
            <a:r>
              <a:rPr lang="zh-CN" altLang="en-US"/>
              <a:t>会话标识符（Session ID）	建立会话后，所有命令必须带会话ID；断开后立即失效。</a:t>
            </a:r>
          </a:p>
          <a:p>
            <a:r>
              <a:rPr lang="zh-CN" altLang="en-US"/>
              <a:t>数字签名或MAC（Message Authentication Code）	确保消息完整性与时效性，防止被篡改重放。</a:t>
            </a:r>
          </a:p>
          <a:p>
            <a:r>
              <a:rPr lang="zh-CN" altLang="en-US"/>
              <a:t>4. 小结</a:t>
            </a:r>
          </a:p>
          <a:p>
            <a:r>
              <a:rPr lang="zh-CN" altLang="en-US"/>
              <a:t>重放攻击的本质不是破解算法，而是“重用旧消息”造成系统逻辑欺骗。</a:t>
            </a:r>
          </a:p>
          <a:p>
            <a:r>
              <a:rPr lang="zh-CN" altLang="en-US"/>
              <a:t>防御重点在于 “消息唯一性” 和 “时间有效性”。</a:t>
            </a:r>
          </a:p>
          <a:p>
            <a:r>
              <a:rPr lang="zh-CN" altLang="en-US"/>
              <a:t>二、侧信道攻击（Side-Channel Attack）</a:t>
            </a:r>
          </a:p>
          <a:p>
            <a:r>
              <a:rPr lang="zh-CN" altLang="en-US"/>
              <a:t>1. 概念</a:t>
            </a:r>
          </a:p>
          <a:p>
            <a:r>
              <a:rPr lang="zh-CN" altLang="en-US"/>
              <a:t>侧信道攻击指攻击者不是直接破解算法（例如RSA或AES），而是通过观察计算过程中的物理特征来间接推测出密钥信息。</a:t>
            </a:r>
          </a:p>
          <a:p>
            <a:r>
              <a:rPr lang="zh-CN" altLang="en-US"/>
              <a:t>✅ 关键词：泄露信息来自“执行过程”，而不是“数学模型”。</a:t>
            </a:r>
          </a:p>
          <a:p>
            <a:r>
              <a:rPr lang="zh-CN" altLang="en-US"/>
              <a:t>2. 常见类型</a:t>
            </a:r>
          </a:p>
          <a:p>
            <a:r>
              <a:rPr lang="zh-CN" altLang="en-US"/>
              <a:t>类型	攻击手段	说明</a:t>
            </a:r>
          </a:p>
          <a:p>
            <a:r>
              <a:rPr lang="zh-CN" altLang="en-US"/>
              <a:t>功耗分析（Power Analysis）	监测加密芯片在运算时的电流变化	功耗随不同比特运算而变化，可反推出私钥。</a:t>
            </a:r>
          </a:p>
          <a:p>
            <a:r>
              <a:rPr lang="zh-CN" altLang="en-US"/>
              <a:t>时间分析（Timing Attack）	测量运算时间	不同密钥可能导致不同的计算时间。</a:t>
            </a:r>
          </a:p>
          <a:p>
            <a:r>
              <a:rPr lang="zh-CN" altLang="en-US"/>
              <a:t>电磁辐射分析（EM Analysis）	侦测芯片发出的电磁波	类似功耗分析，但更远距离。</a:t>
            </a:r>
          </a:p>
          <a:p>
            <a:r>
              <a:rPr lang="zh-CN" altLang="en-US"/>
              <a:t>缓存攻击（Cache Attack）	分析CPU缓存命中情况	在共享CPU环境下（如云服务），可窃取邻进程密钥信息。</a:t>
            </a:r>
          </a:p>
          <a:p>
            <a:r>
              <a:rPr lang="zh-CN" altLang="en-US"/>
              <a:t>声学攻击（Acoustic Attack）	分析设备发出的声音（例如按键音、风扇噪声）	曾在实验室成功复现键盘输入推断。</a:t>
            </a:r>
          </a:p>
          <a:p>
            <a:r>
              <a:rPr lang="zh-CN" altLang="en-US"/>
              <a:t>3. 举例</a:t>
            </a:r>
          </a:p>
          <a:p>
            <a:r>
              <a:rPr lang="zh-CN" altLang="en-US"/>
              <a:t>例如RSA算法在执行指数模运算时：</a:t>
            </a:r>
          </a:p>
          <a:p>
            <a:r>
              <a:rPr lang="zh-CN" altLang="en-US"/>
              <a:t>如果某一位是1，执行“乘+平方”；</a:t>
            </a:r>
          </a:p>
          <a:p>
            <a:r>
              <a:rPr lang="zh-CN" altLang="en-US"/>
              <a:t>如果是0，只执行“平方”。</a:t>
            </a:r>
          </a:p>
          <a:p>
            <a:r>
              <a:rPr lang="zh-CN" altLang="en-US"/>
              <a:t>攻击者通过记录运算时间或功耗差异，就能逐位推算出私钥 d。</a:t>
            </a:r>
          </a:p>
          <a:p>
            <a:r>
              <a:rPr lang="zh-CN" altLang="en-US"/>
              <a:t>4. 防御机制</a:t>
            </a:r>
          </a:p>
          <a:p>
            <a:r>
              <a:rPr lang="zh-CN" altLang="en-US"/>
              <a:t>方法	原理</a:t>
            </a:r>
          </a:p>
          <a:p>
            <a:r>
              <a:rPr lang="zh-CN" altLang="en-US"/>
              <a:t>算法随机化（Blinding）	在每次运算前对输入随机化，使功耗/时间不再与密钥直接相关。</a:t>
            </a:r>
          </a:p>
          <a:p>
            <a:r>
              <a:rPr lang="zh-CN" altLang="en-US"/>
              <a:t>恒定时间算法（Constant-Time Implementation）	无论密钥取值如何，运算时间都一样。</a:t>
            </a:r>
          </a:p>
          <a:p>
            <a:r>
              <a:rPr lang="zh-CN" altLang="en-US"/>
              <a:t>硬件防护（Shielding）	对芯片加电磁屏蔽，减少可被测的信号泄露。</a:t>
            </a:r>
          </a:p>
          <a:p>
            <a:r>
              <a:rPr lang="zh-CN" altLang="en-US"/>
              <a:t>噪声注入（Noise Injection）	在电源或信号中注入随机噪声，干扰测量结果。</a:t>
            </a:r>
          </a:p>
          <a:p>
            <a:r>
              <a:rPr lang="zh-CN" altLang="en-US"/>
              <a:t>三、对比总结</a:t>
            </a:r>
          </a:p>
          <a:p>
            <a:r>
              <a:rPr lang="zh-CN" altLang="en-US"/>
              <a:t>对比项	重放攻击	侧信道攻击</a:t>
            </a:r>
          </a:p>
          <a:p>
            <a:r>
              <a:rPr lang="zh-CN" altLang="en-US"/>
              <a:t>攻击层面	网络协议层	物理硬件层</a:t>
            </a:r>
          </a:p>
          <a:p>
            <a:r>
              <a:rPr lang="zh-CN" altLang="en-US"/>
              <a:t>目的	冒充或重用旧消息	推断私钥或敏感数据</a:t>
            </a:r>
          </a:p>
          <a:p>
            <a:r>
              <a:rPr lang="zh-CN" altLang="en-US"/>
              <a:t>是否需要破解算法	❌ 否	✅ 部分需要算法理解</a:t>
            </a:r>
          </a:p>
          <a:p>
            <a:r>
              <a:rPr lang="zh-CN" altLang="en-US"/>
              <a:t>防御重点	唯一性验证、时间检测	硬件防护、算法随机化</a:t>
            </a:r>
          </a:p>
          <a:p>
            <a:r>
              <a:rPr lang="zh-CN" altLang="en-US"/>
              <a:t>示例	重放登录请求	通过功耗分析提取RSA私钥</a:t>
            </a:r>
          </a:p>
          <a:p>
            <a:endParaRPr lang="zh-CN" altLang="en-US"/>
          </a:p>
          <a:p>
            <a:endParaRPr lang="zh-CN" altLang="en-US"/>
          </a:p>
          <a:p>
            <a:r>
              <a:rPr lang="zh-CN" altLang="en-US"/>
              <a:t>一、什么是“量子攻击”？</a:t>
            </a:r>
          </a:p>
          <a:p>
            <a:r>
              <a:rPr lang="zh-CN" altLang="en-US"/>
              <a:t>量子攻击指利用量子计算机运行的量子算法去攻破现有密码学（或加速某些密码分析），从而得到传统计算机无法在合理时间内完成的破解能力。</a:t>
            </a:r>
          </a:p>
          <a:p>
            <a:r>
              <a:rPr lang="zh-CN" altLang="en-US"/>
              <a:t>主要分两类：</a:t>
            </a:r>
          </a:p>
          <a:p>
            <a:r>
              <a:rPr lang="zh-CN" altLang="en-US"/>
              <a:t>对公钥密码（如 RSA、ECC）构成致命威胁 —— 通过 Shor 算法 在多项式时间内做整数分解和离散对数，能直接恢复私钥。</a:t>
            </a:r>
          </a:p>
          <a:p>
            <a:r>
              <a:rPr lang="zh-CN" altLang="en-US"/>
              <a:t>对对称密码/哈希产生加速攻击 —— 通过 Grover 算法 把暴力搜索复杂度从 </a:t>
            </a:r>
          </a:p>
          <a:p>
            <a:r>
              <a:rPr lang="zh-CN" altLang="en-US"/>
              <a:t>O</a:t>
            </a:r>
          </a:p>
          <a:p>
            <a:r>
              <a:rPr lang="zh-CN" altLang="en-US"/>
              <a:t>(</a:t>
            </a:r>
          </a:p>
          <a:p>
            <a:r>
              <a:rPr lang="zh-CN" altLang="en-US"/>
              <a:t>2</a:t>
            </a:r>
          </a:p>
          <a:p>
            <a:r>
              <a:rPr lang="zh-CN" altLang="en-US"/>
              <a:t>n</a:t>
            </a:r>
          </a:p>
          <a:p>
            <a:r>
              <a:rPr lang="zh-CN" altLang="en-US"/>
              <a:t>)</a:t>
            </a:r>
          </a:p>
          <a:p>
            <a:r>
              <a:rPr lang="zh-CN" altLang="en-US"/>
              <a:t>O(2 </a:t>
            </a:r>
          </a:p>
          <a:p>
            <a:r>
              <a:rPr lang="zh-CN" altLang="en-US"/>
              <a:t>n</a:t>
            </a:r>
          </a:p>
          <a:p>
            <a:r>
              <a:rPr lang="zh-CN" altLang="en-US"/>
              <a:t> ) 降到 </a:t>
            </a:r>
          </a:p>
          <a:p>
            <a:r>
              <a:rPr lang="zh-CN" altLang="en-US"/>
              <a:t>O</a:t>
            </a:r>
          </a:p>
          <a:p>
            <a:r>
              <a:rPr lang="zh-CN" altLang="en-US"/>
              <a:t>(</a:t>
            </a:r>
          </a:p>
          <a:p>
            <a:r>
              <a:rPr lang="zh-CN" altLang="en-US"/>
              <a:t>2</a:t>
            </a:r>
          </a:p>
          <a:p>
            <a:r>
              <a:rPr lang="zh-CN" altLang="en-US"/>
              <a:t>n</a:t>
            </a:r>
          </a:p>
          <a:p>
            <a:r>
              <a:rPr lang="zh-CN" altLang="en-US"/>
              <a:t>/</a:t>
            </a:r>
          </a:p>
          <a:p>
            <a:r>
              <a:rPr lang="zh-CN" altLang="en-US"/>
              <a:t>2</a:t>
            </a:r>
          </a:p>
          <a:p>
            <a:r>
              <a:rPr lang="zh-CN" altLang="en-US"/>
              <a:t>)</a:t>
            </a:r>
          </a:p>
          <a:p>
            <a:r>
              <a:rPr lang="zh-CN" altLang="en-US"/>
              <a:t>O(2 </a:t>
            </a:r>
          </a:p>
          <a:p>
            <a:r>
              <a:rPr lang="zh-CN" altLang="en-US"/>
              <a:t>n/2</a:t>
            </a:r>
          </a:p>
          <a:p>
            <a:r>
              <a:rPr lang="zh-CN" altLang="en-US"/>
              <a:t> )，意味着密钥安全度大约被“减半”。</a:t>
            </a:r>
          </a:p>
          <a:p>
            <a:r>
              <a:rPr lang="zh-CN" altLang="en-US"/>
              <a:t>二、核心量子算法（简明）</a:t>
            </a:r>
          </a:p>
          <a:p>
            <a:r>
              <a:rPr lang="zh-CN" altLang="en-US"/>
              <a:t>Shor（1994）：能在多项式时间解决整数分解与离散对数问题 ⇒ 能破解 RSA、DH、ECDH、ECDSA、Ed25519 等。</a:t>
            </a:r>
          </a:p>
          <a:p>
            <a:r>
              <a:rPr lang="zh-CN" altLang="en-US"/>
              <a:t>数学上：运行时间关于位数是多项式级别，不再指数级。</a:t>
            </a:r>
          </a:p>
          <a:p>
            <a:r>
              <a:rPr lang="zh-CN" altLang="en-US"/>
              <a:t>Grover（1996）：对未结构化搜索（如暴力穷举）能实现平方加速 ⇒ 对称密钥长度需要翻倍以维持相同安全强度（例如 AES-128 在量子攻击下相当于经典的 64-bit 安全强度；建议用 AES-256）。</a:t>
            </a:r>
          </a:p>
          <a:p>
            <a:r>
              <a:rPr lang="zh-CN" altLang="en-US"/>
              <a:t>三、现实局限（为什么今天不是“马上被破解”？）</a:t>
            </a:r>
          </a:p>
          <a:p>
            <a:r>
              <a:rPr lang="zh-CN" altLang="en-US"/>
              <a:t>量子攻击的威胁取决于可用的量子硬件（量子比特数与容错能力）：</a:t>
            </a:r>
          </a:p>
          <a:p>
            <a:r>
              <a:rPr lang="zh-CN" altLang="en-US"/>
              <a:t>要运行可用于破解 RSA-2048 的 Shor，需要大量逻辑量子比特且需纠错（估计成千上万甚至更多物理 qubit）。</a:t>
            </a:r>
          </a:p>
          <a:p>
            <a:r>
              <a:rPr lang="zh-CN" altLang="en-US"/>
              <a:t>目前的大多数量子电脑还处于“噪声中间规模量子（NISQ）”阶段，尚不可用来大规模破解实用密钥。</a:t>
            </a:r>
          </a:p>
          <a:p>
            <a:r>
              <a:rPr lang="zh-CN" altLang="en-US"/>
              <a:t>时间表高度不确定：可能几年、十几年，也可能更久。不能靠电视新闻的“预测”决定策略——要以风险管理来做准备。</a:t>
            </a:r>
          </a:p>
          <a:p>
            <a:r>
              <a:rPr lang="zh-CN" altLang="en-US"/>
              <a:t>四、最重要的工程风险：Store-Now, Decrypt-Later</a:t>
            </a:r>
          </a:p>
          <a:p>
            <a:r>
              <a:rPr lang="zh-CN" altLang="en-US"/>
              <a:t>攻击者今天截获并保存被加密的机密通信或备份，等到未来有足够强的量子机时再解密。</a:t>
            </a:r>
          </a:p>
          <a:p>
            <a:r>
              <a:rPr lang="zh-CN" altLang="en-US"/>
              <a:t>因此对长期保密的数据（法律、医疗、财务、国防）风险尤甚。</a:t>
            </a:r>
          </a:p>
          <a:p>
            <a:r>
              <a:rPr lang="zh-CN" altLang="en-US"/>
              <a:t>五、如何防御（可执行、分阶段建议）</a:t>
            </a:r>
          </a:p>
          <a:p>
            <a:r>
              <a:rPr lang="zh-CN" altLang="en-US"/>
              <a:t>立即（现在就能做）</a:t>
            </a:r>
          </a:p>
          <a:p>
            <a:r>
              <a:rPr lang="zh-CN" altLang="en-US"/>
              <a:t>资产盘点：列出所有长期保密数据、长期密钥与加密通信的存档（“最有价值的长期秘密”优先）。</a:t>
            </a:r>
          </a:p>
          <a:p>
            <a:r>
              <a:rPr lang="zh-CN" altLang="en-US"/>
              <a:t>启用前向安全（Forward Secrecy）：确保 TLS/SSH 使用 ECDHE 等临时密钥交换，减少被截获后可解密的历史数据面。</a:t>
            </a:r>
          </a:p>
          <a:p>
            <a:r>
              <a:rPr lang="zh-CN" altLang="en-US"/>
              <a:t>使用强对称密钥：优先 AES-256 / ChaCha20（Grover 对称密钥风险可通过增加密钥长度缓解）。</a:t>
            </a:r>
          </a:p>
          <a:p>
            <a:r>
              <a:rPr lang="zh-CN" altLang="en-US"/>
              <a:t>短期证书与自动轮换：缩短证书/密钥有效期，降低泄露窗口。</a:t>
            </a:r>
          </a:p>
          <a:p>
            <a:r>
              <a:rPr lang="zh-CN" altLang="en-US"/>
              <a:t>保护密钥存储：HSM/TPM/KMS 保护长期私钥，最小化导出风险。</a:t>
            </a:r>
          </a:p>
          <a:p>
            <a:r>
              <a:rPr lang="zh-CN" altLang="en-US"/>
              <a:t>中期（可规划的迁移）</a:t>
            </a:r>
          </a:p>
          <a:p>
            <a:r>
              <a:rPr lang="zh-CN" altLang="en-US"/>
              <a:t>采用混合（Hybrid）方案：在关键协议（如 TLS）同时使用经典算法与量子安全 KEM（或在握手中并行封装），实现“经典 + PQ”双保险。</a:t>
            </a:r>
          </a:p>
          <a:p>
            <a:r>
              <a:rPr lang="zh-CN" altLang="en-US"/>
              <a:t>例如：ECDHE + Kyber 混合 KEM（若Kyber为已被接受的PQ KEM）。</a:t>
            </a:r>
          </a:p>
          <a:p>
            <a:r>
              <a:rPr lang="zh-CN" altLang="en-US"/>
              <a:t>关注并测试 NIST 标准化结果：NIST 已完成 PQC 挑选（部分算法已被标准化/推荐），应计划基于被采纳算法做兼容性与性能测试。</a:t>
            </a:r>
          </a:p>
          <a:p>
            <a:r>
              <a:rPr lang="zh-CN" altLang="en-US"/>
              <a:t>升级库与协议栈：使用支持 PQ KEM 的 TLS 实现测试环境（并在生产前做审计）。</a:t>
            </a:r>
          </a:p>
          <a:p>
            <a:r>
              <a:rPr lang="zh-CN" altLang="en-US"/>
              <a:t>长期（架构级）</a:t>
            </a:r>
          </a:p>
          <a:p>
            <a:r>
              <a:rPr lang="zh-CN" altLang="en-US"/>
              <a:t>门限签名 / 分布式密钥：关键资产（资金、主证书）采用门限签名或 MPC，避免单点私钥泄露的灾难性后果。</a:t>
            </a:r>
          </a:p>
          <a:p>
            <a:r>
              <a:rPr lang="zh-CN" altLang="en-US"/>
              <a:t>制定“量子迁移计划”：包括检测、演练、依赖梳理、合规对齐与替换时间表。</a:t>
            </a:r>
          </a:p>
          <a:p>
            <a:r>
              <a:rPr lang="zh-CN" altLang="en-US"/>
              <a:t>保持可替换性（Crypto Agility）：系统设计时保留替换加密算法的能力（配置化、模块化）。</a:t>
            </a:r>
          </a:p>
          <a:p>
            <a:r>
              <a:rPr lang="zh-CN" altLang="en-US"/>
              <a:t>六、当前主流与标准动态（简述）</a:t>
            </a:r>
          </a:p>
          <a:p>
            <a:r>
              <a:rPr lang="zh-CN" altLang="en-US"/>
              <a:t>NIST 后量子密码（PQC）标准化：NIST 已挑选并推进若干候选（如 Kyber 用于 KEM、Dilithium/SPHINCS+ 用于签名等）。（注：具体名单请从 NIST 官方获取最新版本）</a:t>
            </a:r>
          </a:p>
          <a:p>
            <a:r>
              <a:rPr lang="zh-CN" altLang="en-US"/>
              <a:t>实践建议：短期内采用“hybrid (经典+PQC)” 是稳妥路径；长期过渡到纯 PQC 当生态成熟并经审计后再做切换。</a:t>
            </a:r>
          </a:p>
          <a:p>
            <a:r>
              <a:rPr lang="zh-CN" altLang="en-US"/>
              <a:t>七、举例说明（工程落地场景）</a:t>
            </a:r>
          </a:p>
          <a:p>
            <a:r>
              <a:rPr lang="zh-CN" altLang="en-US"/>
              <a:t>Web服务（HTTPS）：使用 TLS1.3 + ECDHE（前向安全）并在未来升级为 ECDHE + PQ KEM 混合握手；服务端证书尽量短期并存放在 HSM。</a:t>
            </a:r>
          </a:p>
          <a:p>
            <a:r>
              <a:rPr lang="zh-CN" altLang="en-US"/>
              <a:t>邮件与存档：对长期保密邮件/档案，考虑先做 PQ 混合加密或采用 PQ KEM 封装对称密钥并替换存档。</a:t>
            </a:r>
          </a:p>
          <a:p>
            <a:r>
              <a:rPr lang="zh-CN" altLang="en-US"/>
              <a:t>区块链/钱包：私钥一旦被破解资产即失，尽量采用多签/门限方案并对密钥管理严格审计。</a:t>
            </a:r>
          </a:p>
          <a:p>
            <a:r>
              <a:rPr lang="zh-CN" altLang="en-US"/>
              <a:t>八、一句话总结</a:t>
            </a:r>
          </a:p>
          <a:p>
            <a:r>
              <a:rPr lang="zh-CN" altLang="en-US"/>
              <a:t>量子攻击不是科幻：它是利用量子算法对传统密码构成数学性威胁。虽然大规模实用量子电脑还未普及，但“现在不做准备，未来可能付出沉重代价”。工程上最务实的路线是：保护长期秘密、启用前向安全、实现加密敏捷，并逐步采用被标准化的后量子方案（优先以混合方式）。</a:t>
            </a: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496900" y="31308"/>
            <a:ext cx="563252" cy="563252"/>
          </a:xfrm>
          <a:prstGeom prst="rect">
            <a:avLst/>
          </a:prstGeom>
          <a:effectLst/>
        </p:spPr>
      </p:pic>
      <p:sp>
        <p:nvSpPr>
          <p:cNvPr id="9" name="文本占位符 7"/>
          <p:cNvSpPr>
            <a:spLocks noGrp="1"/>
          </p:cNvSpPr>
          <p:nvPr>
            <p:ph type="body" sz="quarter" idx="10"/>
          </p:nvPr>
        </p:nvSpPr>
        <p:spPr>
          <a:xfrm>
            <a:off x="2081683" y="90632"/>
            <a:ext cx="8028633" cy="534844"/>
          </a:xfrm>
          <a:prstGeom prst="rect">
            <a:avLst/>
          </a:prstGeom>
        </p:spPr>
        <p:txBody>
          <a:bodyPr/>
          <a:lstStyle>
            <a:lvl1pPr marL="0" indent="0" algn="ctr">
              <a:buNone/>
              <a:defRPr sz="3100" b="1">
                <a:latin typeface="微软雅黑" panose="020B0503020204020204" pitchFamily="34" charset="-122"/>
                <a:ea typeface="微软雅黑" panose="020B0503020204020204" pitchFamily="34" charset="-122"/>
              </a:defRPr>
            </a:lvl1pPr>
          </a:lstStyle>
          <a:p>
            <a:pPr lvl="0"/>
            <a:r>
              <a:rPr lang="zh-CN" altLang="en-US" dirty="0"/>
              <a:t>单击此处编辑母版文本样式</a:t>
            </a:r>
          </a:p>
        </p:txBody>
      </p:sp>
      <p:sp>
        <p:nvSpPr>
          <p:cNvPr id="10" name="文本占位符 7"/>
          <p:cNvSpPr>
            <a:spLocks noGrp="1"/>
          </p:cNvSpPr>
          <p:nvPr>
            <p:ph type="body" sz="quarter" idx="13"/>
          </p:nvPr>
        </p:nvSpPr>
        <p:spPr>
          <a:xfrm>
            <a:off x="957943" y="1057373"/>
            <a:ext cx="9261231" cy="387941"/>
          </a:xfrm>
          <a:prstGeom prst="rect">
            <a:avLst/>
          </a:prstGeom>
        </p:spPr>
        <p:txBody>
          <a:bodyPr/>
          <a:lstStyle>
            <a:lvl1pPr marL="0" indent="0" algn="l">
              <a:buNone/>
              <a:defRPr sz="2400" b="1">
                <a:latin typeface="微软雅黑" panose="020B0503020204020204" pitchFamily="34" charset="-122"/>
                <a:ea typeface="微软雅黑" panose="020B0503020204020204" pitchFamily="34" charset="-122"/>
              </a:defRPr>
            </a:lvl1pPr>
          </a:lstStyle>
          <a:p>
            <a:pPr lvl="0"/>
            <a:r>
              <a:rPr lang="zh-CN" altLang="en-US" dirty="0"/>
              <a:t>单击此处编辑母版文本样式</a:t>
            </a:r>
          </a:p>
        </p:txBody>
      </p:sp>
      <p:sp>
        <p:nvSpPr>
          <p:cNvPr id="11" name="矩形 10"/>
          <p:cNvSpPr/>
          <p:nvPr userDrawn="1"/>
        </p:nvSpPr>
        <p:spPr>
          <a:xfrm flipV="1">
            <a:off x="0" y="625867"/>
            <a:ext cx="12132733" cy="63586"/>
          </a:xfrm>
          <a:prstGeom prst="rect">
            <a:avLst/>
          </a:prstGeom>
          <a:gradFill flip="none" rotWithShape="1">
            <a:gsLst>
              <a:gs pos="0">
                <a:schemeClr val="accent1">
                  <a:lumMod val="75000"/>
                </a:schemeClr>
              </a:gs>
              <a:gs pos="77000">
                <a:schemeClr val="accent5">
                  <a:lumMod val="60000"/>
                  <a:lumOff val="40000"/>
                </a:schemeClr>
              </a:gs>
              <a:gs pos="100000">
                <a:schemeClr val="bg1">
                  <a:alpha val="0"/>
                </a:schemeClr>
              </a:gs>
            </a:gsLst>
            <a:lin ang="0" scaled="1"/>
            <a:tileRect/>
          </a:gradFill>
          <a:ln>
            <a:noFill/>
          </a:ln>
          <a:effectLst>
            <a:outerShdw blurRad="50800" dist="38100" dir="5400000" sx="124000" sy="124000" algn="t" rotWithShape="0">
              <a:schemeClr val="accent1">
                <a:lumMod val="75000"/>
                <a:alpha val="26000"/>
              </a:schemeClr>
            </a:outerShdw>
          </a:effectLst>
        </p:spPr>
        <p:style>
          <a:lnRef idx="3">
            <a:schemeClr val="lt1"/>
          </a:lnRef>
          <a:fillRef idx="1">
            <a:schemeClr val="accent3"/>
          </a:fillRef>
          <a:effectRef idx="1">
            <a:schemeClr val="accent3"/>
          </a:effectRef>
          <a:fontRef idx="minor">
            <a:schemeClr val="lt1"/>
          </a:fontRef>
        </p:style>
        <p:txBody>
          <a:bodyPr rtlCol="0" anchor="ctr"/>
          <a:lstStyle/>
          <a:p>
            <a:pPr defTabSz="685800" fontAlgn="base">
              <a:spcBef>
                <a:spcPct val="0"/>
              </a:spcBef>
              <a:spcAft>
                <a:spcPct val="0"/>
              </a:spcAft>
              <a:defRPr/>
            </a:pPr>
            <a:endParaRPr lang="zh-CN" altLang="en-US" sz="1100" b="1" dirty="0">
              <a:solidFill>
                <a:srgbClr val="0099CC"/>
              </a:solidFill>
              <a:latin typeface="微软雅黑" panose="020B0503020204020204" pitchFamily="34" charset="-122"/>
              <a:ea typeface="微软雅黑" panose="020B0503020204020204" pitchFamily="34" charset="-122"/>
              <a:cs typeface="Times New Roman" panose="02020703060505090304" pitchFamily="18" charset="0"/>
            </a:endParaRPr>
          </a:p>
        </p:txBody>
      </p:sp>
      <p:sp>
        <p:nvSpPr>
          <p:cNvPr id="12" name="矩形 11"/>
          <p:cNvSpPr/>
          <p:nvPr userDrawn="1"/>
        </p:nvSpPr>
        <p:spPr>
          <a:xfrm>
            <a:off x="0" y="-1"/>
            <a:ext cx="309231" cy="689454"/>
          </a:xfrm>
          <a:prstGeom prst="rect">
            <a:avLst/>
          </a:prstGeom>
          <a:solidFill>
            <a:schemeClr val="accent1">
              <a:lumMod val="75000"/>
            </a:schemeClr>
          </a:solidFill>
          <a:ln>
            <a:noFill/>
          </a:ln>
          <a:effectLst>
            <a:outerShdw blurRad="25400" dist="25400" dir="13500000" algn="br" rotWithShape="0">
              <a:schemeClr val="accent1">
                <a:lumMod val="75000"/>
                <a:alpha val="40000"/>
              </a:schemeClr>
            </a:outerShdw>
          </a:effectLst>
        </p:spPr>
        <p:style>
          <a:lnRef idx="3">
            <a:schemeClr val="lt1"/>
          </a:lnRef>
          <a:fillRef idx="1">
            <a:schemeClr val="accent3"/>
          </a:fillRef>
          <a:effectRef idx="1">
            <a:schemeClr val="accent3"/>
          </a:effectRef>
          <a:fontRef idx="minor">
            <a:schemeClr val="lt1"/>
          </a:fontRef>
        </p:style>
        <p:txBody>
          <a:bodyPr rtlCol="0" anchor="ctr"/>
          <a:lstStyle/>
          <a:p>
            <a:pPr defTabSz="685800" fontAlgn="base">
              <a:spcBef>
                <a:spcPct val="0"/>
              </a:spcBef>
              <a:spcAft>
                <a:spcPct val="0"/>
              </a:spcAft>
              <a:defRPr/>
            </a:pPr>
            <a:endParaRPr lang="zh-CN" altLang="en-US" sz="1100" b="1" dirty="0">
              <a:solidFill>
                <a:srgbClr val="0099CC"/>
              </a:solidFill>
              <a:latin typeface="微软雅黑" panose="020B0503020204020204" pitchFamily="34" charset="-122"/>
              <a:ea typeface="微软雅黑" panose="020B0503020204020204" pitchFamily="34" charset="-122"/>
              <a:cs typeface="Times New Roman" panose="02020703060505090304" pitchFamily="18" charset="0"/>
            </a:endParaRPr>
          </a:p>
        </p:txBody>
      </p:sp>
      <p:sp>
        <p:nvSpPr>
          <p:cNvPr id="13" name="文本占位符 21"/>
          <p:cNvSpPr>
            <a:spLocks noGrp="1"/>
          </p:cNvSpPr>
          <p:nvPr>
            <p:ph type="body" sz="quarter" idx="15" hasCustomPrompt="1"/>
          </p:nvPr>
        </p:nvSpPr>
        <p:spPr>
          <a:xfrm>
            <a:off x="11403449" y="6368136"/>
            <a:ext cx="440986" cy="324355"/>
          </a:xfrm>
          <a:prstGeom prst="rect">
            <a:avLst/>
          </a:prstGeom>
        </p:spPr>
        <p:txBody>
          <a:bodyPr/>
          <a:lstStyle>
            <a:lvl1pPr marL="0" indent="0" algn="ctr">
              <a:buFont typeface="Arial" panose="020B0604020202090204" pitchFamily="34" charset="0"/>
              <a:buNone/>
              <a:defRPr sz="1800" b="1"/>
            </a:lvl1pPr>
            <a:lvl2pPr marL="457200" indent="0">
              <a:buNone/>
              <a:defRPr/>
            </a:lvl2pPr>
          </a:lstStyle>
          <a:p>
            <a:pPr lvl="0"/>
            <a:r>
              <a:rPr lang="en-US" altLang="zh-CN" dirty="0"/>
              <a:t>10</a:t>
            </a:r>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endParaRPr lang="en-US" dirty="0"/>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DDE5C839-82DB-4F14-88B3-6B5BEC2CAAB5}" type="datetimeFigureOut">
              <a:rPr lang="zh-CN" altLang="en-US" smtClean="0"/>
              <a:t>2025/11/07</a:t>
            </a:fld>
            <a:endParaRPr lang="zh-CN" alt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E072AF17-D5F7-4535-B112-E5B9115149C2}"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DDE5C839-82DB-4F14-88B3-6B5BEC2CAAB5}" type="datetimeFigureOut">
              <a:rPr lang="zh-CN" altLang="en-US" smtClean="0"/>
              <a:t>2025/11/07</a:t>
            </a:fld>
            <a:endParaRPr lang="zh-CN" alt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E072AF17-D5F7-4535-B112-E5B9115149C2}"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DDE5C839-82DB-4F14-88B3-6B5BEC2CAAB5}" type="datetimeFigureOut">
              <a:rPr lang="zh-CN" altLang="en-US" smtClean="0"/>
              <a:t>2025/11/07</a:t>
            </a:fld>
            <a:endParaRPr lang="zh-CN" alt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E072AF17-D5F7-4535-B112-E5B9115149C2}"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DDE5C839-82DB-4F14-88B3-6B5BEC2CAAB5}" type="datetimeFigureOut">
              <a:rPr lang="zh-CN" altLang="en-US" smtClean="0"/>
              <a:t>2025/11/07</a:t>
            </a:fld>
            <a:endParaRPr lang="zh-CN" altLang="en-US"/>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E072AF17-D5F7-4535-B112-E5B9115149C2}"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DDE5C839-82DB-4F14-88B3-6B5BEC2CAAB5}" type="datetimeFigureOut">
              <a:rPr lang="zh-CN" altLang="en-US" smtClean="0"/>
              <a:t>2025/11/07</a:t>
            </a:fld>
            <a:endParaRPr lang="zh-CN" altLang="en-US"/>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E072AF17-D5F7-4535-B112-E5B9115149C2}"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DDE5C839-82DB-4F14-88B3-6B5BEC2CAAB5}" type="datetimeFigureOut">
              <a:rPr lang="zh-CN" altLang="en-US" smtClean="0"/>
              <a:t>2025/11/07</a:t>
            </a:fld>
            <a:endParaRPr lang="zh-CN" altLang="en-US"/>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E072AF17-D5F7-4535-B112-E5B9115149C2}"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DDE5C839-82DB-4F14-88B3-6B5BEC2CAAB5}" type="datetimeFigureOut">
              <a:rPr lang="zh-CN" altLang="en-US" smtClean="0"/>
              <a:t>2025/11/07</a:t>
            </a:fld>
            <a:endParaRPr lang="zh-CN" alt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E072AF17-D5F7-4535-B112-E5B9115149C2}"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183188" y="987425"/>
            <a:ext cx="6172200" cy="4873625"/>
          </a:xfrm>
          <a:prstGeom prst="rect">
            <a:avLst/>
          </a:prstGeo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DDE5C839-82DB-4F14-88B3-6B5BEC2CAAB5}" type="datetimeFigureOut">
              <a:rPr lang="zh-CN" altLang="en-US" smtClean="0"/>
              <a:t>2025/11/07</a:t>
            </a:fld>
            <a:endParaRPr lang="zh-CN" alt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E072AF17-D5F7-4535-B112-E5B9115149C2}"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838200" y="1825625"/>
            <a:ext cx="10515600" cy="4351338"/>
          </a:xfrm>
          <a:prstGeom prst="rect">
            <a:avLst/>
          </a:prstGeo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DDE5C839-82DB-4F14-88B3-6B5BEC2CAAB5}" type="datetimeFigureOut">
              <a:rPr lang="zh-CN" altLang="en-US" smtClean="0"/>
              <a:t>2025/11/07</a:t>
            </a:fld>
            <a:endParaRPr lang="zh-CN" alt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E072AF17-D5F7-4535-B112-E5B9115149C2}"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DDE5C839-82DB-4F14-88B3-6B5BEC2CAAB5}" type="datetimeFigureOut">
              <a:rPr lang="zh-CN" altLang="en-US" smtClean="0"/>
              <a:t>2025/11/07</a:t>
            </a:fld>
            <a:endParaRPr lang="zh-CN" alt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E072AF17-D5F7-4535-B112-E5B9115149C2}"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Full Screen Image">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About Us">
    <p:spTree>
      <p:nvGrpSpPr>
        <p:cNvPr id="1" name=""/>
        <p:cNvGrpSpPr/>
        <p:nvPr/>
      </p:nvGrpSpPr>
      <p:grpSpPr>
        <a:xfrm>
          <a:off x="0" y="0"/>
          <a:ext cx="0" cy="0"/>
          <a:chOff x="0" y="0"/>
          <a:chExt cx="0" cy="0"/>
        </a:xfrm>
      </p:grpSpPr>
      <p:sp>
        <p:nvSpPr>
          <p:cNvPr id="48" name="Picture Placeholder 11"/>
          <p:cNvSpPr>
            <a:spLocks noGrp="1"/>
          </p:cNvSpPr>
          <p:nvPr>
            <p:ph type="pic" sz="quarter" idx="10"/>
          </p:nvPr>
        </p:nvSpPr>
        <p:spPr>
          <a:xfrm>
            <a:off x="6294473" y="1600202"/>
            <a:ext cx="5897880" cy="3662363"/>
          </a:xfrm>
          <a:prstGeom prst="roundRect">
            <a:avLst>
              <a:gd name="adj" fmla="val 2031"/>
            </a:avLst>
          </a:prstGeom>
        </p:spPr>
        <p:txBody>
          <a:bodyPr/>
          <a:lstStyle>
            <a:lvl1pPr>
              <a:defRPr baseline="0"/>
            </a:lvl1pPr>
          </a:lstStyle>
          <a:p>
            <a:endParaRPr lang="en-US" dirty="0"/>
          </a:p>
        </p:txBody>
      </p:sp>
      <p:sp>
        <p:nvSpPr>
          <p:cNvPr id="49" name="Text Placeholder 13"/>
          <p:cNvSpPr>
            <a:spLocks noGrp="1"/>
          </p:cNvSpPr>
          <p:nvPr>
            <p:ph type="body" sz="quarter" idx="11"/>
          </p:nvPr>
        </p:nvSpPr>
        <p:spPr>
          <a:xfrm>
            <a:off x="914400" y="2112462"/>
            <a:ext cx="4015113" cy="585787"/>
          </a:xfrm>
          <a:prstGeom prst="rect">
            <a:avLst/>
          </a:prstGeom>
        </p:spPr>
        <p:txBody>
          <a:bodyPr>
            <a:noAutofit/>
          </a:bodyPr>
          <a:lstStyle>
            <a:lvl1pPr marL="0" indent="0">
              <a:buNone/>
              <a:defRPr sz="3200">
                <a:solidFill>
                  <a:schemeClr val="tx1">
                    <a:lumMod val="50000"/>
                    <a:lumOff val="50000"/>
                  </a:schemeClr>
                </a:solidFill>
                <a:latin typeface="GeosansLight" panose="02000603020000020003" pitchFamily="2" charset="0"/>
              </a:defRPr>
            </a:lvl1pPr>
            <a:lvl2pPr marL="457200" indent="0">
              <a:buNone/>
              <a:defRPr/>
            </a:lvl2pPr>
            <a:lvl3pPr marL="914400" indent="0">
              <a:buNone/>
              <a:defRPr/>
            </a:lvl3pPr>
            <a:lvl4pPr marL="1371600" indent="0">
              <a:buNone/>
              <a:defRPr/>
            </a:lvl4pPr>
          </a:lstStyle>
          <a:p>
            <a:pPr lvl="0"/>
            <a:endParaRPr lang="en-US" dirty="0"/>
          </a:p>
        </p:txBody>
      </p:sp>
      <p:sp>
        <p:nvSpPr>
          <p:cNvPr id="50" name="Content Placeholder 15"/>
          <p:cNvSpPr>
            <a:spLocks noGrp="1"/>
          </p:cNvSpPr>
          <p:nvPr>
            <p:ph sz="quarter" idx="12"/>
          </p:nvPr>
        </p:nvSpPr>
        <p:spPr>
          <a:xfrm>
            <a:off x="914401" y="3552827"/>
            <a:ext cx="4856163" cy="1198563"/>
          </a:xfrm>
          <a:prstGeom prst="rect">
            <a:avLst/>
          </a:prstGeom>
        </p:spPr>
        <p:txBody>
          <a:bodyPr>
            <a:normAutofit/>
          </a:bodyPr>
          <a:lstStyle>
            <a:lvl1pPr marL="0" indent="0">
              <a:buNone/>
              <a:defRPr sz="10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dirty="0"/>
          </a:p>
        </p:txBody>
      </p:sp>
      <p:sp>
        <p:nvSpPr>
          <p:cNvPr id="51" name="Content Placeholder 17"/>
          <p:cNvSpPr>
            <a:spLocks noGrp="1"/>
          </p:cNvSpPr>
          <p:nvPr>
            <p:ph sz="quarter" idx="13"/>
          </p:nvPr>
        </p:nvSpPr>
        <p:spPr>
          <a:xfrm>
            <a:off x="917595" y="2735012"/>
            <a:ext cx="3409950" cy="390525"/>
          </a:xfrm>
          <a:prstGeom prst="rect">
            <a:avLst/>
          </a:prstGeom>
        </p:spPr>
        <p:txBody>
          <a:bodyPr>
            <a:normAutofit/>
          </a:bodyPr>
          <a:lstStyle>
            <a:lvl1pPr marL="0" indent="0">
              <a:buNone/>
              <a:defRPr sz="10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Introduction Layout">
    <p:spTree>
      <p:nvGrpSpPr>
        <p:cNvPr id="1" name=""/>
        <p:cNvGrpSpPr/>
        <p:nvPr/>
      </p:nvGrpSpPr>
      <p:grpSpPr>
        <a:xfrm>
          <a:off x="0" y="0"/>
          <a:ext cx="0" cy="0"/>
          <a:chOff x="0" y="0"/>
          <a:chExt cx="0" cy="0"/>
        </a:xfrm>
      </p:grpSpPr>
      <p:sp>
        <p:nvSpPr>
          <p:cNvPr id="20" name="Picture Placeholder 19"/>
          <p:cNvSpPr>
            <a:spLocks noGrp="1"/>
          </p:cNvSpPr>
          <p:nvPr>
            <p:ph type="pic" sz="quarter" idx="10"/>
          </p:nvPr>
        </p:nvSpPr>
        <p:spPr>
          <a:xfrm>
            <a:off x="0" y="0"/>
            <a:ext cx="12192000" cy="3429000"/>
          </a:xfrm>
          <a:prstGeom prst="rect">
            <a:avLst/>
          </a:prstGeom>
        </p:spPr>
        <p:txBody>
          <a:bodyPr/>
          <a:lstStyle>
            <a:lvl1pPr>
              <a:defRPr/>
            </a:lvl1pPr>
          </a:lstStyle>
          <a:p>
            <a:endParaRPr lang="en-US" dirty="0"/>
          </a:p>
        </p:txBody>
      </p:sp>
      <p:sp>
        <p:nvSpPr>
          <p:cNvPr id="22" name="Text Placeholder 21"/>
          <p:cNvSpPr>
            <a:spLocks noGrp="1"/>
          </p:cNvSpPr>
          <p:nvPr>
            <p:ph type="body" sz="quarter" idx="11"/>
          </p:nvPr>
        </p:nvSpPr>
        <p:spPr>
          <a:xfrm>
            <a:off x="3709988" y="3837117"/>
            <a:ext cx="4772025" cy="604837"/>
          </a:xfrm>
          <a:prstGeom prst="rect">
            <a:avLst/>
          </a:prstGeom>
        </p:spPr>
        <p:txBody>
          <a:bodyPr>
            <a:noAutofit/>
          </a:bodyPr>
          <a:lstStyle>
            <a:lvl1pPr marL="0" indent="0" algn="ctr">
              <a:buNone/>
              <a:defRPr sz="3200">
                <a:solidFill>
                  <a:schemeClr val="tx1">
                    <a:lumMod val="50000"/>
                    <a:lumOff val="50000"/>
                  </a:schemeClr>
                </a:solidFill>
                <a:latin typeface="GeosansLight" panose="02000603020000020003" pitchFamily="2" charset="0"/>
              </a:defRPr>
            </a:lvl1pPr>
          </a:lstStyle>
          <a:p>
            <a:pPr lvl="0"/>
            <a:endParaRPr lang="en-US" dirty="0"/>
          </a:p>
        </p:txBody>
      </p:sp>
      <p:sp>
        <p:nvSpPr>
          <p:cNvPr id="24" name="Text Placeholder 23"/>
          <p:cNvSpPr>
            <a:spLocks noGrp="1"/>
          </p:cNvSpPr>
          <p:nvPr>
            <p:ph type="body" sz="quarter" idx="12"/>
          </p:nvPr>
        </p:nvSpPr>
        <p:spPr>
          <a:xfrm>
            <a:off x="4278313" y="4441825"/>
            <a:ext cx="3605213" cy="476250"/>
          </a:xfrm>
          <a:prstGeom prst="rect">
            <a:avLst/>
          </a:prstGeom>
        </p:spPr>
        <p:txBody>
          <a:bodyPr>
            <a:normAutofit/>
          </a:bodyPr>
          <a:lstStyle>
            <a:lvl1pPr marL="0" indent="0" algn="ctr">
              <a:buNone/>
              <a:defRPr sz="1000" baseline="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dirty="0"/>
          </a:p>
        </p:txBody>
      </p:sp>
      <p:sp>
        <p:nvSpPr>
          <p:cNvPr id="26" name="Text Placeholder 25"/>
          <p:cNvSpPr>
            <a:spLocks noGrp="1"/>
          </p:cNvSpPr>
          <p:nvPr>
            <p:ph type="body" sz="quarter" idx="13"/>
          </p:nvPr>
        </p:nvSpPr>
        <p:spPr>
          <a:xfrm>
            <a:off x="3358357" y="5129215"/>
            <a:ext cx="5475288" cy="1030287"/>
          </a:xfrm>
          <a:prstGeom prst="rect">
            <a:avLst/>
          </a:prstGeom>
        </p:spPr>
        <p:txBody>
          <a:bodyPr>
            <a:normAutofit/>
          </a:bodyPr>
          <a:lstStyle>
            <a:lvl1pPr marL="0" indent="0" algn="ctr">
              <a:buNone/>
              <a:defRPr sz="10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 New Product">
    <p:spTree>
      <p:nvGrpSpPr>
        <p:cNvPr id="1" name=""/>
        <p:cNvGrpSpPr/>
        <p:nvPr/>
      </p:nvGrpSpPr>
      <p:grpSpPr>
        <a:xfrm>
          <a:off x="0" y="0"/>
          <a:ext cx="0" cy="0"/>
          <a:chOff x="0" y="0"/>
          <a:chExt cx="0" cy="0"/>
        </a:xfrm>
      </p:grpSpPr>
      <p:sp>
        <p:nvSpPr>
          <p:cNvPr id="6" name="Picture Placeholder 47"/>
          <p:cNvSpPr>
            <a:spLocks noGrp="1"/>
          </p:cNvSpPr>
          <p:nvPr>
            <p:ph type="pic" sz="quarter" idx="10"/>
          </p:nvPr>
        </p:nvSpPr>
        <p:spPr>
          <a:xfrm>
            <a:off x="914400" y="1603377"/>
            <a:ext cx="3286125" cy="2170113"/>
          </a:xfrm>
          <a:prstGeom prst="rect">
            <a:avLst/>
          </a:prstGeom>
          <a:solidFill>
            <a:schemeClr val="bg1">
              <a:lumMod val="85000"/>
            </a:schemeClr>
          </a:solidFill>
        </p:spPr>
        <p:txBody>
          <a:bodyPr/>
          <a:lstStyle/>
          <a:p>
            <a:endParaRPr lang="en-US"/>
          </a:p>
        </p:txBody>
      </p:sp>
      <p:sp>
        <p:nvSpPr>
          <p:cNvPr id="7" name="Picture Placeholder 47"/>
          <p:cNvSpPr>
            <a:spLocks noGrp="1"/>
          </p:cNvSpPr>
          <p:nvPr>
            <p:ph type="pic" sz="quarter" idx="11"/>
          </p:nvPr>
        </p:nvSpPr>
        <p:spPr>
          <a:xfrm>
            <a:off x="4452606" y="1603377"/>
            <a:ext cx="3286125" cy="2170113"/>
          </a:xfrm>
          <a:prstGeom prst="rect">
            <a:avLst/>
          </a:prstGeom>
          <a:solidFill>
            <a:schemeClr val="bg1">
              <a:lumMod val="85000"/>
            </a:schemeClr>
          </a:solidFill>
        </p:spPr>
        <p:txBody>
          <a:bodyPr/>
          <a:lstStyle/>
          <a:p>
            <a:endParaRPr lang="en-US"/>
          </a:p>
        </p:txBody>
      </p:sp>
      <p:sp>
        <p:nvSpPr>
          <p:cNvPr id="8" name="Picture Placeholder 47"/>
          <p:cNvSpPr>
            <a:spLocks noGrp="1"/>
          </p:cNvSpPr>
          <p:nvPr>
            <p:ph type="pic" sz="quarter" idx="12"/>
          </p:nvPr>
        </p:nvSpPr>
        <p:spPr>
          <a:xfrm>
            <a:off x="7990811" y="1609069"/>
            <a:ext cx="3286125" cy="2170113"/>
          </a:xfrm>
          <a:prstGeom prst="rect">
            <a:avLst/>
          </a:prstGeom>
          <a:solidFill>
            <a:schemeClr val="bg1">
              <a:lumMod val="85000"/>
            </a:schemeClr>
          </a:solidFill>
        </p:spPr>
        <p:txBody>
          <a:bodyPr/>
          <a:lstStyle/>
          <a:p>
            <a:endParaRPr lang="en-US"/>
          </a:p>
        </p:txBody>
      </p:sp>
      <p:sp>
        <p:nvSpPr>
          <p:cNvPr id="9" name="Rectangle 8"/>
          <p:cNvSpPr/>
          <p:nvPr userDrawn="1"/>
        </p:nvSpPr>
        <p:spPr>
          <a:xfrm>
            <a:off x="914401" y="3773599"/>
            <a:ext cx="3285460" cy="239860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0" name="Rectangle 9"/>
          <p:cNvSpPr/>
          <p:nvPr userDrawn="1"/>
        </p:nvSpPr>
        <p:spPr>
          <a:xfrm>
            <a:off x="4453271" y="3773598"/>
            <a:ext cx="3285460" cy="239860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1" name="Rectangle 10"/>
          <p:cNvSpPr/>
          <p:nvPr userDrawn="1"/>
        </p:nvSpPr>
        <p:spPr>
          <a:xfrm>
            <a:off x="7992141" y="3773601"/>
            <a:ext cx="3285460" cy="239860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34" name="Text Placeholder 51"/>
          <p:cNvSpPr>
            <a:spLocks noGrp="1"/>
          </p:cNvSpPr>
          <p:nvPr>
            <p:ph type="body" sz="quarter" idx="13"/>
          </p:nvPr>
        </p:nvSpPr>
        <p:spPr>
          <a:xfrm>
            <a:off x="2131747" y="3522296"/>
            <a:ext cx="841249" cy="246888"/>
          </a:xfrm>
          <a:prstGeom prst="rect">
            <a:avLst/>
          </a:prstGeom>
          <a:solidFill>
            <a:schemeClr val="accent6"/>
          </a:solidFill>
        </p:spPr>
        <p:txBody>
          <a:bodyPr>
            <a:normAutofit/>
          </a:bodyPr>
          <a:lstStyle>
            <a:lvl1pPr marL="0" indent="0" algn="ctr">
              <a:buNone/>
              <a:defRPr sz="100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a:p>
        </p:txBody>
      </p:sp>
      <p:sp>
        <p:nvSpPr>
          <p:cNvPr id="35" name="Text Placeholder 54"/>
          <p:cNvSpPr>
            <a:spLocks noGrp="1"/>
          </p:cNvSpPr>
          <p:nvPr>
            <p:ph type="body" sz="quarter" idx="14"/>
          </p:nvPr>
        </p:nvSpPr>
        <p:spPr>
          <a:xfrm>
            <a:off x="5680800" y="3532292"/>
            <a:ext cx="841249" cy="246888"/>
          </a:xfrm>
          <a:prstGeom prst="rect">
            <a:avLst/>
          </a:prstGeom>
          <a:solidFill>
            <a:schemeClr val="tx1">
              <a:lumMod val="65000"/>
              <a:lumOff val="35000"/>
            </a:schemeClr>
          </a:solidFill>
        </p:spPr>
        <p:txBody>
          <a:bodyPr>
            <a:normAutofit/>
          </a:bodyPr>
          <a:lstStyle>
            <a:lvl1pPr marL="0" indent="0" algn="ctr">
              <a:buNone/>
              <a:defRPr sz="100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a:p>
        </p:txBody>
      </p:sp>
      <p:sp>
        <p:nvSpPr>
          <p:cNvPr id="36" name="Text Placeholder 56"/>
          <p:cNvSpPr>
            <a:spLocks noGrp="1"/>
          </p:cNvSpPr>
          <p:nvPr>
            <p:ph type="body" sz="quarter" idx="15"/>
          </p:nvPr>
        </p:nvSpPr>
        <p:spPr>
          <a:xfrm>
            <a:off x="9213493" y="3519874"/>
            <a:ext cx="841249" cy="246888"/>
          </a:xfrm>
          <a:prstGeom prst="rect">
            <a:avLst/>
          </a:prstGeom>
          <a:solidFill>
            <a:schemeClr val="accent6"/>
          </a:solidFill>
        </p:spPr>
        <p:txBody>
          <a:bodyPr>
            <a:normAutofit/>
          </a:bodyPr>
          <a:lstStyle>
            <a:lvl1pPr marL="0" indent="0" algn="ctr">
              <a:buNone/>
              <a:defRPr sz="100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a:p>
        </p:txBody>
      </p:sp>
      <p:sp>
        <p:nvSpPr>
          <p:cNvPr id="37" name="Text Placeholder 58"/>
          <p:cNvSpPr>
            <a:spLocks noGrp="1"/>
          </p:cNvSpPr>
          <p:nvPr>
            <p:ph type="body" sz="quarter" idx="16"/>
          </p:nvPr>
        </p:nvSpPr>
        <p:spPr>
          <a:xfrm>
            <a:off x="1272510" y="4047786"/>
            <a:ext cx="2569243" cy="310896"/>
          </a:xfrm>
          <a:prstGeom prst="rect">
            <a:avLst/>
          </a:prstGeom>
        </p:spPr>
        <p:txBody>
          <a:bodyPr>
            <a:normAutofit/>
          </a:bodyPr>
          <a:lstStyle>
            <a:lvl1pPr marL="0" indent="0" algn="ctr">
              <a:buNone/>
              <a:defRPr sz="14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a:p>
        </p:txBody>
      </p:sp>
      <p:sp>
        <p:nvSpPr>
          <p:cNvPr id="38" name="Text Placeholder 58"/>
          <p:cNvSpPr>
            <a:spLocks noGrp="1"/>
          </p:cNvSpPr>
          <p:nvPr>
            <p:ph type="body" sz="quarter" idx="17"/>
          </p:nvPr>
        </p:nvSpPr>
        <p:spPr>
          <a:xfrm>
            <a:off x="1272510" y="4945816"/>
            <a:ext cx="2569243" cy="1042803"/>
          </a:xfrm>
          <a:prstGeom prst="rect">
            <a:avLst/>
          </a:prstGeom>
        </p:spPr>
        <p:txBody>
          <a:bodyPr>
            <a:normAutofit/>
          </a:bodyPr>
          <a:lstStyle>
            <a:lvl1pPr marL="0" indent="0" algn="ctr">
              <a:buNone/>
              <a:defRPr sz="10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a:p>
        </p:txBody>
      </p:sp>
      <p:sp>
        <p:nvSpPr>
          <p:cNvPr id="39" name="Text Placeholder 58"/>
          <p:cNvSpPr>
            <a:spLocks noGrp="1"/>
          </p:cNvSpPr>
          <p:nvPr>
            <p:ph type="body" sz="quarter" idx="19"/>
          </p:nvPr>
        </p:nvSpPr>
        <p:spPr>
          <a:xfrm>
            <a:off x="4811380" y="4945816"/>
            <a:ext cx="2569243" cy="1042803"/>
          </a:xfrm>
          <a:prstGeom prst="rect">
            <a:avLst/>
          </a:prstGeom>
        </p:spPr>
        <p:txBody>
          <a:bodyPr>
            <a:normAutofit/>
          </a:bodyPr>
          <a:lstStyle>
            <a:lvl1pPr marL="0" indent="0" algn="ctr">
              <a:buNone/>
              <a:defRPr sz="10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a:p>
        </p:txBody>
      </p:sp>
      <p:sp>
        <p:nvSpPr>
          <p:cNvPr id="40" name="Text Placeholder 58"/>
          <p:cNvSpPr>
            <a:spLocks noGrp="1"/>
          </p:cNvSpPr>
          <p:nvPr>
            <p:ph type="body" sz="quarter" idx="20"/>
          </p:nvPr>
        </p:nvSpPr>
        <p:spPr>
          <a:xfrm>
            <a:off x="4811047" y="4047786"/>
            <a:ext cx="2569243" cy="310896"/>
          </a:xfrm>
          <a:prstGeom prst="rect">
            <a:avLst/>
          </a:prstGeom>
        </p:spPr>
        <p:txBody>
          <a:bodyPr>
            <a:normAutofit/>
          </a:bodyPr>
          <a:lstStyle>
            <a:lvl1pPr marL="0" indent="0" algn="ctr">
              <a:buNone/>
              <a:defRPr sz="14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a:p>
        </p:txBody>
      </p:sp>
      <p:sp>
        <p:nvSpPr>
          <p:cNvPr id="41" name="Text Placeholder 58"/>
          <p:cNvSpPr>
            <a:spLocks noGrp="1"/>
          </p:cNvSpPr>
          <p:nvPr>
            <p:ph type="body" sz="quarter" idx="21"/>
          </p:nvPr>
        </p:nvSpPr>
        <p:spPr>
          <a:xfrm>
            <a:off x="8353365" y="4945816"/>
            <a:ext cx="2569243" cy="1042803"/>
          </a:xfrm>
          <a:prstGeom prst="rect">
            <a:avLst/>
          </a:prstGeom>
        </p:spPr>
        <p:txBody>
          <a:bodyPr>
            <a:normAutofit/>
          </a:bodyPr>
          <a:lstStyle>
            <a:lvl1pPr marL="0" indent="0" algn="ctr">
              <a:buNone/>
              <a:defRPr sz="10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a:p>
        </p:txBody>
      </p:sp>
      <p:sp>
        <p:nvSpPr>
          <p:cNvPr id="42" name="Text Placeholder 58"/>
          <p:cNvSpPr>
            <a:spLocks noGrp="1"/>
          </p:cNvSpPr>
          <p:nvPr>
            <p:ph type="body" sz="quarter" idx="22"/>
          </p:nvPr>
        </p:nvSpPr>
        <p:spPr>
          <a:xfrm>
            <a:off x="8353033" y="4047786"/>
            <a:ext cx="2569243" cy="310896"/>
          </a:xfrm>
          <a:prstGeom prst="rect">
            <a:avLst/>
          </a:prstGeom>
        </p:spPr>
        <p:txBody>
          <a:bodyPr>
            <a:normAutofit/>
          </a:bodyPr>
          <a:lstStyle>
            <a:lvl1pPr marL="0" indent="0" algn="ctr">
              <a:buNone/>
              <a:defRPr sz="14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a:p>
        </p:txBody>
      </p:sp>
      <p:sp>
        <p:nvSpPr>
          <p:cNvPr id="43" name="Text Placeholder 68"/>
          <p:cNvSpPr>
            <a:spLocks noGrp="1"/>
          </p:cNvSpPr>
          <p:nvPr>
            <p:ph type="body" sz="quarter" idx="23"/>
          </p:nvPr>
        </p:nvSpPr>
        <p:spPr>
          <a:xfrm>
            <a:off x="3168062" y="157039"/>
            <a:ext cx="5855876" cy="619125"/>
          </a:xfrm>
          <a:prstGeom prst="rect">
            <a:avLst/>
          </a:prstGeom>
        </p:spPr>
        <p:txBody>
          <a:bodyPr/>
          <a:lstStyle>
            <a:lvl1pPr marL="0" indent="0" algn="ctr">
              <a:buNone/>
              <a:defRPr>
                <a:solidFill>
                  <a:schemeClr val="tx1">
                    <a:lumMod val="50000"/>
                    <a:lumOff val="50000"/>
                  </a:schemeClr>
                </a:solidFill>
                <a:latin typeface="GeosansLight" panose="02000603020000020003" pitchFamily="2" charset="0"/>
              </a:defRPr>
            </a:lvl1pPr>
          </a:lstStyle>
          <a:p>
            <a:pPr lvl="0"/>
            <a:endParaRPr lang="en-US"/>
          </a:p>
        </p:txBody>
      </p:sp>
      <p:sp>
        <p:nvSpPr>
          <p:cNvPr id="44" name="Text Placeholder 58"/>
          <p:cNvSpPr>
            <a:spLocks noGrp="1"/>
          </p:cNvSpPr>
          <p:nvPr>
            <p:ph type="body" sz="quarter" idx="24" hasCustomPrompt="1"/>
          </p:nvPr>
        </p:nvSpPr>
        <p:spPr>
          <a:xfrm>
            <a:off x="3775997" y="772883"/>
            <a:ext cx="4628162" cy="561886"/>
          </a:xfrm>
          <a:prstGeom prst="rect">
            <a:avLst/>
          </a:prstGeom>
        </p:spPr>
        <p:txBody>
          <a:bodyPr>
            <a:normAutofit/>
          </a:bodyPr>
          <a:lstStyle>
            <a:lvl1pPr marL="0" indent="0" algn="ctr">
              <a:buNone/>
              <a:defRPr sz="10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defRPr>
            </a:lvl1pPr>
          </a:lstStyle>
          <a:p>
            <a:pPr lvl="0"/>
            <a:r>
              <a:rPr lang="en-US"/>
              <a:t>Add Slogun Text</a:t>
            </a:r>
          </a:p>
        </p:txBody>
      </p:sp>
      <p:sp>
        <p:nvSpPr>
          <p:cNvPr id="45" name="Text Placeholder 28"/>
          <p:cNvSpPr>
            <a:spLocks noGrp="1"/>
          </p:cNvSpPr>
          <p:nvPr>
            <p:ph type="body" sz="quarter" idx="25" hasCustomPrompt="1"/>
          </p:nvPr>
        </p:nvSpPr>
        <p:spPr>
          <a:xfrm>
            <a:off x="634321" y="6436671"/>
            <a:ext cx="2395309" cy="310896"/>
          </a:xfrm>
          <a:prstGeom prst="rect">
            <a:avLst/>
          </a:prstGeom>
        </p:spPr>
        <p:txBody>
          <a:bodyPr/>
          <a:lstStyle>
            <a:lvl1pPr marL="0" indent="0">
              <a:buNone/>
              <a:defRPr sz="10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defRPr>
            </a:lvl1pPr>
          </a:lstStyle>
          <a:p>
            <a:pPr lvl="0"/>
            <a:r>
              <a:rPr lang="en-US"/>
              <a:t>Company Name</a:t>
            </a:r>
          </a:p>
        </p:txBody>
      </p:sp>
      <p:sp>
        <p:nvSpPr>
          <p:cNvPr id="46" name="Text Placeholder 28"/>
          <p:cNvSpPr>
            <a:spLocks noGrp="1"/>
          </p:cNvSpPr>
          <p:nvPr>
            <p:ph type="body" sz="quarter" idx="26" hasCustomPrompt="1"/>
          </p:nvPr>
        </p:nvSpPr>
        <p:spPr>
          <a:xfrm>
            <a:off x="4898347" y="6436671"/>
            <a:ext cx="2395309" cy="310896"/>
          </a:xfrm>
          <a:prstGeom prst="rect">
            <a:avLst/>
          </a:prstGeom>
        </p:spPr>
        <p:txBody>
          <a:bodyPr/>
          <a:lstStyle>
            <a:lvl1pPr marL="0" indent="0" algn="ctr">
              <a:buNone/>
              <a:defRPr sz="10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defRPr>
            </a:lvl1pPr>
          </a:lstStyle>
          <a:p>
            <a:pPr lvl="0"/>
            <a:r>
              <a:rPr lang="en-US"/>
              <a:t>Web Site Name</a:t>
            </a:r>
          </a:p>
        </p:txBody>
      </p:sp>
      <p:sp>
        <p:nvSpPr>
          <p:cNvPr id="47" name="Text Placeholder 28"/>
          <p:cNvSpPr>
            <a:spLocks noGrp="1"/>
          </p:cNvSpPr>
          <p:nvPr>
            <p:ph type="body" sz="quarter" idx="18" hasCustomPrompt="1"/>
          </p:nvPr>
        </p:nvSpPr>
        <p:spPr>
          <a:xfrm>
            <a:off x="9162370" y="6436671"/>
            <a:ext cx="2395309" cy="310896"/>
          </a:xfrm>
          <a:prstGeom prst="rect">
            <a:avLst/>
          </a:prstGeom>
        </p:spPr>
        <p:txBody>
          <a:bodyPr/>
          <a:lstStyle>
            <a:lvl1pPr marL="0" indent="0" algn="r">
              <a:buNone/>
              <a:defRPr sz="10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defRPr>
            </a:lvl1pPr>
          </a:lstStyle>
          <a:p>
            <a:pPr lvl="0"/>
            <a:r>
              <a:rPr lang="en-US"/>
              <a:t>Page Number 00</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eam Work 1">
    <p:spTree>
      <p:nvGrpSpPr>
        <p:cNvPr id="1" name=""/>
        <p:cNvGrpSpPr/>
        <p:nvPr/>
      </p:nvGrpSpPr>
      <p:grpSpPr>
        <a:xfrm>
          <a:off x="0" y="0"/>
          <a:ext cx="0" cy="0"/>
          <a:chOff x="0" y="0"/>
          <a:chExt cx="0" cy="0"/>
        </a:xfrm>
      </p:grpSpPr>
      <p:sp>
        <p:nvSpPr>
          <p:cNvPr id="28" name="Picture Placeholder 27"/>
          <p:cNvSpPr>
            <a:spLocks noGrp="1"/>
          </p:cNvSpPr>
          <p:nvPr>
            <p:ph type="pic" sz="quarter" idx="10"/>
          </p:nvPr>
        </p:nvSpPr>
        <p:spPr>
          <a:xfrm>
            <a:off x="704203" y="1690876"/>
            <a:ext cx="1828800" cy="1828800"/>
          </a:xfrm>
          <a:prstGeom prst="ellipse">
            <a:avLst/>
          </a:prstGeom>
          <a:solidFill>
            <a:schemeClr val="bg1">
              <a:lumMod val="85000"/>
            </a:schemeClr>
          </a:solidFill>
        </p:spPr>
        <p:txBody>
          <a:bodyPr>
            <a:normAutofit/>
          </a:bodyPr>
          <a:lstStyle>
            <a:lvl1pPr algn="ctr">
              <a:defRPr sz="1000"/>
            </a:lvl1pPr>
          </a:lstStyle>
          <a:p>
            <a:endParaRPr lang="en-US"/>
          </a:p>
        </p:txBody>
      </p:sp>
      <p:sp>
        <p:nvSpPr>
          <p:cNvPr id="29" name="Picture Placeholder 27"/>
          <p:cNvSpPr>
            <a:spLocks noGrp="1"/>
          </p:cNvSpPr>
          <p:nvPr>
            <p:ph type="pic" sz="quarter" idx="11"/>
          </p:nvPr>
        </p:nvSpPr>
        <p:spPr>
          <a:xfrm>
            <a:off x="2917164" y="1690876"/>
            <a:ext cx="1828800" cy="1828800"/>
          </a:xfrm>
          <a:prstGeom prst="ellipse">
            <a:avLst/>
          </a:prstGeom>
          <a:solidFill>
            <a:schemeClr val="bg1">
              <a:lumMod val="85000"/>
            </a:schemeClr>
          </a:solidFill>
        </p:spPr>
        <p:txBody>
          <a:bodyPr>
            <a:normAutofit/>
          </a:bodyPr>
          <a:lstStyle>
            <a:lvl1pPr algn="ctr">
              <a:defRPr sz="1000"/>
            </a:lvl1pPr>
          </a:lstStyle>
          <a:p>
            <a:endParaRPr lang="en-US"/>
          </a:p>
        </p:txBody>
      </p:sp>
      <p:sp>
        <p:nvSpPr>
          <p:cNvPr id="30" name="Picture Placeholder 27"/>
          <p:cNvSpPr>
            <a:spLocks noGrp="1"/>
          </p:cNvSpPr>
          <p:nvPr>
            <p:ph type="pic" sz="quarter" idx="12"/>
          </p:nvPr>
        </p:nvSpPr>
        <p:spPr>
          <a:xfrm>
            <a:off x="5156203" y="1675161"/>
            <a:ext cx="1828800" cy="1828800"/>
          </a:xfrm>
          <a:prstGeom prst="ellipse">
            <a:avLst/>
          </a:prstGeom>
          <a:solidFill>
            <a:schemeClr val="bg1">
              <a:lumMod val="85000"/>
            </a:schemeClr>
          </a:solidFill>
        </p:spPr>
        <p:txBody>
          <a:bodyPr>
            <a:normAutofit/>
          </a:bodyPr>
          <a:lstStyle>
            <a:lvl1pPr algn="ctr">
              <a:defRPr sz="1000"/>
            </a:lvl1pPr>
          </a:lstStyle>
          <a:p>
            <a:endParaRPr lang="en-US"/>
          </a:p>
        </p:txBody>
      </p:sp>
      <p:sp>
        <p:nvSpPr>
          <p:cNvPr id="31" name="Picture Placeholder 27"/>
          <p:cNvSpPr>
            <a:spLocks noGrp="1"/>
          </p:cNvSpPr>
          <p:nvPr>
            <p:ph type="pic" sz="quarter" idx="13"/>
          </p:nvPr>
        </p:nvSpPr>
        <p:spPr>
          <a:xfrm>
            <a:off x="7394126" y="1683019"/>
            <a:ext cx="1828800" cy="1828800"/>
          </a:xfrm>
          <a:prstGeom prst="ellipse">
            <a:avLst/>
          </a:prstGeom>
          <a:solidFill>
            <a:schemeClr val="bg1">
              <a:lumMod val="85000"/>
            </a:schemeClr>
          </a:solidFill>
        </p:spPr>
        <p:txBody>
          <a:bodyPr>
            <a:normAutofit/>
          </a:bodyPr>
          <a:lstStyle>
            <a:lvl1pPr algn="ctr">
              <a:defRPr sz="1000"/>
            </a:lvl1pPr>
          </a:lstStyle>
          <a:p>
            <a:endParaRPr lang="en-US"/>
          </a:p>
        </p:txBody>
      </p:sp>
      <p:sp>
        <p:nvSpPr>
          <p:cNvPr id="32" name="Picture Placeholder 27"/>
          <p:cNvSpPr>
            <a:spLocks noGrp="1"/>
          </p:cNvSpPr>
          <p:nvPr>
            <p:ph type="pic" sz="quarter" idx="14"/>
          </p:nvPr>
        </p:nvSpPr>
        <p:spPr>
          <a:xfrm>
            <a:off x="9630933" y="1690876"/>
            <a:ext cx="1828800" cy="1828800"/>
          </a:xfrm>
          <a:prstGeom prst="ellipse">
            <a:avLst/>
          </a:prstGeom>
          <a:solidFill>
            <a:schemeClr val="bg1">
              <a:lumMod val="85000"/>
            </a:schemeClr>
          </a:solidFill>
        </p:spPr>
        <p:txBody>
          <a:bodyPr>
            <a:normAutofit/>
          </a:bodyPr>
          <a:lstStyle>
            <a:lvl1pPr algn="ctr">
              <a:defRPr sz="1000"/>
            </a:lvl1pPr>
          </a:lstStyle>
          <a:p>
            <a:endParaRPr lang="en-US"/>
          </a:p>
        </p:txBody>
      </p:sp>
      <p:sp>
        <p:nvSpPr>
          <p:cNvPr id="12" name="Arc 11"/>
          <p:cNvSpPr/>
          <p:nvPr userDrawn="1"/>
        </p:nvSpPr>
        <p:spPr>
          <a:xfrm>
            <a:off x="679241" y="1690876"/>
            <a:ext cx="1828800" cy="1828800"/>
          </a:xfrm>
          <a:prstGeom prst="arc">
            <a:avLst>
              <a:gd name="adj1" fmla="val 16200000"/>
              <a:gd name="adj2" fmla="val 10155543"/>
            </a:avLst>
          </a:prstGeom>
          <a:ln w="50800" cap="rnd">
            <a:solidFill>
              <a:schemeClr val="accent6"/>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800"/>
          </a:p>
        </p:txBody>
      </p:sp>
      <p:sp>
        <p:nvSpPr>
          <p:cNvPr id="13" name="Arc 12"/>
          <p:cNvSpPr/>
          <p:nvPr userDrawn="1"/>
        </p:nvSpPr>
        <p:spPr>
          <a:xfrm>
            <a:off x="2918278" y="1690876"/>
            <a:ext cx="1828800" cy="1828800"/>
          </a:xfrm>
          <a:prstGeom prst="arc">
            <a:avLst>
              <a:gd name="adj1" fmla="val 20082479"/>
              <a:gd name="adj2" fmla="val 6960736"/>
            </a:avLst>
          </a:prstGeom>
          <a:ln w="50800" cap="rnd">
            <a:solidFill>
              <a:schemeClr val="accent6"/>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800"/>
          </a:p>
        </p:txBody>
      </p:sp>
      <p:sp>
        <p:nvSpPr>
          <p:cNvPr id="14" name="Arc 13"/>
          <p:cNvSpPr/>
          <p:nvPr userDrawn="1"/>
        </p:nvSpPr>
        <p:spPr>
          <a:xfrm>
            <a:off x="5157319" y="1675161"/>
            <a:ext cx="1828800" cy="1828800"/>
          </a:xfrm>
          <a:prstGeom prst="arc">
            <a:avLst>
              <a:gd name="adj1" fmla="val 13544500"/>
              <a:gd name="adj2" fmla="val 6960736"/>
            </a:avLst>
          </a:prstGeom>
          <a:ln w="50800" cap="rnd">
            <a:solidFill>
              <a:schemeClr val="accent6"/>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800"/>
          </a:p>
        </p:txBody>
      </p:sp>
      <p:sp>
        <p:nvSpPr>
          <p:cNvPr id="15" name="Arc 14"/>
          <p:cNvSpPr/>
          <p:nvPr userDrawn="1"/>
        </p:nvSpPr>
        <p:spPr>
          <a:xfrm>
            <a:off x="7396359" y="1675161"/>
            <a:ext cx="1828800" cy="1828800"/>
          </a:xfrm>
          <a:prstGeom prst="arc">
            <a:avLst>
              <a:gd name="adj1" fmla="val 378990"/>
              <a:gd name="adj2" fmla="val 10257066"/>
            </a:avLst>
          </a:prstGeom>
          <a:ln w="50800" cap="rnd">
            <a:solidFill>
              <a:schemeClr val="accent6"/>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800"/>
          </a:p>
        </p:txBody>
      </p:sp>
      <p:sp>
        <p:nvSpPr>
          <p:cNvPr id="16" name="Arc 15"/>
          <p:cNvSpPr/>
          <p:nvPr userDrawn="1"/>
        </p:nvSpPr>
        <p:spPr>
          <a:xfrm>
            <a:off x="9635401" y="1690876"/>
            <a:ext cx="1828800" cy="1828800"/>
          </a:xfrm>
          <a:prstGeom prst="arc">
            <a:avLst>
              <a:gd name="adj1" fmla="val 15001860"/>
              <a:gd name="adj2" fmla="val 10257066"/>
            </a:avLst>
          </a:prstGeom>
          <a:ln w="50800" cap="rnd">
            <a:solidFill>
              <a:schemeClr val="accent6"/>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800"/>
          </a:p>
        </p:txBody>
      </p:sp>
      <p:sp>
        <p:nvSpPr>
          <p:cNvPr id="34" name="Text Placeholder 33"/>
          <p:cNvSpPr>
            <a:spLocks noGrp="1"/>
          </p:cNvSpPr>
          <p:nvPr>
            <p:ph type="body" sz="quarter" idx="15"/>
          </p:nvPr>
        </p:nvSpPr>
        <p:spPr>
          <a:xfrm>
            <a:off x="894347" y="3937002"/>
            <a:ext cx="1355725" cy="493713"/>
          </a:xfrm>
          <a:prstGeom prst="rect">
            <a:avLst/>
          </a:prstGeom>
        </p:spPr>
        <p:txBody>
          <a:bodyPr>
            <a:normAutofit/>
          </a:bodyPr>
          <a:lstStyle>
            <a:lvl1pPr marL="0" indent="0" algn="ctr">
              <a:buNone/>
              <a:defRPr sz="1400" baseline="0">
                <a:solidFill>
                  <a:schemeClr val="tx1">
                    <a:lumMod val="50000"/>
                    <a:lumOff val="50000"/>
                  </a:schemeClr>
                </a:solidFill>
              </a:defRPr>
            </a:lvl1pPr>
          </a:lstStyle>
          <a:p>
            <a:pPr lvl="0"/>
            <a:endParaRPr lang="en-US" dirty="0"/>
          </a:p>
        </p:txBody>
      </p:sp>
      <p:sp>
        <p:nvSpPr>
          <p:cNvPr id="38" name="Text Placeholder 37"/>
          <p:cNvSpPr>
            <a:spLocks noGrp="1"/>
          </p:cNvSpPr>
          <p:nvPr>
            <p:ph type="body" sz="quarter" idx="16"/>
          </p:nvPr>
        </p:nvSpPr>
        <p:spPr>
          <a:xfrm>
            <a:off x="679241" y="4697415"/>
            <a:ext cx="1785938" cy="1304925"/>
          </a:xfrm>
          <a:prstGeom prst="rect">
            <a:avLst/>
          </a:prstGeom>
        </p:spPr>
        <p:txBody>
          <a:bodyPr>
            <a:normAutofit/>
          </a:bodyPr>
          <a:lstStyle>
            <a:lvl1pPr marL="0" indent="0">
              <a:buNone/>
              <a:defRPr sz="10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a:p>
        </p:txBody>
      </p:sp>
      <p:sp>
        <p:nvSpPr>
          <p:cNvPr id="39" name="Text Placeholder 33"/>
          <p:cNvSpPr>
            <a:spLocks noGrp="1"/>
          </p:cNvSpPr>
          <p:nvPr>
            <p:ph type="body" sz="quarter" idx="17"/>
          </p:nvPr>
        </p:nvSpPr>
        <p:spPr>
          <a:xfrm>
            <a:off x="3132272" y="3937002"/>
            <a:ext cx="1355725" cy="493713"/>
          </a:xfrm>
          <a:prstGeom prst="rect">
            <a:avLst/>
          </a:prstGeom>
        </p:spPr>
        <p:txBody>
          <a:bodyPr>
            <a:normAutofit/>
          </a:bodyPr>
          <a:lstStyle>
            <a:lvl1pPr marL="0" indent="0" algn="ctr">
              <a:buNone/>
              <a:defRPr sz="1400" baseline="0">
                <a:solidFill>
                  <a:schemeClr val="tx1">
                    <a:lumMod val="50000"/>
                    <a:lumOff val="50000"/>
                  </a:schemeClr>
                </a:solidFill>
              </a:defRPr>
            </a:lvl1pPr>
          </a:lstStyle>
          <a:p>
            <a:pPr lvl="0"/>
            <a:endParaRPr lang="en-US" dirty="0"/>
          </a:p>
        </p:txBody>
      </p:sp>
      <p:sp>
        <p:nvSpPr>
          <p:cNvPr id="40" name="Text Placeholder 37"/>
          <p:cNvSpPr>
            <a:spLocks noGrp="1"/>
          </p:cNvSpPr>
          <p:nvPr>
            <p:ph type="body" sz="quarter" idx="18"/>
          </p:nvPr>
        </p:nvSpPr>
        <p:spPr>
          <a:xfrm>
            <a:off x="2917164" y="4697415"/>
            <a:ext cx="1785938" cy="1304925"/>
          </a:xfrm>
          <a:prstGeom prst="rect">
            <a:avLst/>
          </a:prstGeom>
        </p:spPr>
        <p:txBody>
          <a:bodyPr>
            <a:normAutofit/>
          </a:bodyPr>
          <a:lstStyle>
            <a:lvl1pPr marL="0" indent="0">
              <a:buNone/>
              <a:defRPr sz="10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a:p>
        </p:txBody>
      </p:sp>
      <p:sp>
        <p:nvSpPr>
          <p:cNvPr id="41" name="Text Placeholder 33"/>
          <p:cNvSpPr>
            <a:spLocks noGrp="1"/>
          </p:cNvSpPr>
          <p:nvPr>
            <p:ph type="body" sz="quarter" idx="19"/>
          </p:nvPr>
        </p:nvSpPr>
        <p:spPr>
          <a:xfrm>
            <a:off x="5370195" y="3937002"/>
            <a:ext cx="1355725" cy="493713"/>
          </a:xfrm>
          <a:prstGeom prst="rect">
            <a:avLst/>
          </a:prstGeom>
        </p:spPr>
        <p:txBody>
          <a:bodyPr>
            <a:normAutofit/>
          </a:bodyPr>
          <a:lstStyle>
            <a:lvl1pPr marL="0" indent="0" algn="ctr">
              <a:buNone/>
              <a:defRPr sz="1400" baseline="0">
                <a:solidFill>
                  <a:schemeClr val="tx1">
                    <a:lumMod val="50000"/>
                    <a:lumOff val="50000"/>
                  </a:schemeClr>
                </a:solidFill>
              </a:defRPr>
            </a:lvl1pPr>
          </a:lstStyle>
          <a:p>
            <a:pPr lvl="0"/>
            <a:endParaRPr lang="en-US" dirty="0"/>
          </a:p>
        </p:txBody>
      </p:sp>
      <p:sp>
        <p:nvSpPr>
          <p:cNvPr id="42" name="Text Placeholder 37"/>
          <p:cNvSpPr>
            <a:spLocks noGrp="1"/>
          </p:cNvSpPr>
          <p:nvPr>
            <p:ph type="body" sz="quarter" idx="20"/>
          </p:nvPr>
        </p:nvSpPr>
        <p:spPr>
          <a:xfrm>
            <a:off x="5155089" y="4697415"/>
            <a:ext cx="1785938" cy="1304925"/>
          </a:xfrm>
          <a:prstGeom prst="rect">
            <a:avLst/>
          </a:prstGeom>
        </p:spPr>
        <p:txBody>
          <a:bodyPr>
            <a:normAutofit/>
          </a:bodyPr>
          <a:lstStyle>
            <a:lvl1pPr marL="0" indent="0">
              <a:buNone/>
              <a:defRPr sz="10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a:p>
        </p:txBody>
      </p:sp>
      <p:sp>
        <p:nvSpPr>
          <p:cNvPr id="43" name="Text Placeholder 33"/>
          <p:cNvSpPr>
            <a:spLocks noGrp="1"/>
          </p:cNvSpPr>
          <p:nvPr>
            <p:ph type="body" sz="quarter" idx="21"/>
          </p:nvPr>
        </p:nvSpPr>
        <p:spPr>
          <a:xfrm>
            <a:off x="7823225" y="3937002"/>
            <a:ext cx="1355725" cy="493713"/>
          </a:xfrm>
          <a:prstGeom prst="rect">
            <a:avLst/>
          </a:prstGeom>
        </p:spPr>
        <p:txBody>
          <a:bodyPr>
            <a:normAutofit/>
          </a:bodyPr>
          <a:lstStyle>
            <a:lvl1pPr marL="0" indent="0" algn="ctr">
              <a:buNone/>
              <a:defRPr sz="1400" baseline="0">
                <a:solidFill>
                  <a:schemeClr val="tx1">
                    <a:lumMod val="50000"/>
                    <a:lumOff val="50000"/>
                  </a:schemeClr>
                </a:solidFill>
              </a:defRPr>
            </a:lvl1pPr>
          </a:lstStyle>
          <a:p>
            <a:pPr lvl="0"/>
            <a:endParaRPr lang="en-US" dirty="0"/>
          </a:p>
        </p:txBody>
      </p:sp>
      <p:sp>
        <p:nvSpPr>
          <p:cNvPr id="44" name="Text Placeholder 37"/>
          <p:cNvSpPr>
            <a:spLocks noGrp="1"/>
          </p:cNvSpPr>
          <p:nvPr>
            <p:ph type="body" sz="quarter" idx="22"/>
          </p:nvPr>
        </p:nvSpPr>
        <p:spPr>
          <a:xfrm>
            <a:off x="7608119" y="4697415"/>
            <a:ext cx="1785938" cy="1304925"/>
          </a:xfrm>
          <a:prstGeom prst="rect">
            <a:avLst/>
          </a:prstGeom>
        </p:spPr>
        <p:txBody>
          <a:bodyPr>
            <a:normAutofit/>
          </a:bodyPr>
          <a:lstStyle>
            <a:lvl1pPr marL="0" indent="0">
              <a:buNone/>
              <a:defRPr sz="10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a:p>
        </p:txBody>
      </p:sp>
      <p:sp>
        <p:nvSpPr>
          <p:cNvPr id="45" name="Text Placeholder 33"/>
          <p:cNvSpPr>
            <a:spLocks noGrp="1"/>
          </p:cNvSpPr>
          <p:nvPr>
            <p:ph type="body" sz="quarter" idx="23"/>
          </p:nvPr>
        </p:nvSpPr>
        <p:spPr>
          <a:xfrm>
            <a:off x="10061149" y="3937002"/>
            <a:ext cx="1355725" cy="493713"/>
          </a:xfrm>
          <a:prstGeom prst="rect">
            <a:avLst/>
          </a:prstGeom>
        </p:spPr>
        <p:txBody>
          <a:bodyPr>
            <a:normAutofit/>
          </a:bodyPr>
          <a:lstStyle>
            <a:lvl1pPr marL="0" indent="0" algn="ctr">
              <a:buNone/>
              <a:defRPr sz="1400" baseline="0">
                <a:solidFill>
                  <a:schemeClr val="tx1">
                    <a:lumMod val="50000"/>
                    <a:lumOff val="50000"/>
                  </a:schemeClr>
                </a:solidFill>
              </a:defRPr>
            </a:lvl1pPr>
          </a:lstStyle>
          <a:p>
            <a:pPr lvl="0"/>
            <a:endParaRPr lang="en-US" dirty="0"/>
          </a:p>
        </p:txBody>
      </p:sp>
      <p:sp>
        <p:nvSpPr>
          <p:cNvPr id="46" name="Text Placeholder 37"/>
          <p:cNvSpPr>
            <a:spLocks noGrp="1"/>
          </p:cNvSpPr>
          <p:nvPr>
            <p:ph type="body" sz="quarter" idx="24"/>
          </p:nvPr>
        </p:nvSpPr>
        <p:spPr>
          <a:xfrm>
            <a:off x="9846041" y="4697415"/>
            <a:ext cx="1785938" cy="1304925"/>
          </a:xfrm>
          <a:prstGeom prst="rect">
            <a:avLst/>
          </a:prstGeom>
        </p:spPr>
        <p:txBody>
          <a:bodyPr>
            <a:normAutofit/>
          </a:bodyPr>
          <a:lstStyle>
            <a:lvl1pPr marL="0" indent="0">
              <a:buNone/>
              <a:defRPr sz="10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a:p>
        </p:txBody>
      </p:sp>
      <p:sp>
        <p:nvSpPr>
          <p:cNvPr id="47" name="Text Placeholder 68"/>
          <p:cNvSpPr>
            <a:spLocks noGrp="1"/>
          </p:cNvSpPr>
          <p:nvPr>
            <p:ph type="body" sz="quarter" idx="25"/>
          </p:nvPr>
        </p:nvSpPr>
        <p:spPr>
          <a:xfrm>
            <a:off x="3168062" y="157039"/>
            <a:ext cx="5855876" cy="619125"/>
          </a:xfrm>
          <a:prstGeom prst="rect">
            <a:avLst/>
          </a:prstGeom>
        </p:spPr>
        <p:txBody>
          <a:bodyPr/>
          <a:lstStyle>
            <a:lvl1pPr marL="0" indent="0" algn="ctr">
              <a:buNone/>
              <a:defRPr>
                <a:solidFill>
                  <a:schemeClr val="tx1">
                    <a:lumMod val="50000"/>
                    <a:lumOff val="50000"/>
                  </a:schemeClr>
                </a:solidFill>
                <a:latin typeface="GeosansLight" panose="02000603020000020003" pitchFamily="2" charset="0"/>
              </a:defRPr>
            </a:lvl1pPr>
          </a:lstStyle>
          <a:p>
            <a:pPr lvl="0"/>
            <a:endParaRPr lang="en-US"/>
          </a:p>
        </p:txBody>
      </p:sp>
      <p:sp>
        <p:nvSpPr>
          <p:cNvPr id="48" name="Text Placeholder 58"/>
          <p:cNvSpPr>
            <a:spLocks noGrp="1"/>
          </p:cNvSpPr>
          <p:nvPr>
            <p:ph type="body" sz="quarter" idx="26"/>
          </p:nvPr>
        </p:nvSpPr>
        <p:spPr>
          <a:xfrm>
            <a:off x="3775997" y="772883"/>
            <a:ext cx="4628162" cy="561886"/>
          </a:xfrm>
          <a:prstGeom prst="rect">
            <a:avLst/>
          </a:prstGeom>
        </p:spPr>
        <p:txBody>
          <a:bodyPr>
            <a:normAutofit/>
          </a:bodyPr>
          <a:lstStyle>
            <a:lvl1pPr marL="0" indent="0" algn="ctr">
              <a:buNone/>
              <a:defRPr sz="10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dirty="0"/>
          </a:p>
        </p:txBody>
      </p:sp>
      <p:sp>
        <p:nvSpPr>
          <p:cNvPr id="49" name="Text Placeholder 28"/>
          <p:cNvSpPr>
            <a:spLocks noGrp="1"/>
          </p:cNvSpPr>
          <p:nvPr>
            <p:ph type="body" sz="quarter" idx="27"/>
          </p:nvPr>
        </p:nvSpPr>
        <p:spPr>
          <a:xfrm>
            <a:off x="634321" y="6436671"/>
            <a:ext cx="2395309" cy="310896"/>
          </a:xfrm>
          <a:prstGeom prst="rect">
            <a:avLst/>
          </a:prstGeom>
        </p:spPr>
        <p:txBody>
          <a:bodyPr/>
          <a:lstStyle>
            <a:lvl1pPr marL="0" indent="0">
              <a:buNone/>
              <a:defRPr sz="10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dirty="0"/>
          </a:p>
        </p:txBody>
      </p:sp>
      <p:sp>
        <p:nvSpPr>
          <p:cNvPr id="50" name="Text Placeholder 28"/>
          <p:cNvSpPr>
            <a:spLocks noGrp="1"/>
          </p:cNvSpPr>
          <p:nvPr>
            <p:ph type="body" sz="quarter" idx="28"/>
          </p:nvPr>
        </p:nvSpPr>
        <p:spPr>
          <a:xfrm>
            <a:off x="4898347" y="6436671"/>
            <a:ext cx="2395309" cy="310896"/>
          </a:xfrm>
          <a:prstGeom prst="rect">
            <a:avLst/>
          </a:prstGeom>
        </p:spPr>
        <p:txBody>
          <a:bodyPr/>
          <a:lstStyle>
            <a:lvl1pPr marL="0" indent="0" algn="ctr">
              <a:buNone/>
              <a:defRPr sz="10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dirty="0"/>
          </a:p>
        </p:txBody>
      </p:sp>
      <p:sp>
        <p:nvSpPr>
          <p:cNvPr id="51" name="Text Placeholder 28"/>
          <p:cNvSpPr>
            <a:spLocks noGrp="1"/>
          </p:cNvSpPr>
          <p:nvPr>
            <p:ph type="body" sz="quarter" idx="29"/>
          </p:nvPr>
        </p:nvSpPr>
        <p:spPr>
          <a:xfrm>
            <a:off x="9162370" y="6436671"/>
            <a:ext cx="2395309" cy="310896"/>
          </a:xfrm>
          <a:prstGeom prst="rect">
            <a:avLst/>
          </a:prstGeom>
        </p:spPr>
        <p:txBody>
          <a:bodyPr/>
          <a:lstStyle>
            <a:lvl1pPr marL="0" indent="0" algn="r">
              <a:buNone/>
              <a:defRPr sz="10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eam Work 2">
    <p:spTree>
      <p:nvGrpSpPr>
        <p:cNvPr id="1" name=""/>
        <p:cNvGrpSpPr/>
        <p:nvPr/>
      </p:nvGrpSpPr>
      <p:grpSpPr>
        <a:xfrm>
          <a:off x="0" y="0"/>
          <a:ext cx="0" cy="0"/>
          <a:chOff x="0" y="0"/>
          <a:chExt cx="0" cy="0"/>
        </a:xfrm>
      </p:grpSpPr>
      <p:sp>
        <p:nvSpPr>
          <p:cNvPr id="9" name="Rectangle 8"/>
          <p:cNvSpPr/>
          <p:nvPr userDrawn="1"/>
        </p:nvSpPr>
        <p:spPr>
          <a:xfrm>
            <a:off x="2743200" y="914400"/>
            <a:ext cx="3352800" cy="18288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1" name="Rectangle 10"/>
          <p:cNvSpPr/>
          <p:nvPr userDrawn="1"/>
        </p:nvSpPr>
        <p:spPr>
          <a:xfrm>
            <a:off x="6096001" y="2743200"/>
            <a:ext cx="3352800" cy="18288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2" name="Rectangle 11"/>
          <p:cNvSpPr/>
          <p:nvPr userDrawn="1"/>
        </p:nvSpPr>
        <p:spPr>
          <a:xfrm>
            <a:off x="2743200" y="4572000"/>
            <a:ext cx="3352800" cy="18288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5" name="Rectangle 14"/>
          <p:cNvSpPr/>
          <p:nvPr userDrawn="1"/>
        </p:nvSpPr>
        <p:spPr>
          <a:xfrm>
            <a:off x="7924801" y="4572000"/>
            <a:ext cx="3352800" cy="18288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7" name="Picture Placeholder 26"/>
          <p:cNvSpPr>
            <a:spLocks noGrp="1"/>
          </p:cNvSpPr>
          <p:nvPr>
            <p:ph type="pic" sz="quarter" idx="10"/>
          </p:nvPr>
        </p:nvSpPr>
        <p:spPr>
          <a:xfrm>
            <a:off x="914400" y="914400"/>
            <a:ext cx="1828800" cy="1828800"/>
          </a:xfrm>
          <a:prstGeom prst="rect">
            <a:avLst/>
          </a:prstGeom>
          <a:solidFill>
            <a:schemeClr val="bg1">
              <a:lumMod val="85000"/>
            </a:schemeClr>
          </a:solidFill>
        </p:spPr>
        <p:txBody>
          <a:bodyPr/>
          <a:lstStyle/>
          <a:p>
            <a:endParaRPr lang="en-US"/>
          </a:p>
        </p:txBody>
      </p:sp>
      <p:sp>
        <p:nvSpPr>
          <p:cNvPr id="28" name="Picture Placeholder 26"/>
          <p:cNvSpPr>
            <a:spLocks noGrp="1"/>
          </p:cNvSpPr>
          <p:nvPr>
            <p:ph type="pic" sz="quarter" idx="11"/>
          </p:nvPr>
        </p:nvSpPr>
        <p:spPr>
          <a:xfrm>
            <a:off x="4267200" y="2743200"/>
            <a:ext cx="1828800" cy="1828800"/>
          </a:xfrm>
          <a:prstGeom prst="rect">
            <a:avLst/>
          </a:prstGeom>
          <a:solidFill>
            <a:schemeClr val="bg1">
              <a:lumMod val="85000"/>
            </a:schemeClr>
          </a:solidFill>
        </p:spPr>
        <p:txBody>
          <a:bodyPr/>
          <a:lstStyle/>
          <a:p>
            <a:endParaRPr lang="en-US"/>
          </a:p>
        </p:txBody>
      </p:sp>
      <p:sp>
        <p:nvSpPr>
          <p:cNvPr id="29" name="Picture Placeholder 26"/>
          <p:cNvSpPr>
            <a:spLocks noGrp="1"/>
          </p:cNvSpPr>
          <p:nvPr>
            <p:ph type="pic" sz="quarter" idx="12"/>
          </p:nvPr>
        </p:nvSpPr>
        <p:spPr>
          <a:xfrm>
            <a:off x="914398" y="4572000"/>
            <a:ext cx="1828800" cy="1828800"/>
          </a:xfrm>
          <a:prstGeom prst="rect">
            <a:avLst/>
          </a:prstGeom>
          <a:solidFill>
            <a:schemeClr val="bg1">
              <a:lumMod val="85000"/>
            </a:schemeClr>
          </a:solidFill>
        </p:spPr>
        <p:txBody>
          <a:bodyPr/>
          <a:lstStyle/>
          <a:p>
            <a:endParaRPr lang="en-US"/>
          </a:p>
        </p:txBody>
      </p:sp>
      <p:sp>
        <p:nvSpPr>
          <p:cNvPr id="30" name="Picture Placeholder 26"/>
          <p:cNvSpPr>
            <a:spLocks noGrp="1"/>
          </p:cNvSpPr>
          <p:nvPr>
            <p:ph type="pic" sz="quarter" idx="13"/>
          </p:nvPr>
        </p:nvSpPr>
        <p:spPr>
          <a:xfrm>
            <a:off x="6096000" y="4572000"/>
            <a:ext cx="1828800" cy="1828800"/>
          </a:xfrm>
          <a:prstGeom prst="rect">
            <a:avLst/>
          </a:prstGeom>
          <a:solidFill>
            <a:schemeClr val="bg1">
              <a:lumMod val="85000"/>
            </a:schemeClr>
          </a:solidFill>
        </p:spPr>
        <p:txBody>
          <a:bodyPr/>
          <a:lstStyle/>
          <a:p>
            <a:endParaRPr lang="en-US"/>
          </a:p>
        </p:txBody>
      </p:sp>
      <p:sp>
        <p:nvSpPr>
          <p:cNvPr id="32" name="Text Placeholder 31"/>
          <p:cNvSpPr>
            <a:spLocks noGrp="1"/>
          </p:cNvSpPr>
          <p:nvPr>
            <p:ph type="body" sz="quarter" idx="14"/>
          </p:nvPr>
        </p:nvSpPr>
        <p:spPr>
          <a:xfrm>
            <a:off x="2833688" y="4751388"/>
            <a:ext cx="1676400" cy="461962"/>
          </a:xfrm>
          <a:prstGeom prst="rect">
            <a:avLst/>
          </a:prstGeom>
        </p:spPr>
        <p:txBody>
          <a:bodyPr>
            <a:normAutofit/>
          </a:bodyPr>
          <a:lstStyle>
            <a:lvl1pPr marL="0" indent="0">
              <a:buNone/>
              <a:defRPr sz="100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a:p>
        </p:txBody>
      </p:sp>
      <p:sp>
        <p:nvSpPr>
          <p:cNvPr id="34" name="Text Placeholder 33"/>
          <p:cNvSpPr>
            <a:spLocks noGrp="1"/>
          </p:cNvSpPr>
          <p:nvPr>
            <p:ph type="body" sz="quarter" idx="15"/>
          </p:nvPr>
        </p:nvSpPr>
        <p:spPr>
          <a:xfrm>
            <a:off x="2833688" y="5453063"/>
            <a:ext cx="3171825" cy="730250"/>
          </a:xfrm>
          <a:prstGeom prst="rect">
            <a:avLst/>
          </a:prstGeom>
        </p:spPr>
        <p:txBody>
          <a:bodyPr>
            <a:normAutofit/>
          </a:bodyPr>
          <a:lstStyle>
            <a:lvl1pPr marL="0" indent="0">
              <a:buNone/>
              <a:defRPr sz="100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a:p>
        </p:txBody>
      </p:sp>
      <p:sp>
        <p:nvSpPr>
          <p:cNvPr id="35" name="Text Placeholder 31"/>
          <p:cNvSpPr>
            <a:spLocks noGrp="1"/>
          </p:cNvSpPr>
          <p:nvPr>
            <p:ph type="body" sz="quarter" idx="16"/>
          </p:nvPr>
        </p:nvSpPr>
        <p:spPr>
          <a:xfrm>
            <a:off x="8015286" y="4741129"/>
            <a:ext cx="1676400" cy="461962"/>
          </a:xfrm>
          <a:prstGeom prst="rect">
            <a:avLst/>
          </a:prstGeom>
        </p:spPr>
        <p:txBody>
          <a:bodyPr>
            <a:normAutofit/>
          </a:bodyPr>
          <a:lstStyle>
            <a:lvl1pPr marL="0" indent="0">
              <a:buNone/>
              <a:defRPr sz="100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a:p>
        </p:txBody>
      </p:sp>
      <p:sp>
        <p:nvSpPr>
          <p:cNvPr id="36" name="Text Placeholder 33"/>
          <p:cNvSpPr>
            <a:spLocks noGrp="1"/>
          </p:cNvSpPr>
          <p:nvPr>
            <p:ph type="body" sz="quarter" idx="17"/>
          </p:nvPr>
        </p:nvSpPr>
        <p:spPr>
          <a:xfrm>
            <a:off x="8015288" y="5442804"/>
            <a:ext cx="3171825" cy="730250"/>
          </a:xfrm>
          <a:prstGeom prst="rect">
            <a:avLst/>
          </a:prstGeom>
        </p:spPr>
        <p:txBody>
          <a:bodyPr>
            <a:normAutofit/>
          </a:bodyPr>
          <a:lstStyle>
            <a:lvl1pPr marL="0" indent="0">
              <a:buNone/>
              <a:defRPr sz="100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a:p>
        </p:txBody>
      </p:sp>
      <p:sp>
        <p:nvSpPr>
          <p:cNvPr id="37" name="Text Placeholder 31"/>
          <p:cNvSpPr>
            <a:spLocks noGrp="1"/>
          </p:cNvSpPr>
          <p:nvPr>
            <p:ph type="body" sz="quarter" idx="18"/>
          </p:nvPr>
        </p:nvSpPr>
        <p:spPr>
          <a:xfrm>
            <a:off x="6248400" y="2906018"/>
            <a:ext cx="1676400" cy="461962"/>
          </a:xfrm>
          <a:prstGeom prst="rect">
            <a:avLst/>
          </a:prstGeom>
        </p:spPr>
        <p:txBody>
          <a:bodyPr>
            <a:normAutofit/>
          </a:bodyPr>
          <a:lstStyle>
            <a:lvl1pPr marL="0" indent="0">
              <a:buNone/>
              <a:defRPr sz="100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a:p>
        </p:txBody>
      </p:sp>
      <p:sp>
        <p:nvSpPr>
          <p:cNvPr id="38" name="Text Placeholder 33"/>
          <p:cNvSpPr>
            <a:spLocks noGrp="1"/>
          </p:cNvSpPr>
          <p:nvPr>
            <p:ph type="body" sz="quarter" idx="19"/>
          </p:nvPr>
        </p:nvSpPr>
        <p:spPr>
          <a:xfrm>
            <a:off x="6248400" y="3607693"/>
            <a:ext cx="3171825" cy="730250"/>
          </a:xfrm>
          <a:prstGeom prst="rect">
            <a:avLst/>
          </a:prstGeom>
        </p:spPr>
        <p:txBody>
          <a:bodyPr>
            <a:normAutofit/>
          </a:bodyPr>
          <a:lstStyle>
            <a:lvl1pPr marL="0" indent="0">
              <a:buNone/>
              <a:defRPr sz="100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a:p>
        </p:txBody>
      </p:sp>
      <p:sp>
        <p:nvSpPr>
          <p:cNvPr id="39" name="Text Placeholder 31"/>
          <p:cNvSpPr>
            <a:spLocks noGrp="1"/>
          </p:cNvSpPr>
          <p:nvPr>
            <p:ph type="body" sz="quarter" idx="20"/>
          </p:nvPr>
        </p:nvSpPr>
        <p:spPr>
          <a:xfrm>
            <a:off x="2833688" y="1097252"/>
            <a:ext cx="1676400" cy="461962"/>
          </a:xfrm>
          <a:prstGeom prst="rect">
            <a:avLst/>
          </a:prstGeom>
        </p:spPr>
        <p:txBody>
          <a:bodyPr>
            <a:normAutofit/>
          </a:bodyPr>
          <a:lstStyle>
            <a:lvl1pPr marL="0" indent="0">
              <a:buNone/>
              <a:defRPr sz="100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a:p>
        </p:txBody>
      </p:sp>
      <p:sp>
        <p:nvSpPr>
          <p:cNvPr id="40" name="Text Placeholder 33"/>
          <p:cNvSpPr>
            <a:spLocks noGrp="1"/>
          </p:cNvSpPr>
          <p:nvPr>
            <p:ph type="body" sz="quarter" idx="21"/>
          </p:nvPr>
        </p:nvSpPr>
        <p:spPr>
          <a:xfrm>
            <a:off x="2833688" y="1798927"/>
            <a:ext cx="3171825" cy="730250"/>
          </a:xfrm>
          <a:prstGeom prst="rect">
            <a:avLst/>
          </a:prstGeom>
        </p:spPr>
        <p:txBody>
          <a:bodyPr>
            <a:normAutofit/>
          </a:bodyPr>
          <a:lstStyle>
            <a:lvl1pPr marL="0" indent="0">
              <a:buNone/>
              <a:defRPr sz="100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a:p>
        </p:txBody>
      </p:sp>
      <p:sp>
        <p:nvSpPr>
          <p:cNvPr id="42" name="Text Placeholder 41"/>
          <p:cNvSpPr>
            <a:spLocks noGrp="1"/>
          </p:cNvSpPr>
          <p:nvPr>
            <p:ph type="body" sz="quarter" idx="22"/>
          </p:nvPr>
        </p:nvSpPr>
        <p:spPr>
          <a:xfrm>
            <a:off x="6527799" y="1325563"/>
            <a:ext cx="4213226" cy="595312"/>
          </a:xfrm>
          <a:prstGeom prst="rect">
            <a:avLst/>
          </a:prstGeom>
        </p:spPr>
        <p:txBody>
          <a:bodyPr>
            <a:normAutofit/>
          </a:bodyPr>
          <a:lstStyle>
            <a:lvl1pPr marL="0" indent="0">
              <a:buNone/>
              <a:defRPr sz="3200">
                <a:solidFill>
                  <a:schemeClr val="tx1">
                    <a:lumMod val="50000"/>
                    <a:lumOff val="50000"/>
                  </a:schemeClr>
                </a:solidFill>
                <a:latin typeface="GeosansLight" panose="02000603020000020003" pitchFamily="2" charset="0"/>
              </a:defRPr>
            </a:lvl1pPr>
          </a:lstStyle>
          <a:p>
            <a:pPr lvl="0"/>
            <a:endParaRPr lang="en-US"/>
          </a:p>
        </p:txBody>
      </p:sp>
      <p:sp>
        <p:nvSpPr>
          <p:cNvPr id="43" name="Text Placeholder 41"/>
          <p:cNvSpPr>
            <a:spLocks noGrp="1"/>
          </p:cNvSpPr>
          <p:nvPr>
            <p:ph type="body" sz="quarter" idx="23"/>
          </p:nvPr>
        </p:nvSpPr>
        <p:spPr>
          <a:xfrm>
            <a:off x="6527799" y="1949563"/>
            <a:ext cx="4213226" cy="406714"/>
          </a:xfrm>
          <a:prstGeom prst="rect">
            <a:avLst/>
          </a:prstGeom>
        </p:spPr>
        <p:txBody>
          <a:bodyPr>
            <a:normAutofit/>
          </a:bodyPr>
          <a:lstStyle>
            <a:lvl1pPr marL="0" indent="0">
              <a:buNone/>
              <a:defRPr sz="1000">
                <a:solidFill>
                  <a:schemeClr val="tx1">
                    <a:lumMod val="50000"/>
                    <a:lumOff val="50000"/>
                  </a:schemeClr>
                </a:solidFill>
                <a:latin typeface="GeosansLight" panose="02000603020000020003" pitchFamily="2" charset="0"/>
              </a:defRPr>
            </a:lvl1pPr>
          </a:lstStyle>
          <a:p>
            <a:pPr lvl="0"/>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eam Single">
    <p:spTree>
      <p:nvGrpSpPr>
        <p:cNvPr id="1" name=""/>
        <p:cNvGrpSpPr/>
        <p:nvPr/>
      </p:nvGrpSpPr>
      <p:grpSpPr>
        <a:xfrm>
          <a:off x="0" y="0"/>
          <a:ext cx="0" cy="0"/>
          <a:chOff x="0" y="0"/>
          <a:chExt cx="0" cy="0"/>
        </a:xfrm>
      </p:grpSpPr>
      <p:sp>
        <p:nvSpPr>
          <p:cNvPr id="30" name="Big Image"/>
          <p:cNvSpPr>
            <a:spLocks noGrp="1"/>
          </p:cNvSpPr>
          <p:nvPr>
            <p:ph type="pic" sz="quarter" idx="10"/>
          </p:nvPr>
        </p:nvSpPr>
        <p:spPr>
          <a:xfrm>
            <a:off x="7016749" y="0"/>
            <a:ext cx="5175251" cy="6858000"/>
          </a:xfrm>
          <a:prstGeom prst="rect">
            <a:avLst/>
          </a:prstGeom>
          <a:solidFill>
            <a:schemeClr val="bg1">
              <a:lumMod val="85000"/>
            </a:schemeClr>
          </a:solidFill>
        </p:spPr>
        <p:txBody>
          <a:bodyPr/>
          <a:lstStyle/>
          <a:p>
            <a:endParaRPr lang="en-US"/>
          </a:p>
        </p:txBody>
      </p:sp>
      <p:sp>
        <p:nvSpPr>
          <p:cNvPr id="34" name="Content Placeholder 33"/>
          <p:cNvSpPr>
            <a:spLocks noGrp="1"/>
          </p:cNvSpPr>
          <p:nvPr>
            <p:ph sz="quarter" idx="12"/>
          </p:nvPr>
        </p:nvSpPr>
        <p:spPr>
          <a:xfrm>
            <a:off x="777875" y="2816227"/>
            <a:ext cx="2451100" cy="612775"/>
          </a:xfrm>
          <a:prstGeom prst="rect">
            <a:avLst/>
          </a:prstGeom>
        </p:spPr>
        <p:txBody>
          <a:bodyPr>
            <a:normAutofit/>
          </a:bodyPr>
          <a:lstStyle>
            <a:lvl1pPr marL="0" indent="0">
              <a:buNone/>
              <a:defRPr sz="3200">
                <a:solidFill>
                  <a:schemeClr val="tx1">
                    <a:lumMod val="50000"/>
                    <a:lumOff val="50000"/>
                  </a:schemeClr>
                </a:solidFill>
                <a:latin typeface="GeosansLight" panose="02000603020000020003" pitchFamily="2" charset="0"/>
              </a:defRPr>
            </a:lvl1pPr>
          </a:lstStyle>
          <a:p>
            <a:pPr lvl="0"/>
            <a:endParaRPr lang="en-US"/>
          </a:p>
        </p:txBody>
      </p:sp>
      <p:sp>
        <p:nvSpPr>
          <p:cNvPr id="35" name="Content Placeholder 33"/>
          <p:cNvSpPr>
            <a:spLocks noGrp="1"/>
          </p:cNvSpPr>
          <p:nvPr>
            <p:ph sz="quarter" idx="13"/>
          </p:nvPr>
        </p:nvSpPr>
        <p:spPr>
          <a:xfrm>
            <a:off x="2338170" y="3454156"/>
            <a:ext cx="890805" cy="277086"/>
          </a:xfrm>
          <a:prstGeom prst="rect">
            <a:avLst/>
          </a:prstGeom>
        </p:spPr>
        <p:txBody>
          <a:bodyPr>
            <a:normAutofit/>
          </a:bodyPr>
          <a:lstStyle>
            <a:lvl1pPr marL="0" indent="0">
              <a:buNone/>
              <a:defRPr sz="10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a:p>
        </p:txBody>
      </p:sp>
      <p:sp>
        <p:nvSpPr>
          <p:cNvPr id="41" name="Chart Placeholder 40"/>
          <p:cNvSpPr>
            <a:spLocks noGrp="1"/>
          </p:cNvSpPr>
          <p:nvPr>
            <p:ph type="chart" sz="quarter" idx="14"/>
          </p:nvPr>
        </p:nvSpPr>
        <p:spPr>
          <a:xfrm>
            <a:off x="777876" y="4308475"/>
            <a:ext cx="5318124" cy="1703388"/>
          </a:xfrm>
          <a:prstGeom prst="rect">
            <a:avLst/>
          </a:prstGeom>
        </p:spPr>
        <p:txBody>
          <a:bodyPr/>
          <a:lstStyle>
            <a:lvl1pPr>
              <a:defRPr>
                <a:solidFill>
                  <a:schemeClr val="tx1">
                    <a:lumMod val="50000"/>
                    <a:lumOff val="50000"/>
                  </a:schemeClr>
                </a:solidFill>
              </a:defRPr>
            </a:lvl1pPr>
          </a:lstStyle>
          <a:p>
            <a:endParaRPr lang="en-US"/>
          </a:p>
        </p:txBody>
      </p:sp>
      <p:sp>
        <p:nvSpPr>
          <p:cNvPr id="42" name="Text Placeholder 68"/>
          <p:cNvSpPr>
            <a:spLocks noGrp="1"/>
          </p:cNvSpPr>
          <p:nvPr>
            <p:ph type="body" sz="quarter" idx="25"/>
          </p:nvPr>
        </p:nvSpPr>
        <p:spPr>
          <a:xfrm>
            <a:off x="614048" y="1061262"/>
            <a:ext cx="5855876" cy="619125"/>
          </a:xfrm>
          <a:prstGeom prst="rect">
            <a:avLst/>
          </a:prstGeom>
        </p:spPr>
        <p:txBody>
          <a:bodyPr/>
          <a:lstStyle>
            <a:lvl1pPr marL="0" indent="0" algn="l">
              <a:buNone/>
              <a:defRPr>
                <a:solidFill>
                  <a:schemeClr val="tx1">
                    <a:lumMod val="50000"/>
                    <a:lumOff val="50000"/>
                  </a:schemeClr>
                </a:solidFill>
                <a:latin typeface="GeosansLight" panose="02000603020000020003" pitchFamily="2" charset="0"/>
              </a:defRPr>
            </a:lvl1pPr>
          </a:lstStyle>
          <a:p>
            <a:pPr lvl="0"/>
            <a:endParaRPr lang="en-US"/>
          </a:p>
        </p:txBody>
      </p:sp>
      <p:sp>
        <p:nvSpPr>
          <p:cNvPr id="43" name="Text Placeholder 58"/>
          <p:cNvSpPr>
            <a:spLocks noGrp="1"/>
          </p:cNvSpPr>
          <p:nvPr>
            <p:ph type="body" sz="quarter" idx="26"/>
          </p:nvPr>
        </p:nvSpPr>
        <p:spPr>
          <a:xfrm>
            <a:off x="614048" y="1677106"/>
            <a:ext cx="4628162" cy="561886"/>
          </a:xfrm>
          <a:prstGeom prst="rect">
            <a:avLst/>
          </a:prstGeom>
        </p:spPr>
        <p:txBody>
          <a:bodyPr>
            <a:normAutofit/>
          </a:bodyPr>
          <a:lstStyle>
            <a:lvl1pPr marL="0" indent="0" algn="l">
              <a:buNone/>
              <a:defRPr sz="10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ingle Image Layout">
    <p:spTree>
      <p:nvGrpSpPr>
        <p:cNvPr id="1" name=""/>
        <p:cNvGrpSpPr/>
        <p:nvPr/>
      </p:nvGrpSpPr>
      <p:grpSpPr>
        <a:xfrm>
          <a:off x="0" y="0"/>
          <a:ext cx="0" cy="0"/>
          <a:chOff x="0" y="0"/>
          <a:chExt cx="0" cy="0"/>
        </a:xfrm>
      </p:grpSpPr>
      <p:sp>
        <p:nvSpPr>
          <p:cNvPr id="7" name="Picture Placeholder 6"/>
          <p:cNvSpPr>
            <a:spLocks noGrp="1"/>
          </p:cNvSpPr>
          <p:nvPr>
            <p:ph type="pic" sz="quarter" idx="10"/>
          </p:nvPr>
        </p:nvSpPr>
        <p:spPr>
          <a:xfrm>
            <a:off x="0" y="0"/>
            <a:ext cx="12192000" cy="6858000"/>
          </a:xfrm>
          <a:prstGeom prst="rect">
            <a:avLst/>
          </a:prstGeom>
        </p:spPr>
        <p:txBody>
          <a:bodyPr/>
          <a:lstStyle>
            <a:lvl1pPr>
              <a:defRPr>
                <a:solidFill>
                  <a:schemeClr val="tx1">
                    <a:lumMod val="50000"/>
                    <a:lumOff val="50000"/>
                  </a:schemeClr>
                </a:solidFill>
              </a:defRPr>
            </a:lvl1pPr>
          </a:lstStyle>
          <a:p>
            <a:endParaRPr lang="en-US"/>
          </a:p>
        </p:txBody>
      </p:sp>
      <p:sp>
        <p:nvSpPr>
          <p:cNvPr id="8" name="Text Placeholder 41"/>
          <p:cNvSpPr>
            <a:spLocks noGrp="1"/>
          </p:cNvSpPr>
          <p:nvPr>
            <p:ph type="body" sz="quarter" idx="22"/>
          </p:nvPr>
        </p:nvSpPr>
        <p:spPr>
          <a:xfrm>
            <a:off x="7011276" y="2513232"/>
            <a:ext cx="4213226" cy="595312"/>
          </a:xfrm>
          <a:prstGeom prst="rect">
            <a:avLst/>
          </a:prstGeom>
        </p:spPr>
        <p:txBody>
          <a:bodyPr>
            <a:normAutofit/>
          </a:bodyPr>
          <a:lstStyle>
            <a:lvl1pPr marL="0" indent="0">
              <a:buNone/>
              <a:defRPr sz="3200">
                <a:solidFill>
                  <a:schemeClr val="bg1"/>
                </a:solidFill>
                <a:latin typeface="GeosansLight" panose="02000603020000020003" pitchFamily="2" charset="0"/>
              </a:defRPr>
            </a:lvl1pPr>
          </a:lstStyle>
          <a:p>
            <a:pPr lvl="0"/>
            <a:endParaRPr lang="en-US"/>
          </a:p>
        </p:txBody>
      </p:sp>
      <p:sp>
        <p:nvSpPr>
          <p:cNvPr id="9" name="Text Placeholder 41"/>
          <p:cNvSpPr>
            <a:spLocks noGrp="1"/>
          </p:cNvSpPr>
          <p:nvPr>
            <p:ph type="body" sz="quarter" idx="23"/>
          </p:nvPr>
        </p:nvSpPr>
        <p:spPr>
          <a:xfrm>
            <a:off x="7011276" y="3137232"/>
            <a:ext cx="4213226" cy="1066906"/>
          </a:xfrm>
          <a:prstGeom prst="rect">
            <a:avLst/>
          </a:prstGeom>
        </p:spPr>
        <p:txBody>
          <a:bodyPr>
            <a:normAutofit/>
          </a:bodyPr>
          <a:lstStyle>
            <a:lvl1pPr marL="0" indent="0">
              <a:buNone/>
              <a:defRPr sz="1000">
                <a:solidFill>
                  <a:schemeClr val="bg1"/>
                </a:solidFill>
                <a:latin typeface="GeosansLight" panose="02000603020000020003" pitchFamily="2" charset="0"/>
              </a:defRPr>
            </a:lvl1pPr>
          </a:lstStyle>
          <a:p>
            <a:pPr lvl="0"/>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Portfolio">
    <p:spTree>
      <p:nvGrpSpPr>
        <p:cNvPr id="1" name=""/>
        <p:cNvGrpSpPr/>
        <p:nvPr/>
      </p:nvGrpSpPr>
      <p:grpSpPr>
        <a:xfrm>
          <a:off x="0" y="0"/>
          <a:ext cx="0" cy="0"/>
          <a:chOff x="0" y="0"/>
          <a:chExt cx="0" cy="0"/>
        </a:xfrm>
      </p:grpSpPr>
      <p:sp>
        <p:nvSpPr>
          <p:cNvPr id="22" name="Picture Placeholder 21"/>
          <p:cNvSpPr>
            <a:spLocks noGrp="1"/>
          </p:cNvSpPr>
          <p:nvPr>
            <p:ph type="pic" sz="quarter" idx="12"/>
          </p:nvPr>
        </p:nvSpPr>
        <p:spPr>
          <a:xfrm>
            <a:off x="0" y="3429000"/>
            <a:ext cx="6096000" cy="3429000"/>
          </a:xfrm>
          <a:prstGeom prst="rect">
            <a:avLst/>
          </a:prstGeom>
          <a:solidFill>
            <a:schemeClr val="bg1">
              <a:lumMod val="85000"/>
            </a:schemeClr>
          </a:solidFill>
        </p:spPr>
        <p:txBody>
          <a:bodyPr/>
          <a:lstStyle/>
          <a:p>
            <a:endParaRPr lang="en-US"/>
          </a:p>
        </p:txBody>
      </p:sp>
      <p:sp>
        <p:nvSpPr>
          <p:cNvPr id="18" name="Picture Placeholder 17"/>
          <p:cNvSpPr>
            <a:spLocks noGrp="1"/>
          </p:cNvSpPr>
          <p:nvPr>
            <p:ph type="pic" sz="quarter" idx="10"/>
          </p:nvPr>
        </p:nvSpPr>
        <p:spPr>
          <a:xfrm>
            <a:off x="3349626" y="0"/>
            <a:ext cx="4581524" cy="3429000"/>
          </a:xfrm>
          <a:prstGeom prst="rect">
            <a:avLst/>
          </a:prstGeom>
          <a:solidFill>
            <a:schemeClr val="bg1">
              <a:lumMod val="85000"/>
            </a:schemeClr>
          </a:solidFill>
        </p:spPr>
        <p:txBody>
          <a:bodyPr/>
          <a:lstStyle/>
          <a:p>
            <a:endParaRPr lang="en-US"/>
          </a:p>
        </p:txBody>
      </p:sp>
      <p:sp>
        <p:nvSpPr>
          <p:cNvPr id="20" name="Picture Placeholder 19"/>
          <p:cNvSpPr>
            <a:spLocks noGrp="1"/>
          </p:cNvSpPr>
          <p:nvPr>
            <p:ph type="pic" sz="quarter" idx="11"/>
          </p:nvPr>
        </p:nvSpPr>
        <p:spPr>
          <a:xfrm>
            <a:off x="7931151" y="0"/>
            <a:ext cx="4260849" cy="3429000"/>
          </a:xfrm>
          <a:prstGeom prst="rect">
            <a:avLst/>
          </a:prstGeom>
          <a:solidFill>
            <a:schemeClr val="bg1">
              <a:lumMod val="85000"/>
            </a:schemeClr>
          </a:solidFill>
        </p:spPr>
        <p:txBody>
          <a:bodyPr/>
          <a:lstStyle/>
          <a:p>
            <a:endParaRPr lang="en-US"/>
          </a:p>
        </p:txBody>
      </p:sp>
      <p:sp>
        <p:nvSpPr>
          <p:cNvPr id="24" name="Picture Placeholder 23"/>
          <p:cNvSpPr>
            <a:spLocks noGrp="1"/>
          </p:cNvSpPr>
          <p:nvPr>
            <p:ph type="pic" sz="quarter" idx="13"/>
          </p:nvPr>
        </p:nvSpPr>
        <p:spPr>
          <a:xfrm>
            <a:off x="8842376" y="3429000"/>
            <a:ext cx="3349625" cy="3429000"/>
          </a:xfrm>
          <a:prstGeom prst="rect">
            <a:avLst/>
          </a:prstGeom>
          <a:solidFill>
            <a:schemeClr val="bg1">
              <a:lumMod val="85000"/>
            </a:schemeClr>
          </a:solidFill>
        </p:spPr>
        <p:txBody>
          <a:bodyPr/>
          <a:lstStyle/>
          <a:p>
            <a:endParaRPr lang="en-US"/>
          </a:p>
        </p:txBody>
      </p:sp>
      <p:sp>
        <p:nvSpPr>
          <p:cNvPr id="5" name="Rectangle 4"/>
          <p:cNvSpPr/>
          <p:nvPr userDrawn="1"/>
        </p:nvSpPr>
        <p:spPr>
          <a:xfrm>
            <a:off x="0" y="0"/>
            <a:ext cx="3349256" cy="342900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9" name="Rectangle 8"/>
          <p:cNvSpPr/>
          <p:nvPr userDrawn="1"/>
        </p:nvSpPr>
        <p:spPr>
          <a:xfrm>
            <a:off x="6096000" y="3429000"/>
            <a:ext cx="2746744" cy="3429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6" name="Text Placeholder 25"/>
          <p:cNvSpPr>
            <a:spLocks noGrp="1"/>
          </p:cNvSpPr>
          <p:nvPr>
            <p:ph type="body" sz="quarter" idx="14"/>
          </p:nvPr>
        </p:nvSpPr>
        <p:spPr>
          <a:xfrm>
            <a:off x="8850314" y="2206625"/>
            <a:ext cx="2422525" cy="369888"/>
          </a:xfrm>
          <a:prstGeom prst="rect">
            <a:avLst/>
          </a:prstGeom>
          <a:ln>
            <a:solidFill>
              <a:schemeClr val="bg1"/>
            </a:solidFill>
          </a:ln>
        </p:spPr>
        <p:txBody>
          <a:bodyPr>
            <a:normAutofit/>
          </a:bodyPr>
          <a:lstStyle>
            <a:lvl1pPr marL="0" indent="0" algn="ctr">
              <a:buNone/>
              <a:defRPr sz="180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a:p>
        </p:txBody>
      </p:sp>
      <p:sp>
        <p:nvSpPr>
          <p:cNvPr id="28" name="Text Placeholder 27"/>
          <p:cNvSpPr>
            <a:spLocks noGrp="1"/>
          </p:cNvSpPr>
          <p:nvPr>
            <p:ph type="body" sz="quarter" idx="15"/>
          </p:nvPr>
        </p:nvSpPr>
        <p:spPr>
          <a:xfrm>
            <a:off x="4319588" y="4340227"/>
            <a:ext cx="3752850" cy="411163"/>
          </a:xfrm>
          <a:prstGeom prst="rect">
            <a:avLst/>
          </a:prstGeom>
        </p:spPr>
        <p:txBody>
          <a:bodyPr>
            <a:normAutofit/>
          </a:bodyPr>
          <a:lstStyle>
            <a:lvl1pPr marL="0" indent="0">
              <a:buNone/>
              <a:defRPr sz="2000" b="1">
                <a:solidFill>
                  <a:schemeClr val="bg1"/>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a:p>
        </p:txBody>
      </p:sp>
      <p:sp>
        <p:nvSpPr>
          <p:cNvPr id="29" name="Text Placeholder 27"/>
          <p:cNvSpPr>
            <a:spLocks noGrp="1"/>
          </p:cNvSpPr>
          <p:nvPr>
            <p:ph type="body" sz="quarter" idx="16"/>
          </p:nvPr>
        </p:nvSpPr>
        <p:spPr>
          <a:xfrm>
            <a:off x="6273089" y="5221388"/>
            <a:ext cx="2225675" cy="1279149"/>
          </a:xfrm>
          <a:prstGeom prst="rect">
            <a:avLst/>
          </a:prstGeom>
        </p:spPr>
        <p:txBody>
          <a:bodyPr>
            <a:normAutofit/>
          </a:bodyPr>
          <a:lstStyle>
            <a:lvl1pPr marL="0" indent="0">
              <a:buNone/>
              <a:defRPr sz="1000" b="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a:p>
        </p:txBody>
      </p:sp>
      <p:sp>
        <p:nvSpPr>
          <p:cNvPr id="30" name="Text Placeholder 27"/>
          <p:cNvSpPr>
            <a:spLocks noGrp="1"/>
          </p:cNvSpPr>
          <p:nvPr>
            <p:ph type="body" sz="quarter" idx="17"/>
          </p:nvPr>
        </p:nvSpPr>
        <p:spPr>
          <a:xfrm>
            <a:off x="6696386" y="4775265"/>
            <a:ext cx="1379081" cy="309715"/>
          </a:xfrm>
          <a:prstGeom prst="rect">
            <a:avLst/>
          </a:prstGeom>
        </p:spPr>
        <p:txBody>
          <a:bodyPr>
            <a:normAutofit/>
          </a:bodyPr>
          <a:lstStyle>
            <a:lvl1pPr marL="0" indent="0">
              <a:buNone/>
              <a:defRPr sz="1000" b="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a:p>
        </p:txBody>
      </p:sp>
      <p:sp>
        <p:nvSpPr>
          <p:cNvPr id="32" name="Text Placeholder 31"/>
          <p:cNvSpPr>
            <a:spLocks noGrp="1"/>
          </p:cNvSpPr>
          <p:nvPr>
            <p:ph type="body" sz="quarter" idx="18"/>
          </p:nvPr>
        </p:nvSpPr>
        <p:spPr>
          <a:xfrm>
            <a:off x="568325" y="893765"/>
            <a:ext cx="2038241" cy="314325"/>
          </a:xfrm>
          <a:prstGeom prst="rect">
            <a:avLst/>
          </a:prstGeom>
        </p:spPr>
        <p:txBody>
          <a:bodyPr>
            <a:noAutofit/>
          </a:bodyPr>
          <a:lstStyle>
            <a:lvl1pPr marL="0" indent="0">
              <a:buNone/>
              <a:defRPr sz="2000">
                <a:solidFill>
                  <a:schemeClr val="bg1"/>
                </a:solidFill>
                <a:latin typeface="GeosansLight" panose="02000603020000020003" pitchFamily="2" charset="0"/>
              </a:defRPr>
            </a:lvl1pPr>
          </a:lstStyle>
          <a:p>
            <a:pPr lvl="0"/>
            <a:endParaRPr lang="en-US"/>
          </a:p>
        </p:txBody>
      </p:sp>
      <p:sp>
        <p:nvSpPr>
          <p:cNvPr id="33" name="Text Placeholder 31"/>
          <p:cNvSpPr>
            <a:spLocks noGrp="1"/>
          </p:cNvSpPr>
          <p:nvPr>
            <p:ph type="body" sz="quarter" idx="19"/>
          </p:nvPr>
        </p:nvSpPr>
        <p:spPr>
          <a:xfrm>
            <a:off x="568323" y="1228727"/>
            <a:ext cx="2637333" cy="424339"/>
          </a:xfrm>
          <a:prstGeom prst="rect">
            <a:avLst/>
          </a:prstGeom>
        </p:spPr>
        <p:txBody>
          <a:bodyPr>
            <a:noAutofit/>
          </a:bodyPr>
          <a:lstStyle>
            <a:lvl1pPr marL="0" indent="0">
              <a:buNone/>
              <a:defRPr sz="2800">
                <a:solidFill>
                  <a:schemeClr val="bg1"/>
                </a:solidFill>
                <a:latin typeface="GeosansLight" panose="02000603020000020003" pitchFamily="2" charset="0"/>
              </a:defRPr>
            </a:lvl1pPr>
          </a:lstStyle>
          <a:p>
            <a:pPr lvl="0"/>
            <a:endParaRPr lang="en-US"/>
          </a:p>
        </p:txBody>
      </p:sp>
      <p:sp>
        <p:nvSpPr>
          <p:cNvPr id="34" name="Text Placeholder 27"/>
          <p:cNvSpPr>
            <a:spLocks noGrp="1"/>
          </p:cNvSpPr>
          <p:nvPr>
            <p:ph type="body" sz="quarter" idx="20"/>
          </p:nvPr>
        </p:nvSpPr>
        <p:spPr>
          <a:xfrm>
            <a:off x="568324" y="1936940"/>
            <a:ext cx="2225675" cy="1279149"/>
          </a:xfrm>
          <a:prstGeom prst="rect">
            <a:avLst/>
          </a:prstGeom>
        </p:spPr>
        <p:txBody>
          <a:bodyPr>
            <a:normAutofit/>
          </a:bodyPr>
          <a:lstStyle>
            <a:lvl1pPr marL="0" indent="0">
              <a:buNone/>
              <a:defRPr sz="1000" b="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Four Product Layout">
    <p:spTree>
      <p:nvGrpSpPr>
        <p:cNvPr id="1" name=""/>
        <p:cNvGrpSpPr/>
        <p:nvPr/>
      </p:nvGrpSpPr>
      <p:grpSpPr>
        <a:xfrm>
          <a:off x="0" y="0"/>
          <a:ext cx="0" cy="0"/>
          <a:chOff x="0" y="0"/>
          <a:chExt cx="0" cy="0"/>
        </a:xfrm>
      </p:grpSpPr>
      <p:sp>
        <p:nvSpPr>
          <p:cNvPr id="21" name="Oval 20"/>
          <p:cNvSpPr/>
          <p:nvPr userDrawn="1"/>
        </p:nvSpPr>
        <p:spPr>
          <a:xfrm>
            <a:off x="934472" y="4904155"/>
            <a:ext cx="954546" cy="954546"/>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a:solidFill>
                  <a:schemeClr val="bg1"/>
                </a:solidFill>
                <a:latin typeface="FontAwesome" pitchFamily="2" charset="0"/>
              </a:rPr>
              <a:t></a:t>
            </a:r>
            <a:endParaRPr lang="en-US" sz="2800">
              <a:solidFill>
                <a:schemeClr val="bg1"/>
              </a:solidFill>
            </a:endParaRPr>
          </a:p>
        </p:txBody>
      </p:sp>
      <p:sp>
        <p:nvSpPr>
          <p:cNvPr id="23" name="Oval 22"/>
          <p:cNvSpPr/>
          <p:nvPr userDrawn="1"/>
        </p:nvSpPr>
        <p:spPr>
          <a:xfrm>
            <a:off x="1649643" y="4904155"/>
            <a:ext cx="239376" cy="239376"/>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5" name="Picture Placeholder 24"/>
          <p:cNvSpPr>
            <a:spLocks noGrp="1"/>
          </p:cNvSpPr>
          <p:nvPr>
            <p:ph type="pic" sz="quarter" idx="10"/>
          </p:nvPr>
        </p:nvSpPr>
        <p:spPr>
          <a:xfrm>
            <a:off x="914400" y="1620840"/>
            <a:ext cx="2435225" cy="1817687"/>
          </a:xfrm>
          <a:prstGeom prst="rect">
            <a:avLst/>
          </a:prstGeom>
          <a:solidFill>
            <a:schemeClr val="bg1">
              <a:lumMod val="85000"/>
            </a:schemeClr>
          </a:solidFill>
        </p:spPr>
        <p:txBody>
          <a:bodyPr/>
          <a:lstStyle/>
          <a:p>
            <a:endParaRPr lang="en-US"/>
          </a:p>
        </p:txBody>
      </p:sp>
      <p:sp>
        <p:nvSpPr>
          <p:cNvPr id="26" name="Picture Placeholder 24"/>
          <p:cNvSpPr>
            <a:spLocks noGrp="1"/>
          </p:cNvSpPr>
          <p:nvPr>
            <p:ph type="pic" sz="quarter" idx="11"/>
          </p:nvPr>
        </p:nvSpPr>
        <p:spPr>
          <a:xfrm>
            <a:off x="3561908" y="1620840"/>
            <a:ext cx="2435225" cy="1817687"/>
          </a:xfrm>
          <a:prstGeom prst="rect">
            <a:avLst/>
          </a:prstGeom>
          <a:solidFill>
            <a:schemeClr val="bg1">
              <a:lumMod val="85000"/>
            </a:schemeClr>
          </a:solidFill>
        </p:spPr>
        <p:txBody>
          <a:bodyPr/>
          <a:lstStyle/>
          <a:p>
            <a:endParaRPr lang="en-US"/>
          </a:p>
        </p:txBody>
      </p:sp>
      <p:sp>
        <p:nvSpPr>
          <p:cNvPr id="27" name="Picture Placeholder 24"/>
          <p:cNvSpPr>
            <a:spLocks noGrp="1"/>
          </p:cNvSpPr>
          <p:nvPr>
            <p:ph type="pic" sz="quarter" idx="12"/>
          </p:nvPr>
        </p:nvSpPr>
        <p:spPr>
          <a:xfrm>
            <a:off x="6209046" y="1620840"/>
            <a:ext cx="2435225" cy="1817687"/>
          </a:xfrm>
          <a:prstGeom prst="rect">
            <a:avLst/>
          </a:prstGeom>
          <a:solidFill>
            <a:schemeClr val="bg1">
              <a:lumMod val="85000"/>
            </a:schemeClr>
          </a:solidFill>
        </p:spPr>
        <p:txBody>
          <a:bodyPr/>
          <a:lstStyle/>
          <a:p>
            <a:endParaRPr lang="en-US"/>
          </a:p>
        </p:txBody>
      </p:sp>
      <p:sp>
        <p:nvSpPr>
          <p:cNvPr id="28" name="Picture Placeholder 24"/>
          <p:cNvSpPr>
            <a:spLocks noGrp="1"/>
          </p:cNvSpPr>
          <p:nvPr>
            <p:ph type="pic" sz="quarter" idx="13"/>
          </p:nvPr>
        </p:nvSpPr>
        <p:spPr>
          <a:xfrm>
            <a:off x="8856183" y="1620533"/>
            <a:ext cx="2435225" cy="1817687"/>
          </a:xfrm>
          <a:prstGeom prst="rect">
            <a:avLst/>
          </a:prstGeom>
          <a:solidFill>
            <a:schemeClr val="bg1">
              <a:lumMod val="85000"/>
            </a:schemeClr>
          </a:solidFill>
        </p:spPr>
        <p:txBody>
          <a:bodyPr/>
          <a:lstStyle/>
          <a:p>
            <a:endParaRPr lang="en-US"/>
          </a:p>
        </p:txBody>
      </p:sp>
      <p:sp>
        <p:nvSpPr>
          <p:cNvPr id="30" name="Text Placeholder 29"/>
          <p:cNvSpPr>
            <a:spLocks noGrp="1"/>
          </p:cNvSpPr>
          <p:nvPr>
            <p:ph type="body" sz="quarter" idx="14"/>
          </p:nvPr>
        </p:nvSpPr>
        <p:spPr>
          <a:xfrm>
            <a:off x="914400" y="3607816"/>
            <a:ext cx="2274888" cy="717550"/>
          </a:xfrm>
          <a:prstGeom prst="rect">
            <a:avLst/>
          </a:prstGeom>
        </p:spPr>
        <p:txBody>
          <a:bodyPr>
            <a:normAutofit/>
          </a:bodyPr>
          <a:lstStyle>
            <a:lvl1pPr marL="0" indent="0">
              <a:buNone/>
              <a:defRPr sz="10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a:p>
        </p:txBody>
      </p:sp>
      <p:sp>
        <p:nvSpPr>
          <p:cNvPr id="31" name="Text Placeholder 29"/>
          <p:cNvSpPr>
            <a:spLocks noGrp="1"/>
          </p:cNvSpPr>
          <p:nvPr>
            <p:ph type="body" sz="quarter" idx="15"/>
          </p:nvPr>
        </p:nvSpPr>
        <p:spPr>
          <a:xfrm>
            <a:off x="3527087" y="3604658"/>
            <a:ext cx="2274888" cy="717550"/>
          </a:xfrm>
          <a:prstGeom prst="rect">
            <a:avLst/>
          </a:prstGeom>
        </p:spPr>
        <p:txBody>
          <a:bodyPr>
            <a:normAutofit/>
          </a:bodyPr>
          <a:lstStyle>
            <a:lvl1pPr marL="0" indent="0">
              <a:buNone/>
              <a:defRPr sz="10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a:p>
        </p:txBody>
      </p:sp>
      <p:sp>
        <p:nvSpPr>
          <p:cNvPr id="32" name="Text Placeholder 29"/>
          <p:cNvSpPr>
            <a:spLocks noGrp="1"/>
          </p:cNvSpPr>
          <p:nvPr>
            <p:ph type="body" sz="quarter" idx="16"/>
          </p:nvPr>
        </p:nvSpPr>
        <p:spPr>
          <a:xfrm>
            <a:off x="6208492" y="3607816"/>
            <a:ext cx="2274888" cy="717550"/>
          </a:xfrm>
          <a:prstGeom prst="rect">
            <a:avLst/>
          </a:prstGeom>
        </p:spPr>
        <p:txBody>
          <a:bodyPr>
            <a:normAutofit/>
          </a:bodyPr>
          <a:lstStyle>
            <a:lvl1pPr marL="0" indent="0">
              <a:buNone/>
              <a:defRPr sz="10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a:p>
        </p:txBody>
      </p:sp>
      <p:sp>
        <p:nvSpPr>
          <p:cNvPr id="33" name="Text Placeholder 29"/>
          <p:cNvSpPr>
            <a:spLocks noGrp="1"/>
          </p:cNvSpPr>
          <p:nvPr>
            <p:ph type="body" sz="quarter" idx="17"/>
          </p:nvPr>
        </p:nvSpPr>
        <p:spPr>
          <a:xfrm>
            <a:off x="8856183" y="3607816"/>
            <a:ext cx="2274888" cy="717550"/>
          </a:xfrm>
          <a:prstGeom prst="rect">
            <a:avLst/>
          </a:prstGeom>
        </p:spPr>
        <p:txBody>
          <a:bodyPr>
            <a:normAutofit/>
          </a:bodyPr>
          <a:lstStyle>
            <a:lvl1pPr marL="0" indent="0">
              <a:buNone/>
              <a:defRPr sz="10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a:p>
        </p:txBody>
      </p:sp>
      <p:sp>
        <p:nvSpPr>
          <p:cNvPr id="34" name="Text Placeholder 29"/>
          <p:cNvSpPr>
            <a:spLocks noGrp="1"/>
          </p:cNvSpPr>
          <p:nvPr>
            <p:ph type="body" sz="quarter" idx="18"/>
          </p:nvPr>
        </p:nvSpPr>
        <p:spPr>
          <a:xfrm>
            <a:off x="2026531" y="5023843"/>
            <a:ext cx="9104540" cy="717550"/>
          </a:xfrm>
          <a:prstGeom prst="rect">
            <a:avLst/>
          </a:prstGeom>
        </p:spPr>
        <p:txBody>
          <a:bodyPr>
            <a:normAutofit/>
          </a:bodyPr>
          <a:lstStyle>
            <a:lvl1pPr marL="0" indent="0">
              <a:buNone/>
              <a:defRPr sz="10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a:p>
        </p:txBody>
      </p:sp>
      <p:sp>
        <p:nvSpPr>
          <p:cNvPr id="35" name="Text Placeholder 68"/>
          <p:cNvSpPr>
            <a:spLocks noGrp="1"/>
          </p:cNvSpPr>
          <p:nvPr>
            <p:ph type="body" sz="quarter" idx="23"/>
          </p:nvPr>
        </p:nvSpPr>
        <p:spPr>
          <a:xfrm>
            <a:off x="3168062" y="157039"/>
            <a:ext cx="5855876" cy="619125"/>
          </a:xfrm>
          <a:prstGeom prst="rect">
            <a:avLst/>
          </a:prstGeom>
        </p:spPr>
        <p:txBody>
          <a:bodyPr/>
          <a:lstStyle>
            <a:lvl1pPr marL="0" indent="0" algn="ctr">
              <a:buNone/>
              <a:defRPr>
                <a:solidFill>
                  <a:schemeClr val="tx1">
                    <a:lumMod val="50000"/>
                    <a:lumOff val="50000"/>
                  </a:schemeClr>
                </a:solidFill>
                <a:latin typeface="GeosansLight" panose="02000603020000020003" pitchFamily="2" charset="0"/>
              </a:defRPr>
            </a:lvl1pPr>
          </a:lstStyle>
          <a:p>
            <a:pPr lvl="0"/>
            <a:endParaRPr lang="en-US"/>
          </a:p>
        </p:txBody>
      </p:sp>
      <p:sp>
        <p:nvSpPr>
          <p:cNvPr id="36" name="Text Placeholder 58"/>
          <p:cNvSpPr>
            <a:spLocks noGrp="1"/>
          </p:cNvSpPr>
          <p:nvPr>
            <p:ph type="body" sz="quarter" idx="24"/>
          </p:nvPr>
        </p:nvSpPr>
        <p:spPr>
          <a:xfrm>
            <a:off x="3775997" y="772883"/>
            <a:ext cx="4628162" cy="561886"/>
          </a:xfrm>
          <a:prstGeom prst="rect">
            <a:avLst/>
          </a:prstGeom>
        </p:spPr>
        <p:txBody>
          <a:bodyPr>
            <a:normAutofit/>
          </a:bodyPr>
          <a:lstStyle>
            <a:lvl1pPr marL="0" indent="0" algn="ctr">
              <a:buNone/>
              <a:defRPr sz="10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dirty="0"/>
          </a:p>
        </p:txBody>
      </p:sp>
      <p:sp>
        <p:nvSpPr>
          <p:cNvPr id="37" name="Text Placeholder 28"/>
          <p:cNvSpPr>
            <a:spLocks noGrp="1"/>
          </p:cNvSpPr>
          <p:nvPr>
            <p:ph type="body" sz="quarter" idx="25"/>
          </p:nvPr>
        </p:nvSpPr>
        <p:spPr>
          <a:xfrm>
            <a:off x="634321" y="6436671"/>
            <a:ext cx="2395309" cy="310896"/>
          </a:xfrm>
          <a:prstGeom prst="rect">
            <a:avLst/>
          </a:prstGeom>
        </p:spPr>
        <p:txBody>
          <a:bodyPr/>
          <a:lstStyle>
            <a:lvl1pPr marL="0" indent="0">
              <a:buNone/>
              <a:defRPr sz="10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dirty="0"/>
          </a:p>
        </p:txBody>
      </p:sp>
      <p:sp>
        <p:nvSpPr>
          <p:cNvPr id="38" name="Text Placeholder 28"/>
          <p:cNvSpPr>
            <a:spLocks noGrp="1"/>
          </p:cNvSpPr>
          <p:nvPr>
            <p:ph type="body" sz="quarter" idx="26"/>
          </p:nvPr>
        </p:nvSpPr>
        <p:spPr>
          <a:xfrm>
            <a:off x="4898347" y="6436671"/>
            <a:ext cx="2395309" cy="310896"/>
          </a:xfrm>
          <a:prstGeom prst="rect">
            <a:avLst/>
          </a:prstGeom>
        </p:spPr>
        <p:txBody>
          <a:bodyPr/>
          <a:lstStyle>
            <a:lvl1pPr marL="0" indent="0" algn="ctr">
              <a:buNone/>
              <a:defRPr sz="10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dirty="0"/>
          </a:p>
        </p:txBody>
      </p:sp>
      <p:sp>
        <p:nvSpPr>
          <p:cNvPr id="39" name="Text Placeholder 28"/>
          <p:cNvSpPr>
            <a:spLocks noGrp="1"/>
          </p:cNvSpPr>
          <p:nvPr>
            <p:ph type="body" sz="quarter" idx="27"/>
          </p:nvPr>
        </p:nvSpPr>
        <p:spPr>
          <a:xfrm>
            <a:off x="9162370" y="6436671"/>
            <a:ext cx="2395309" cy="310896"/>
          </a:xfrm>
          <a:prstGeom prst="rect">
            <a:avLst/>
          </a:prstGeom>
        </p:spPr>
        <p:txBody>
          <a:bodyPr/>
          <a:lstStyle>
            <a:lvl1pPr marL="0" indent="0" algn="r">
              <a:buNone/>
              <a:defRPr sz="10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Recent Project">
    <p:spTree>
      <p:nvGrpSpPr>
        <p:cNvPr id="1" name=""/>
        <p:cNvGrpSpPr/>
        <p:nvPr/>
      </p:nvGrpSpPr>
      <p:grpSpPr>
        <a:xfrm>
          <a:off x="0" y="0"/>
          <a:ext cx="0" cy="0"/>
          <a:chOff x="0" y="0"/>
          <a:chExt cx="0" cy="0"/>
        </a:xfrm>
      </p:grpSpPr>
      <p:sp>
        <p:nvSpPr>
          <p:cNvPr id="19" name="Picture Placeholder 18"/>
          <p:cNvSpPr>
            <a:spLocks noGrp="1"/>
          </p:cNvSpPr>
          <p:nvPr>
            <p:ph type="pic" sz="quarter" idx="10"/>
          </p:nvPr>
        </p:nvSpPr>
        <p:spPr>
          <a:xfrm>
            <a:off x="1831975" y="914400"/>
            <a:ext cx="4264025" cy="2514600"/>
          </a:xfrm>
          <a:prstGeom prst="rect">
            <a:avLst/>
          </a:prstGeom>
          <a:solidFill>
            <a:schemeClr val="bg1">
              <a:lumMod val="85000"/>
            </a:schemeClr>
          </a:solidFill>
        </p:spPr>
        <p:txBody>
          <a:bodyPr/>
          <a:lstStyle/>
          <a:p>
            <a:endParaRPr lang="en-US"/>
          </a:p>
        </p:txBody>
      </p:sp>
      <p:sp>
        <p:nvSpPr>
          <p:cNvPr id="21" name="Picture Placeholder 20"/>
          <p:cNvSpPr>
            <a:spLocks noGrp="1"/>
          </p:cNvSpPr>
          <p:nvPr>
            <p:ph type="pic" sz="quarter" idx="11"/>
          </p:nvPr>
        </p:nvSpPr>
        <p:spPr>
          <a:xfrm>
            <a:off x="6096000" y="3429000"/>
            <a:ext cx="4264025" cy="2514600"/>
          </a:xfrm>
          <a:prstGeom prst="rect">
            <a:avLst/>
          </a:prstGeom>
          <a:solidFill>
            <a:schemeClr val="bg1">
              <a:lumMod val="85000"/>
            </a:schemeClr>
          </a:solidFill>
        </p:spPr>
        <p:txBody>
          <a:bodyPr/>
          <a:lstStyle/>
          <a:p>
            <a:endParaRPr lang="en-US"/>
          </a:p>
        </p:txBody>
      </p:sp>
      <p:sp>
        <p:nvSpPr>
          <p:cNvPr id="11" name="Rectangle 10"/>
          <p:cNvSpPr/>
          <p:nvPr userDrawn="1"/>
        </p:nvSpPr>
        <p:spPr>
          <a:xfrm>
            <a:off x="5096366" y="1987034"/>
            <a:ext cx="999634" cy="369332"/>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5" name="Rectangle 14"/>
          <p:cNvSpPr/>
          <p:nvPr userDrawn="1"/>
        </p:nvSpPr>
        <p:spPr>
          <a:xfrm>
            <a:off x="6096000" y="4501634"/>
            <a:ext cx="1437892" cy="369332"/>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3" name="Text Placeholder 22"/>
          <p:cNvSpPr>
            <a:spLocks noGrp="1"/>
          </p:cNvSpPr>
          <p:nvPr>
            <p:ph type="body" sz="quarter" idx="12"/>
          </p:nvPr>
        </p:nvSpPr>
        <p:spPr>
          <a:xfrm>
            <a:off x="5096365" y="1980994"/>
            <a:ext cx="4142233" cy="365760"/>
          </a:xfrm>
          <a:prstGeom prst="rect">
            <a:avLst/>
          </a:prstGeom>
        </p:spPr>
        <p:txBody>
          <a:bodyPr>
            <a:normAutofit/>
          </a:bodyPr>
          <a:lstStyle>
            <a:lvl1pPr marL="0" indent="0">
              <a:buNone/>
              <a:defRPr sz="1800" b="1" baseline="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dirty="0"/>
          </a:p>
        </p:txBody>
      </p:sp>
      <p:sp>
        <p:nvSpPr>
          <p:cNvPr id="25" name="Text Placeholder 24"/>
          <p:cNvSpPr>
            <a:spLocks noGrp="1"/>
          </p:cNvSpPr>
          <p:nvPr>
            <p:ph type="body" sz="quarter" idx="13"/>
          </p:nvPr>
        </p:nvSpPr>
        <p:spPr>
          <a:xfrm>
            <a:off x="6180139" y="2538415"/>
            <a:ext cx="3059111" cy="708025"/>
          </a:xfrm>
          <a:prstGeom prst="rect">
            <a:avLst/>
          </a:prstGeom>
        </p:spPr>
        <p:txBody>
          <a:bodyPr>
            <a:normAutofit/>
          </a:bodyPr>
          <a:lstStyle>
            <a:lvl1pPr marL="0" indent="0">
              <a:buNone/>
              <a:defRPr sz="10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a:p>
        </p:txBody>
      </p:sp>
      <p:sp>
        <p:nvSpPr>
          <p:cNvPr id="26" name="Text Placeholder 22"/>
          <p:cNvSpPr>
            <a:spLocks noGrp="1"/>
          </p:cNvSpPr>
          <p:nvPr>
            <p:ph type="body" sz="quarter" idx="14"/>
          </p:nvPr>
        </p:nvSpPr>
        <p:spPr>
          <a:xfrm>
            <a:off x="3386761" y="4495594"/>
            <a:ext cx="4142233" cy="365760"/>
          </a:xfrm>
          <a:prstGeom prst="rect">
            <a:avLst/>
          </a:prstGeom>
        </p:spPr>
        <p:txBody>
          <a:bodyPr>
            <a:normAutofit/>
          </a:bodyPr>
          <a:lstStyle>
            <a:lvl1pPr marL="0" indent="0" algn="r">
              <a:buNone/>
              <a:defRPr sz="1800" b="1" baseline="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dirty="0"/>
          </a:p>
        </p:txBody>
      </p:sp>
      <p:sp>
        <p:nvSpPr>
          <p:cNvPr id="27" name="Text Placeholder 24"/>
          <p:cNvSpPr>
            <a:spLocks noGrp="1"/>
          </p:cNvSpPr>
          <p:nvPr>
            <p:ph type="body" sz="quarter" idx="15"/>
          </p:nvPr>
        </p:nvSpPr>
        <p:spPr>
          <a:xfrm>
            <a:off x="2951038" y="5069250"/>
            <a:ext cx="3059111" cy="708025"/>
          </a:xfrm>
          <a:prstGeom prst="rect">
            <a:avLst/>
          </a:prstGeom>
        </p:spPr>
        <p:txBody>
          <a:bodyPr>
            <a:normAutofit/>
          </a:bodyPr>
          <a:lstStyle>
            <a:lvl1pPr marL="0" indent="0" algn="r">
              <a:buNone/>
              <a:defRPr sz="10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Brand Full Screen">
    <p:spTree>
      <p:nvGrpSpPr>
        <p:cNvPr id="1" name=""/>
        <p:cNvGrpSpPr/>
        <p:nvPr/>
      </p:nvGrpSpPr>
      <p:grpSpPr>
        <a:xfrm>
          <a:off x="0" y="0"/>
          <a:ext cx="0" cy="0"/>
          <a:chOff x="0" y="0"/>
          <a:chExt cx="0" cy="0"/>
        </a:xfrm>
      </p:grpSpPr>
      <p:sp>
        <p:nvSpPr>
          <p:cNvPr id="12" name="Background White"/>
          <p:cNvSpPr/>
          <p:nvPr userDrawn="1"/>
        </p:nvSpPr>
        <p:spPr>
          <a:xfrm>
            <a:off x="3804685" y="0"/>
            <a:ext cx="458263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cxnSp>
        <p:nvCxnSpPr>
          <p:cNvPr id="20" name="Straight Connector 19"/>
          <p:cNvCxnSpPr/>
          <p:nvPr userDrawn="1"/>
        </p:nvCxnSpPr>
        <p:spPr>
          <a:xfrm>
            <a:off x="6096000" y="4506835"/>
            <a:ext cx="0" cy="861774"/>
          </a:xfrm>
          <a:prstGeom prst="line">
            <a:avLst/>
          </a:prstGeom>
          <a:ln>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24" name="Rectangle 23"/>
          <p:cNvSpPr/>
          <p:nvPr userDrawn="1"/>
        </p:nvSpPr>
        <p:spPr>
          <a:xfrm>
            <a:off x="5828138" y="5700072"/>
            <a:ext cx="595035" cy="584775"/>
          </a:xfrm>
          <a:prstGeom prst="rect">
            <a:avLst/>
          </a:prstGeom>
        </p:spPr>
        <p:txBody>
          <a:bodyPr wrap="none">
            <a:spAutoFit/>
          </a:bodyPr>
          <a:lstStyle/>
          <a:p>
            <a:r>
              <a:rPr lang="en-US" sz="3200">
                <a:solidFill>
                  <a:schemeClr val="accent6"/>
                </a:solidFill>
                <a:latin typeface="FontAwesome" pitchFamily="2" charset="0"/>
              </a:rPr>
              <a:t></a:t>
            </a:r>
            <a:endParaRPr lang="en-US" sz="3200">
              <a:solidFill>
                <a:schemeClr val="accent6"/>
              </a:solidFill>
            </a:endParaRPr>
          </a:p>
        </p:txBody>
      </p:sp>
      <p:sp>
        <p:nvSpPr>
          <p:cNvPr id="5" name="Text Placeholder 4"/>
          <p:cNvSpPr>
            <a:spLocks noGrp="1"/>
          </p:cNvSpPr>
          <p:nvPr userDrawn="1">
            <p:ph type="body" sz="quarter" idx="11"/>
          </p:nvPr>
        </p:nvSpPr>
        <p:spPr>
          <a:xfrm>
            <a:off x="4362451" y="2322515"/>
            <a:ext cx="3573463" cy="1671637"/>
          </a:xfrm>
          <a:prstGeom prst="rect">
            <a:avLst/>
          </a:prstGeom>
        </p:spPr>
        <p:txBody>
          <a:bodyPr/>
          <a:lstStyle>
            <a:lvl1pPr marL="0" indent="0">
              <a:buNone/>
              <a:defRPr sz="10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a:p>
        </p:txBody>
      </p:sp>
      <p:sp>
        <p:nvSpPr>
          <p:cNvPr id="28" name="Text Placeholder 4"/>
          <p:cNvSpPr>
            <a:spLocks noGrp="1"/>
          </p:cNvSpPr>
          <p:nvPr>
            <p:ph type="body" sz="quarter" idx="12"/>
          </p:nvPr>
        </p:nvSpPr>
        <p:spPr>
          <a:xfrm>
            <a:off x="4362353" y="1012370"/>
            <a:ext cx="3573463" cy="584775"/>
          </a:xfrm>
          <a:prstGeom prst="rect">
            <a:avLst/>
          </a:prstGeom>
        </p:spPr>
        <p:txBody>
          <a:bodyPr/>
          <a:lstStyle>
            <a:lvl1pPr marL="0" indent="0">
              <a:buNone/>
              <a:defRPr sz="3200">
                <a:solidFill>
                  <a:schemeClr val="tx1">
                    <a:lumMod val="50000"/>
                    <a:lumOff val="50000"/>
                  </a:schemeClr>
                </a:solidFill>
                <a:latin typeface="GeosansLight" panose="02000603020000020003" pitchFamily="2" charset="0"/>
                <a:ea typeface="Open Sans" panose="020B0606030504020204" pitchFamily="34" charset="0"/>
                <a:cs typeface="Open Sans" panose="020B0606030504020204" pitchFamily="34" charset="0"/>
              </a:defRPr>
            </a:lvl1pPr>
          </a:lstStyle>
          <a:p>
            <a:pPr lvl="0"/>
            <a:endParaRPr lang="en-US"/>
          </a:p>
        </p:txBody>
      </p:sp>
      <p:sp>
        <p:nvSpPr>
          <p:cNvPr id="29" name="Text Placeholder 4"/>
          <p:cNvSpPr>
            <a:spLocks noGrp="1"/>
          </p:cNvSpPr>
          <p:nvPr>
            <p:ph type="body" sz="quarter" idx="13"/>
          </p:nvPr>
        </p:nvSpPr>
        <p:spPr>
          <a:xfrm>
            <a:off x="4362353" y="1620487"/>
            <a:ext cx="3573463" cy="370566"/>
          </a:xfrm>
          <a:prstGeom prst="rect">
            <a:avLst/>
          </a:prstGeom>
        </p:spPr>
        <p:txBody>
          <a:bodyPr/>
          <a:lstStyle>
            <a:lvl1pPr marL="0" indent="0">
              <a:buNone/>
              <a:defRPr sz="10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a:p>
        </p:txBody>
      </p:sp>
      <p:sp>
        <p:nvSpPr>
          <p:cNvPr id="30" name="Text Placeholder 4"/>
          <p:cNvSpPr>
            <a:spLocks noGrp="1"/>
          </p:cNvSpPr>
          <p:nvPr>
            <p:ph type="body" sz="quarter" idx="14"/>
          </p:nvPr>
        </p:nvSpPr>
        <p:spPr>
          <a:xfrm>
            <a:off x="4362352" y="4506837"/>
            <a:ext cx="1733650" cy="1193235"/>
          </a:xfrm>
          <a:prstGeom prst="rect">
            <a:avLst/>
          </a:prstGeom>
        </p:spPr>
        <p:txBody>
          <a:bodyPr/>
          <a:lstStyle>
            <a:lvl1pPr marL="0" indent="0">
              <a:buNone/>
              <a:defRPr sz="10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a:p>
        </p:txBody>
      </p:sp>
      <p:sp>
        <p:nvSpPr>
          <p:cNvPr id="33" name="Text Placeholder 4"/>
          <p:cNvSpPr>
            <a:spLocks noGrp="1"/>
          </p:cNvSpPr>
          <p:nvPr>
            <p:ph type="body" sz="quarter" idx="15"/>
          </p:nvPr>
        </p:nvSpPr>
        <p:spPr>
          <a:xfrm>
            <a:off x="6202166" y="4506837"/>
            <a:ext cx="1733650" cy="1193235"/>
          </a:xfrm>
          <a:prstGeom prst="rect">
            <a:avLst/>
          </a:prstGeom>
        </p:spPr>
        <p:txBody>
          <a:bodyPr/>
          <a:lstStyle>
            <a:lvl1pPr marL="0" indent="0">
              <a:buNone/>
              <a:defRPr sz="10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rand Full Screen 2">
    <p:spTree>
      <p:nvGrpSpPr>
        <p:cNvPr id="1" name=""/>
        <p:cNvGrpSpPr/>
        <p:nvPr/>
      </p:nvGrpSpPr>
      <p:grpSpPr>
        <a:xfrm>
          <a:off x="0" y="0"/>
          <a:ext cx="0" cy="0"/>
          <a:chOff x="0" y="0"/>
          <a:chExt cx="0" cy="0"/>
        </a:xfrm>
      </p:grpSpPr>
      <p:cxnSp>
        <p:nvCxnSpPr>
          <p:cNvPr id="20" name="Straight Connector 19"/>
          <p:cNvCxnSpPr/>
          <p:nvPr userDrawn="1"/>
        </p:nvCxnSpPr>
        <p:spPr>
          <a:xfrm>
            <a:off x="6096000" y="4506835"/>
            <a:ext cx="0" cy="861774"/>
          </a:xfrm>
          <a:prstGeom prst="line">
            <a:avLst/>
          </a:prstGeom>
          <a:ln>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11" name="Rectangle 10"/>
          <p:cNvSpPr/>
          <p:nvPr userDrawn="1"/>
        </p:nvSpPr>
        <p:spPr>
          <a:xfrm>
            <a:off x="3804685" y="2"/>
            <a:ext cx="4582632" cy="436517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 name="Text Placeholder 5"/>
          <p:cNvSpPr>
            <a:spLocks noGrp="1"/>
          </p:cNvSpPr>
          <p:nvPr>
            <p:ph type="body" sz="quarter" idx="11" hasCustomPrompt="1"/>
          </p:nvPr>
        </p:nvSpPr>
        <p:spPr>
          <a:xfrm>
            <a:off x="5484014" y="436841"/>
            <a:ext cx="1225297" cy="246888"/>
          </a:xfrm>
          <a:prstGeom prst="rect">
            <a:avLst/>
          </a:prstGeom>
          <a:solidFill>
            <a:schemeClr val="accent6"/>
          </a:solidFill>
        </p:spPr>
        <p:txBody>
          <a:bodyPr/>
          <a:lstStyle>
            <a:lvl1pPr marL="0" indent="0" algn="ctr">
              <a:buNone/>
              <a:defRPr sz="100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stStyle>
          <a:p>
            <a:pPr lvl="0"/>
            <a:r>
              <a:rPr lang="en-US"/>
              <a:t>BRAND NAME</a:t>
            </a:r>
          </a:p>
        </p:txBody>
      </p:sp>
      <p:sp>
        <p:nvSpPr>
          <p:cNvPr id="8" name="Text Placeholder 7"/>
          <p:cNvSpPr>
            <a:spLocks noGrp="1"/>
          </p:cNvSpPr>
          <p:nvPr>
            <p:ph type="body" sz="quarter" idx="12"/>
          </p:nvPr>
        </p:nvSpPr>
        <p:spPr>
          <a:xfrm>
            <a:off x="4492625" y="825395"/>
            <a:ext cx="3206750" cy="566737"/>
          </a:xfrm>
          <a:prstGeom prst="rect">
            <a:avLst/>
          </a:prstGeom>
        </p:spPr>
        <p:txBody>
          <a:bodyPr/>
          <a:lstStyle>
            <a:lvl1pPr marL="0" indent="0">
              <a:buNone/>
              <a:defRPr sz="1000">
                <a:solidFill>
                  <a:schemeClr val="tx1">
                    <a:lumMod val="50000"/>
                    <a:lumOff val="50000"/>
                  </a:schemeClr>
                </a:solidFill>
                <a:latin typeface="Open Sans" panose="020B0606030504020204" pitchFamily="34" charset="0"/>
                <a:ea typeface="Open Sans" panose="020B0606030504020204" pitchFamily="34" charset="0"/>
                <a:cs typeface="Open Sans" panose="020B0606030504020204" pitchFamily="34" charset="0"/>
              </a:defRPr>
            </a:lvl1pPr>
          </a:lstStyle>
          <a:p>
            <a:pPr lvl="0"/>
            <a:endParaRPr lang="en-US"/>
          </a:p>
        </p:txBody>
      </p:sp>
      <p:sp>
        <p:nvSpPr>
          <p:cNvPr id="10" name="Chart Placeholder 9"/>
          <p:cNvSpPr>
            <a:spLocks noGrp="1"/>
          </p:cNvSpPr>
          <p:nvPr>
            <p:ph type="chart" sz="quarter" idx="13"/>
          </p:nvPr>
        </p:nvSpPr>
        <p:spPr>
          <a:xfrm>
            <a:off x="4492625" y="1912938"/>
            <a:ext cx="3206750" cy="2038350"/>
          </a:xfrm>
          <a:prstGeom prst="rect">
            <a:avLst/>
          </a:prstGeom>
        </p:spPr>
        <p:txBody>
          <a:bodyPr/>
          <a:lstStyle>
            <a:lvl1pPr>
              <a:defRPr>
                <a:solidFill>
                  <a:schemeClr val="tx1">
                    <a:lumMod val="50000"/>
                    <a:lumOff val="50000"/>
                  </a:schemeClr>
                </a:solidFill>
              </a:defRPr>
            </a:lvl1pPr>
          </a:lstStyle>
          <a:p>
            <a:endParaRPr lang="en-US"/>
          </a:p>
        </p:txBody>
      </p:sp>
    </p:spTree>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slideLayout" Target="../slideLayouts/slideLayout12.xml"/><Relationship Id="rId3" Type="http://schemas.openxmlformats.org/officeDocument/2006/relationships/tags" Target="../tags/tag4.xml"/><Relationship Id="rId7" Type="http://schemas.openxmlformats.org/officeDocument/2006/relationships/tags" Target="../tags/tag8.xml"/><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tags" Target="../tags/tag7.xml"/><Relationship Id="rId11" Type="http://schemas.openxmlformats.org/officeDocument/2006/relationships/hyperlink" Target="http://www.scholat.com/yangcan" TargetMode="External"/><Relationship Id="rId5" Type="http://schemas.openxmlformats.org/officeDocument/2006/relationships/tags" Target="../tags/tag6.xml"/><Relationship Id="rId10" Type="http://schemas.openxmlformats.org/officeDocument/2006/relationships/image" Target="../media/image2.png"/><Relationship Id="rId4" Type="http://schemas.openxmlformats.org/officeDocument/2006/relationships/tags" Target="../tags/tag5.xml"/><Relationship Id="rId9"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1.xml"/><Relationship Id="rId1" Type="http://schemas.openxmlformats.org/officeDocument/2006/relationships/tags" Target="../tags/tag9.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1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Layout" Target="../slideLayouts/slideLayout1.xml"/><Relationship Id="rId1" Type="http://schemas.openxmlformats.org/officeDocument/2006/relationships/tags" Target="../tags/tag11.xml"/><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2.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3.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5.xml"/><Relationship Id="rId1" Type="http://schemas.openxmlformats.org/officeDocument/2006/relationships/tags" Target="../tags/tag14.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7.xml"/><Relationship Id="rId1" Type="http://schemas.openxmlformats.org/officeDocument/2006/relationships/tags" Target="../tags/tag16.xml"/><Relationship Id="rId4" Type="http://schemas.openxmlformats.org/officeDocument/2006/relationships/image" Target="../media/image10.jpe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8" Type="http://schemas.openxmlformats.org/officeDocument/2006/relationships/tags" Target="../tags/tag25.xml"/><Relationship Id="rId13" Type="http://schemas.openxmlformats.org/officeDocument/2006/relationships/tags" Target="../tags/tag30.xml"/><Relationship Id="rId3" Type="http://schemas.openxmlformats.org/officeDocument/2006/relationships/tags" Target="../tags/tag20.xml"/><Relationship Id="rId7" Type="http://schemas.openxmlformats.org/officeDocument/2006/relationships/tags" Target="../tags/tag24.xml"/><Relationship Id="rId12" Type="http://schemas.openxmlformats.org/officeDocument/2006/relationships/tags" Target="../tags/tag29.xml"/><Relationship Id="rId17" Type="http://schemas.openxmlformats.org/officeDocument/2006/relationships/slideLayout" Target="../slideLayouts/slideLayout1.xml"/><Relationship Id="rId2" Type="http://schemas.openxmlformats.org/officeDocument/2006/relationships/tags" Target="../tags/tag19.xml"/><Relationship Id="rId16" Type="http://schemas.openxmlformats.org/officeDocument/2006/relationships/tags" Target="../tags/tag33.xml"/><Relationship Id="rId1" Type="http://schemas.openxmlformats.org/officeDocument/2006/relationships/tags" Target="../tags/tag18.xml"/><Relationship Id="rId6" Type="http://schemas.openxmlformats.org/officeDocument/2006/relationships/tags" Target="../tags/tag23.xml"/><Relationship Id="rId11" Type="http://schemas.openxmlformats.org/officeDocument/2006/relationships/tags" Target="../tags/tag28.xml"/><Relationship Id="rId5" Type="http://schemas.openxmlformats.org/officeDocument/2006/relationships/tags" Target="../tags/tag22.xml"/><Relationship Id="rId15" Type="http://schemas.openxmlformats.org/officeDocument/2006/relationships/tags" Target="../tags/tag32.xml"/><Relationship Id="rId10" Type="http://schemas.openxmlformats.org/officeDocument/2006/relationships/tags" Target="../tags/tag27.xml"/><Relationship Id="rId4" Type="http://schemas.openxmlformats.org/officeDocument/2006/relationships/tags" Target="../tags/tag21.xml"/><Relationship Id="rId9" Type="http://schemas.openxmlformats.org/officeDocument/2006/relationships/tags" Target="../tags/tag26.xml"/><Relationship Id="rId14" Type="http://schemas.openxmlformats.org/officeDocument/2006/relationships/tags" Target="../tags/tag31.xml"/></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35.xml"/><Relationship Id="rId1" Type="http://schemas.openxmlformats.org/officeDocument/2006/relationships/tags" Target="../tags/tag34.xml"/><Relationship Id="rId4" Type="http://schemas.openxmlformats.org/officeDocument/2006/relationships/image" Target="../media/image11.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任意多边形: 形状 58"/>
          <p:cNvSpPr/>
          <p:nvPr>
            <p:custDataLst>
              <p:tags r:id="rId2"/>
            </p:custDataLst>
          </p:nvPr>
        </p:nvSpPr>
        <p:spPr>
          <a:xfrm>
            <a:off x="6962845" y="1219168"/>
            <a:ext cx="4420430" cy="4420430"/>
          </a:xfrm>
          <a:custGeom>
            <a:avLst/>
            <a:gdLst>
              <a:gd name="connsiteX0" fmla="*/ 2192419 w 4384838"/>
              <a:gd name="connsiteY0" fmla="*/ 426532 h 4384838"/>
              <a:gd name="connsiteX1" fmla="*/ 426532 w 4384838"/>
              <a:gd name="connsiteY1" fmla="*/ 2192419 h 4384838"/>
              <a:gd name="connsiteX2" fmla="*/ 2192419 w 4384838"/>
              <a:gd name="connsiteY2" fmla="*/ 3958306 h 4384838"/>
              <a:gd name="connsiteX3" fmla="*/ 3958306 w 4384838"/>
              <a:gd name="connsiteY3" fmla="*/ 2192419 h 4384838"/>
              <a:gd name="connsiteX4" fmla="*/ 2192419 w 4384838"/>
              <a:gd name="connsiteY4" fmla="*/ 426532 h 4384838"/>
              <a:gd name="connsiteX5" fmla="*/ 2192419 w 4384838"/>
              <a:gd name="connsiteY5" fmla="*/ 0 h 4384838"/>
              <a:gd name="connsiteX6" fmla="*/ 4384838 w 4384838"/>
              <a:gd name="connsiteY6" fmla="*/ 2192419 h 4384838"/>
              <a:gd name="connsiteX7" fmla="*/ 2192419 w 4384838"/>
              <a:gd name="connsiteY7" fmla="*/ 4384838 h 4384838"/>
              <a:gd name="connsiteX8" fmla="*/ 0 w 4384838"/>
              <a:gd name="connsiteY8" fmla="*/ 2192419 h 4384838"/>
              <a:gd name="connsiteX9" fmla="*/ 2192419 w 4384838"/>
              <a:gd name="connsiteY9" fmla="*/ 0 h 43848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84838" h="4384838">
                <a:moveTo>
                  <a:pt x="2192419" y="426532"/>
                </a:moveTo>
                <a:cubicBezTo>
                  <a:pt x="1217147" y="426532"/>
                  <a:pt x="426532" y="1217147"/>
                  <a:pt x="426532" y="2192419"/>
                </a:cubicBezTo>
                <a:cubicBezTo>
                  <a:pt x="426532" y="3167691"/>
                  <a:pt x="1217147" y="3958306"/>
                  <a:pt x="2192419" y="3958306"/>
                </a:cubicBezTo>
                <a:cubicBezTo>
                  <a:pt x="3167691" y="3958306"/>
                  <a:pt x="3958306" y="3167691"/>
                  <a:pt x="3958306" y="2192419"/>
                </a:cubicBezTo>
                <a:cubicBezTo>
                  <a:pt x="3958306" y="1217147"/>
                  <a:pt x="3167691" y="426532"/>
                  <a:pt x="2192419" y="426532"/>
                </a:cubicBezTo>
                <a:close/>
                <a:moveTo>
                  <a:pt x="2192419" y="0"/>
                </a:moveTo>
                <a:cubicBezTo>
                  <a:pt x="3403259" y="0"/>
                  <a:pt x="4384838" y="981579"/>
                  <a:pt x="4384838" y="2192419"/>
                </a:cubicBezTo>
                <a:cubicBezTo>
                  <a:pt x="4384838" y="3403259"/>
                  <a:pt x="3403259" y="4384838"/>
                  <a:pt x="2192419" y="4384838"/>
                </a:cubicBezTo>
                <a:cubicBezTo>
                  <a:pt x="981579" y="4384838"/>
                  <a:pt x="0" y="3403259"/>
                  <a:pt x="0" y="2192419"/>
                </a:cubicBezTo>
                <a:cubicBezTo>
                  <a:pt x="0" y="981579"/>
                  <a:pt x="981579" y="0"/>
                  <a:pt x="2192419" y="0"/>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60" name="任意多边形: 形状 59"/>
          <p:cNvSpPr/>
          <p:nvPr>
            <p:custDataLst>
              <p:tags r:id="rId3"/>
            </p:custDataLst>
          </p:nvPr>
        </p:nvSpPr>
        <p:spPr>
          <a:xfrm>
            <a:off x="6962845" y="1219168"/>
            <a:ext cx="4126450" cy="3283662"/>
          </a:xfrm>
          <a:custGeom>
            <a:avLst/>
            <a:gdLst>
              <a:gd name="connsiteX0" fmla="*/ 2192419 w 4093225"/>
              <a:gd name="connsiteY0" fmla="*/ 0 h 3257223"/>
              <a:gd name="connsiteX1" fmla="*/ 4010407 w 4093225"/>
              <a:gd name="connsiteY1" fmla="*/ 966617 h 3257223"/>
              <a:gd name="connsiteX2" fmla="*/ 4093225 w 4093225"/>
              <a:gd name="connsiteY2" fmla="*/ 1102939 h 3257223"/>
              <a:gd name="connsiteX3" fmla="*/ 3721968 w 4093225"/>
              <a:gd name="connsiteY3" fmla="*/ 1312496 h 3257223"/>
              <a:gd name="connsiteX4" fmla="*/ 3656720 w 4093225"/>
              <a:gd name="connsiteY4" fmla="*/ 1205095 h 3257223"/>
              <a:gd name="connsiteX5" fmla="*/ 2192419 w 4093225"/>
              <a:gd name="connsiteY5" fmla="*/ 426532 h 3257223"/>
              <a:gd name="connsiteX6" fmla="*/ 426532 w 4093225"/>
              <a:gd name="connsiteY6" fmla="*/ 2192419 h 3257223"/>
              <a:gd name="connsiteX7" fmla="*/ 639665 w 4093225"/>
              <a:gd name="connsiteY7" fmla="*/ 3034146 h 3257223"/>
              <a:gd name="connsiteX8" fmla="*/ 647880 w 4093225"/>
              <a:gd name="connsiteY8" fmla="*/ 3047667 h 3257223"/>
              <a:gd name="connsiteX9" fmla="*/ 276622 w 4093225"/>
              <a:gd name="connsiteY9" fmla="*/ 3257223 h 3257223"/>
              <a:gd name="connsiteX10" fmla="*/ 264613 w 4093225"/>
              <a:gd name="connsiteY10" fmla="*/ 3237457 h 3257223"/>
              <a:gd name="connsiteX11" fmla="*/ 0 w 4093225"/>
              <a:gd name="connsiteY11" fmla="*/ 2192419 h 3257223"/>
              <a:gd name="connsiteX12" fmla="*/ 2192419 w 4093225"/>
              <a:gd name="connsiteY12" fmla="*/ 0 h 32572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093225" h="3257223">
                <a:moveTo>
                  <a:pt x="2192419" y="0"/>
                </a:moveTo>
                <a:cubicBezTo>
                  <a:pt x="2949194" y="0"/>
                  <a:pt x="3616414" y="383429"/>
                  <a:pt x="4010407" y="966617"/>
                </a:cubicBezTo>
                <a:lnTo>
                  <a:pt x="4093225" y="1102939"/>
                </a:lnTo>
                <a:lnTo>
                  <a:pt x="3721968" y="1312496"/>
                </a:lnTo>
                <a:lnTo>
                  <a:pt x="3656720" y="1205095"/>
                </a:lnTo>
                <a:cubicBezTo>
                  <a:pt x="3339377" y="735366"/>
                  <a:pt x="2801964" y="426532"/>
                  <a:pt x="2192419" y="426532"/>
                </a:cubicBezTo>
                <a:cubicBezTo>
                  <a:pt x="1217147" y="426532"/>
                  <a:pt x="426532" y="1217147"/>
                  <a:pt x="426532" y="2192419"/>
                </a:cubicBezTo>
                <a:cubicBezTo>
                  <a:pt x="426532" y="2497192"/>
                  <a:pt x="503741" y="2783931"/>
                  <a:pt x="639665" y="3034146"/>
                </a:cubicBezTo>
                <a:lnTo>
                  <a:pt x="647880" y="3047667"/>
                </a:lnTo>
                <a:lnTo>
                  <a:pt x="276622" y="3257223"/>
                </a:lnTo>
                <a:lnTo>
                  <a:pt x="264613" y="3237457"/>
                </a:lnTo>
                <a:cubicBezTo>
                  <a:pt x="95858" y="2926805"/>
                  <a:pt x="0" y="2570807"/>
                  <a:pt x="0" y="2192419"/>
                </a:cubicBezTo>
                <a:cubicBezTo>
                  <a:pt x="0" y="981579"/>
                  <a:pt x="981579" y="0"/>
                  <a:pt x="2192419" y="0"/>
                </a:cubicBezTo>
                <a:close/>
              </a:path>
            </a:pathLst>
          </a:custGeom>
          <a:gradFill>
            <a:gsLst>
              <a:gs pos="0">
                <a:schemeClr val="accent1">
                  <a:lumMod val="40000"/>
                  <a:lumOff val="60000"/>
                </a:schemeClr>
              </a:gs>
              <a:gs pos="49000">
                <a:schemeClr val="accent1"/>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pic>
        <p:nvPicPr>
          <p:cNvPr id="63" name="图片 62"/>
          <p:cNvPicPr>
            <a:picLocks noChangeAspect="1"/>
          </p:cNvPicPr>
          <p:nvPr>
            <p:custDataLst>
              <p:tags r:id="rId4"/>
            </p:custDataLst>
          </p:nvPr>
        </p:nvPicPr>
        <p:blipFill>
          <a:blip r:embed="rId10"/>
          <a:srcRect/>
          <a:stretch>
            <a:fillRect/>
          </a:stretch>
        </p:blipFill>
        <p:spPr>
          <a:xfrm>
            <a:off x="7390895" y="1620136"/>
            <a:ext cx="3618497" cy="3618496"/>
          </a:xfrm>
          <a:custGeom>
            <a:avLst/>
            <a:gdLst>
              <a:gd name="connsiteX0" fmla="*/ 1794661 w 3589362"/>
              <a:gd name="connsiteY0" fmla="*/ 0 h 3589361"/>
              <a:gd name="connsiteX1" fmla="*/ 1794701 w 3589362"/>
              <a:gd name="connsiteY1" fmla="*/ 0 h 3589361"/>
              <a:gd name="connsiteX2" fmla="*/ 1978177 w 3589362"/>
              <a:gd name="connsiteY2" fmla="*/ 9265 h 3589361"/>
              <a:gd name="connsiteX3" fmla="*/ 3589362 w 3589362"/>
              <a:gd name="connsiteY3" fmla="*/ 1794680 h 3589361"/>
              <a:gd name="connsiteX4" fmla="*/ 1794681 w 3589362"/>
              <a:gd name="connsiteY4" fmla="*/ 3589361 h 3589361"/>
              <a:gd name="connsiteX5" fmla="*/ 0 w 3589362"/>
              <a:gd name="connsiteY5" fmla="*/ 1794680 h 3589361"/>
              <a:gd name="connsiteX6" fmla="*/ 1611185 w 3589362"/>
              <a:gd name="connsiteY6" fmla="*/ 9265 h 35893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89362" h="3589361">
                <a:moveTo>
                  <a:pt x="1794661" y="0"/>
                </a:moveTo>
                <a:lnTo>
                  <a:pt x="1794701" y="0"/>
                </a:lnTo>
                <a:lnTo>
                  <a:pt x="1978177" y="9265"/>
                </a:lnTo>
                <a:cubicBezTo>
                  <a:pt x="2883156" y="101170"/>
                  <a:pt x="3589362" y="865454"/>
                  <a:pt x="3589362" y="1794680"/>
                </a:cubicBezTo>
                <a:cubicBezTo>
                  <a:pt x="3589362" y="2785855"/>
                  <a:pt x="2785856" y="3589361"/>
                  <a:pt x="1794681" y="3589361"/>
                </a:cubicBezTo>
                <a:cubicBezTo>
                  <a:pt x="803506" y="3589361"/>
                  <a:pt x="0" y="2785855"/>
                  <a:pt x="0" y="1794680"/>
                </a:cubicBezTo>
                <a:cubicBezTo>
                  <a:pt x="0" y="865454"/>
                  <a:pt x="706207" y="101170"/>
                  <a:pt x="1611185" y="9265"/>
                </a:cubicBezTo>
                <a:close/>
              </a:path>
            </a:pathLst>
          </a:custGeom>
        </p:spPr>
      </p:pic>
      <p:sp>
        <p:nvSpPr>
          <p:cNvPr id="8" name="文本框 7"/>
          <p:cNvSpPr txBox="1"/>
          <p:nvPr>
            <p:custDataLst>
              <p:tags r:id="rId5"/>
            </p:custDataLst>
          </p:nvPr>
        </p:nvSpPr>
        <p:spPr>
          <a:xfrm>
            <a:off x="552410" y="203124"/>
            <a:ext cx="5543550" cy="1615553"/>
          </a:xfrm>
          <a:prstGeom prst="rect">
            <a:avLst/>
          </a:prstGeom>
          <a:noFill/>
        </p:spPr>
        <p:txBody>
          <a:bodyPr wrap="square" lIns="63500" tIns="25400" rIns="63500" bIns="25400" rtlCol="0" anchor="b" anchorCtr="0">
            <a:normAutofit/>
          </a:bodyPr>
          <a:lstStyle/>
          <a:p>
            <a:pPr marL="0" indent="0" algn="l">
              <a:lnSpc>
                <a:spcPct val="110000"/>
              </a:lnSpc>
              <a:spcBef>
                <a:spcPts val="0"/>
              </a:spcBef>
              <a:spcAft>
                <a:spcPts val="0"/>
              </a:spcAft>
              <a:buSzPct val="100000"/>
              <a:buNone/>
            </a:pPr>
            <a:r>
              <a:rPr lang="zh-CN" altLang="en-US" sz="3400" b="1" spc="180" dirty="0">
                <a:solidFill>
                  <a:schemeClr val="accent1"/>
                </a:solidFill>
                <a:uFillTx/>
                <a:latin typeface="微软雅黑" panose="020B0503020204020204" pitchFamily="34" charset="-122"/>
                <a:ea typeface="微软雅黑" panose="020B0503020204020204" pitchFamily="34" charset="-122"/>
              </a:rPr>
              <a:t>操 作 系 统</a:t>
            </a:r>
            <a:r>
              <a:rPr lang="en-US" altLang="zh-CN" sz="3400" b="1" spc="180" dirty="0">
                <a:solidFill>
                  <a:schemeClr val="accent1"/>
                </a:solidFill>
                <a:uFillTx/>
                <a:latin typeface="微软雅黑" panose="020B0503020204020204" pitchFamily="34" charset="-122"/>
                <a:ea typeface="微软雅黑" panose="020B0503020204020204" pitchFamily="34" charset="-122"/>
              </a:rPr>
              <a:t> </a:t>
            </a:r>
            <a:endParaRPr lang="zh-CN" altLang="en-US" sz="3400" b="1" spc="180" dirty="0">
              <a:solidFill>
                <a:schemeClr val="accent1"/>
              </a:solidFill>
              <a:uFillTx/>
              <a:latin typeface="微软雅黑" panose="020B0503020204020204" pitchFamily="34" charset="-122"/>
              <a:ea typeface="微软雅黑" panose="020B0503020204020204" pitchFamily="34" charset="-122"/>
            </a:endParaRPr>
          </a:p>
          <a:p>
            <a:pPr marL="0" lvl="0" algn="ctr">
              <a:lnSpc>
                <a:spcPct val="110000"/>
              </a:lnSpc>
              <a:spcBef>
                <a:spcPts val="0"/>
              </a:spcBef>
              <a:spcAft>
                <a:spcPts val="0"/>
              </a:spcAft>
              <a:buNone/>
            </a:pPr>
            <a:r>
              <a:rPr lang="en-US" altLang="zh-CN" sz="3400" b="1" spc="180" dirty="0">
                <a:solidFill>
                  <a:schemeClr val="accent1"/>
                </a:solidFill>
                <a:uFillTx/>
                <a:latin typeface="微软雅黑" panose="020B0503020204020204" pitchFamily="34" charset="-122"/>
                <a:ea typeface="微软雅黑" panose="020B0503020204020204" pitchFamily="34" charset="-122"/>
              </a:rPr>
              <a:t>Operation System</a:t>
            </a:r>
          </a:p>
        </p:txBody>
      </p:sp>
      <p:sp>
        <p:nvSpPr>
          <p:cNvPr id="11" name="Title 6"/>
          <p:cNvSpPr txBox="1"/>
          <p:nvPr>
            <p:custDataLst>
              <p:tags r:id="rId6"/>
            </p:custDataLst>
          </p:nvPr>
        </p:nvSpPr>
        <p:spPr>
          <a:xfrm>
            <a:off x="415885" y="3429089"/>
            <a:ext cx="5543550" cy="3596627"/>
          </a:xfrm>
          <a:prstGeom prst="rect">
            <a:avLst/>
          </a:prstGeom>
          <a:noFill/>
          <a:ln w="3175">
            <a:noFill/>
            <a:prstDash val="dash"/>
          </a:ln>
        </p:spPr>
        <p:txBody>
          <a:bodyPr wrap="square" lIns="63500" tIns="25400" rIns="63500" bIns="25400" anchor="t"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0" lvl="0" indent="-285750" algn="l" fontAlgn="ctr">
              <a:lnSpc>
                <a:spcPct val="120000"/>
              </a:lnSpc>
              <a:spcBef>
                <a:spcPts val="0"/>
              </a:spcBef>
              <a:spcAft>
                <a:spcPts val="800"/>
              </a:spcAft>
              <a:buSzPct val="100000"/>
              <a:buFont typeface="Wingdings" panose="05000000000000000000" charset="0"/>
              <a:buNone/>
            </a:pPr>
            <a:r>
              <a:rPr lang="zh-CN" altLang="en-US" sz="2300" spc="150" dirty="0">
                <a:ln w="3175">
                  <a:noFill/>
                  <a:prstDash val="dash"/>
                </a:ln>
                <a:solidFill>
                  <a:schemeClr val="dk1">
                    <a:lumMod val="75000"/>
                    <a:lumOff val="25000"/>
                  </a:schemeClr>
                </a:solidFill>
                <a:uFillTx/>
                <a:latin typeface="微软雅黑" panose="020B0503020204020204" pitchFamily="34" charset="-122"/>
                <a:ea typeface="微软雅黑" panose="020B0503020204020204" pitchFamily="34" charset="-122"/>
                <a:cs typeface="微软雅黑" panose="020B0503020204020204" pitchFamily="34" charset="-122"/>
              </a:rPr>
              <a:t>杨 灿</a:t>
            </a:r>
          </a:p>
          <a:p>
            <a:pPr marL="0" lvl="0" indent="-285750" algn="l" fontAlgn="ctr">
              <a:lnSpc>
                <a:spcPct val="120000"/>
              </a:lnSpc>
              <a:spcBef>
                <a:spcPts val="0"/>
              </a:spcBef>
              <a:spcAft>
                <a:spcPts val="800"/>
              </a:spcAft>
              <a:buSzPct val="100000"/>
              <a:buFont typeface="Wingdings" panose="05000000000000000000" charset="0"/>
              <a:buNone/>
            </a:pPr>
            <a:r>
              <a:rPr lang="zh-CN" altLang="en-US" sz="2300" spc="150" dirty="0">
                <a:ln w="3175">
                  <a:noFill/>
                  <a:prstDash val="dash"/>
                </a:ln>
                <a:solidFill>
                  <a:schemeClr val="dk1">
                    <a:lumMod val="75000"/>
                    <a:lumOff val="25000"/>
                  </a:schemeClr>
                </a:solidFill>
                <a:uFillTx/>
                <a:latin typeface="微软雅黑" panose="020B0503020204020204" pitchFamily="34" charset="-122"/>
                <a:ea typeface="微软雅黑" panose="020B0503020204020204" pitchFamily="34" charset="-122"/>
                <a:cs typeface="微软雅黑" panose="020B0503020204020204" pitchFamily="34" charset="-122"/>
              </a:rPr>
              <a:t>华南理工大学</a:t>
            </a:r>
          </a:p>
          <a:p>
            <a:pPr marL="0" lvl="0" indent="-285750" algn="l" fontAlgn="ctr">
              <a:lnSpc>
                <a:spcPct val="120000"/>
              </a:lnSpc>
              <a:spcBef>
                <a:spcPts val="0"/>
              </a:spcBef>
              <a:spcAft>
                <a:spcPts val="800"/>
              </a:spcAft>
              <a:buSzPct val="100000"/>
              <a:buFont typeface="Wingdings" panose="05000000000000000000" charset="0"/>
              <a:buNone/>
            </a:pPr>
            <a:r>
              <a:rPr lang="zh-CN" altLang="en-US" sz="2300" spc="150" dirty="0">
                <a:ln w="3175">
                  <a:noFill/>
                  <a:prstDash val="dash"/>
                </a:ln>
                <a:solidFill>
                  <a:schemeClr val="dk1">
                    <a:lumMod val="75000"/>
                    <a:lumOff val="25000"/>
                  </a:schemeClr>
                </a:solidFill>
                <a:uFillTx/>
                <a:latin typeface="微软雅黑" panose="020B0503020204020204" pitchFamily="34" charset="-122"/>
                <a:ea typeface="微软雅黑" panose="020B0503020204020204" pitchFamily="34" charset="-122"/>
                <a:cs typeface="微软雅黑" panose="020B0503020204020204" pitchFamily="34" charset="-122"/>
              </a:rPr>
              <a:t>计算机科学与工程学院</a:t>
            </a:r>
          </a:p>
          <a:p>
            <a:pPr marL="0" lvl="0" indent="-285750" algn="l" fontAlgn="ctr">
              <a:lnSpc>
                <a:spcPct val="120000"/>
              </a:lnSpc>
              <a:spcBef>
                <a:spcPts val="0"/>
              </a:spcBef>
              <a:spcAft>
                <a:spcPts val="800"/>
              </a:spcAft>
              <a:buSzPct val="100000"/>
              <a:buFont typeface="Wingdings" panose="05000000000000000000" charset="0"/>
              <a:buNone/>
            </a:pPr>
            <a:r>
              <a:rPr lang="en-US" sz="2300" spc="150" dirty="0">
                <a:ln w="3175">
                  <a:noFill/>
                  <a:prstDash val="dash"/>
                </a:ln>
                <a:solidFill>
                  <a:schemeClr val="dk1">
                    <a:lumMod val="75000"/>
                    <a:lumOff val="25000"/>
                  </a:schemeClr>
                </a:solidFill>
                <a:uFillTx/>
                <a:latin typeface="微软雅黑" panose="020B0503020204020204" pitchFamily="34" charset="-122"/>
                <a:ea typeface="微软雅黑" panose="020B0503020204020204" pitchFamily="34" charset="-122"/>
                <a:cs typeface="微软雅黑" panose="020B0503020204020204" pitchFamily="34" charset="-122"/>
              </a:rPr>
              <a:t>Email: cscyang@scut.edu.cn</a:t>
            </a:r>
          </a:p>
          <a:p>
            <a:pPr marL="0" lvl="0" indent="-285750" algn="l" fontAlgn="ctr">
              <a:lnSpc>
                <a:spcPct val="120000"/>
              </a:lnSpc>
              <a:spcBef>
                <a:spcPts val="0"/>
              </a:spcBef>
              <a:spcAft>
                <a:spcPts val="800"/>
              </a:spcAft>
              <a:buSzPct val="100000"/>
              <a:buFont typeface="Wingdings" panose="05000000000000000000" charset="0"/>
              <a:buNone/>
            </a:pPr>
            <a:r>
              <a:rPr lang="en-US" sz="2300" spc="150" dirty="0">
                <a:ln w="3175">
                  <a:noFill/>
                  <a:prstDash val="dash"/>
                </a:ln>
                <a:solidFill>
                  <a:schemeClr val="dk1">
                    <a:lumMod val="75000"/>
                    <a:lumOff val="25000"/>
                  </a:schemeClr>
                </a:solidFill>
                <a:uFillTx/>
                <a:latin typeface="微软雅黑" panose="020B0503020204020204" pitchFamily="34" charset="-122"/>
                <a:ea typeface="微软雅黑" panose="020B0503020204020204" pitchFamily="34" charset="-122"/>
                <a:cs typeface="微软雅黑" panose="020B0503020204020204" pitchFamily="34" charset="-122"/>
                <a:hlinkClick r:id="rId11"/>
              </a:rPr>
              <a:t>http://www.scholat.com/yangcan </a:t>
            </a:r>
          </a:p>
        </p:txBody>
      </p:sp>
      <p:sp>
        <p:nvSpPr>
          <p:cNvPr id="2" name="文本框 1"/>
          <p:cNvSpPr txBox="1"/>
          <p:nvPr/>
        </p:nvSpPr>
        <p:spPr>
          <a:xfrm>
            <a:off x="3218180" y="605155"/>
            <a:ext cx="5154295" cy="614045"/>
          </a:xfrm>
          <a:prstGeom prst="rect">
            <a:avLst/>
          </a:prstGeom>
          <a:noFill/>
        </p:spPr>
        <p:txBody>
          <a:bodyPr wrap="square" rtlCol="0">
            <a:spAutoFit/>
          </a:bodyPr>
          <a:lstStyle/>
          <a:p>
            <a:r>
              <a:rPr lang="en-US" altLang="zh-CN" sz="3400" b="1" spc="180" dirty="0">
                <a:solidFill>
                  <a:srgbClr val="FF0000"/>
                </a:solidFill>
                <a:uFillTx/>
                <a:latin typeface="微软雅黑" panose="020B0503020204020204" pitchFamily="34" charset="-122"/>
                <a:ea typeface="微软雅黑" panose="020B0503020204020204" pitchFamily="34" charset="-122"/>
              </a:rPr>
              <a:t>Part 6</a:t>
            </a:r>
            <a:r>
              <a:rPr lang="zh-CN" altLang="en-US" sz="3400" b="1" spc="180" dirty="0">
                <a:solidFill>
                  <a:srgbClr val="FF0000"/>
                </a:solidFill>
                <a:uFillTx/>
                <a:latin typeface="微软雅黑" panose="020B0503020204020204" pitchFamily="34" charset="-122"/>
                <a:ea typeface="微软雅黑" panose="020B0503020204020204" pitchFamily="34" charset="-122"/>
              </a:rPr>
              <a:t> 计算机安全</a:t>
            </a:r>
          </a:p>
        </p:txBody>
      </p:sp>
      <p:sp>
        <p:nvSpPr>
          <p:cNvPr id="3" name="文本框 2"/>
          <p:cNvSpPr txBox="1"/>
          <p:nvPr>
            <p:custDataLst>
              <p:tags r:id="rId7"/>
            </p:custDataLst>
          </p:nvPr>
        </p:nvSpPr>
        <p:spPr>
          <a:xfrm>
            <a:off x="415290" y="2317115"/>
            <a:ext cx="6975475" cy="614045"/>
          </a:xfrm>
          <a:prstGeom prst="rect">
            <a:avLst/>
          </a:prstGeom>
          <a:noFill/>
        </p:spPr>
        <p:txBody>
          <a:bodyPr wrap="square" rtlCol="0">
            <a:spAutoFit/>
          </a:bodyPr>
          <a:lstStyle/>
          <a:p>
            <a:r>
              <a:rPr lang="zh-CN" altLang="en-US" sz="3400" b="1" spc="180" dirty="0">
                <a:solidFill>
                  <a:srgbClr val="FF0000"/>
                </a:solidFill>
                <a:uFillTx/>
                <a:latin typeface="微软雅黑" panose="020B0503020204020204" pitchFamily="34" charset="-122"/>
                <a:ea typeface="微软雅黑" panose="020B0503020204020204" pitchFamily="34" charset="-122"/>
              </a:rPr>
              <a:t>信息安全若干问题</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sz="3200" b="1" dirty="0">
                <a:latin typeface="微软雅黑" panose="020B0503020204020204" pitchFamily="34" charset="-122"/>
                <a:ea typeface="微软雅黑" panose="020B0503020204020204" pitchFamily="34" charset="-122"/>
              </a:rPr>
              <a:t>安全环境：威胁</a:t>
            </a:r>
            <a:endParaRPr lang="en-US" altLang="zh-CN" sz="3200" b="1" dirty="0">
              <a:latin typeface="微软雅黑" panose="020B0503020204020204" pitchFamily="34" charset="-122"/>
              <a:ea typeface="微软雅黑" panose="020B0503020204020204" pitchFamily="34" charset="-122"/>
              <a:cs typeface="Times New Roman" panose="02020703060505090304" pitchFamily="18" charset="0"/>
            </a:endParaRPr>
          </a:p>
          <a:p>
            <a:endParaRPr lang="zh-CN" altLang="en-US" dirty="0"/>
          </a:p>
        </p:txBody>
      </p:sp>
      <p:sp>
        <p:nvSpPr>
          <p:cNvPr id="3" name="文本占位符 2"/>
          <p:cNvSpPr>
            <a:spLocks noGrp="1"/>
          </p:cNvSpPr>
          <p:nvPr>
            <p:ph type="body" sz="quarter" idx="13"/>
          </p:nvPr>
        </p:nvSpPr>
        <p:spPr>
          <a:xfrm>
            <a:off x="957308" y="669388"/>
            <a:ext cx="9261231" cy="387941"/>
          </a:xfrm>
        </p:spPr>
        <p:txBody>
          <a:bodyPr/>
          <a:lstStyle/>
          <a:p>
            <a:pPr>
              <a:lnSpc>
                <a:spcPct val="200000"/>
              </a:lnSpc>
            </a:pPr>
            <a:r>
              <a:rPr lang="zh-CN" altLang="en-US" sz="2400" dirty="0">
                <a:latin typeface="微软雅黑" panose="020B0503020204020204" pitchFamily="34" charset="-122"/>
                <a:ea typeface="微软雅黑" panose="020B0503020204020204" pitchFamily="34" charset="-122"/>
              </a:rPr>
              <a:t>系统的安全性包括三个主要方面的内容 （</a:t>
            </a:r>
            <a:r>
              <a:rPr lang="en-US" altLang="zh-CN" sz="2400" dirty="0">
                <a:latin typeface="微软雅黑" panose="020B0503020204020204" pitchFamily="34" charset="-122"/>
                <a:ea typeface="微软雅黑" panose="020B0503020204020204" pitchFamily="34" charset="-122"/>
              </a:rPr>
              <a:t>CIA</a:t>
            </a:r>
            <a:r>
              <a:rPr lang="zh-CN" altLang="en-US" sz="2400" dirty="0">
                <a:latin typeface="微软雅黑" panose="020B0503020204020204" pitchFamily="34" charset="-122"/>
                <a:ea typeface="微软雅黑" panose="020B0503020204020204" pitchFamily="34" charset="-122"/>
              </a:rPr>
              <a:t>）：</a:t>
            </a:r>
            <a:endParaRPr lang="en-US" altLang="zh-CN" sz="2400" dirty="0">
              <a:latin typeface="微软雅黑" panose="020B0503020204020204" pitchFamily="34" charset="-122"/>
              <a:ea typeface="微软雅黑" panose="020B0503020204020204" pitchFamily="34" charset="-122"/>
            </a:endParaRPr>
          </a:p>
          <a:p>
            <a:pPr marL="514350" indent="-514350">
              <a:lnSpc>
                <a:spcPct val="200000"/>
              </a:lnSpc>
              <a:buFont typeface="+mj-ea"/>
              <a:buAutoNum type="circleNumDbPlain"/>
            </a:pPr>
            <a:r>
              <a:rPr lang="zh-CN" altLang="en-US" sz="2400" dirty="0">
                <a:latin typeface="微软雅黑" panose="020B0503020204020204" pitchFamily="34" charset="-122"/>
                <a:ea typeface="微软雅黑" panose="020B0503020204020204" pitchFamily="34" charset="-122"/>
              </a:rPr>
              <a:t>数据机密性：数据暴露</a:t>
            </a:r>
            <a:endParaRPr lang="en-US" altLang="zh-CN" sz="2400" dirty="0">
              <a:latin typeface="微软雅黑" panose="020B0503020204020204" pitchFamily="34" charset="-122"/>
              <a:ea typeface="微软雅黑" panose="020B0503020204020204" pitchFamily="34" charset="-122"/>
            </a:endParaRPr>
          </a:p>
          <a:p>
            <a:pPr marL="514350" indent="-514350">
              <a:lnSpc>
                <a:spcPct val="200000"/>
              </a:lnSpc>
              <a:buFont typeface="+mj-ea"/>
              <a:buAutoNum type="circleNumDbPlain"/>
            </a:pPr>
            <a:r>
              <a:rPr lang="zh-CN" altLang="en-US" sz="2400" dirty="0">
                <a:latin typeface="微软雅黑" panose="020B0503020204020204" pitchFamily="34" charset="-122"/>
                <a:ea typeface="微软雅黑" panose="020B0503020204020204" pitchFamily="34" charset="-122"/>
              </a:rPr>
              <a:t>数据完整性：数据被纂改</a:t>
            </a:r>
            <a:endParaRPr lang="en-US" altLang="zh-CN" sz="2400" dirty="0">
              <a:latin typeface="微软雅黑" panose="020B0503020204020204" pitchFamily="34" charset="-122"/>
              <a:ea typeface="微软雅黑" panose="020B0503020204020204" pitchFamily="34" charset="-122"/>
            </a:endParaRPr>
          </a:p>
          <a:p>
            <a:pPr marL="514350" indent="-514350">
              <a:lnSpc>
                <a:spcPct val="200000"/>
              </a:lnSpc>
              <a:buFont typeface="+mj-ea"/>
              <a:buAutoNum type="circleNumDbPlain"/>
            </a:pPr>
            <a:r>
              <a:rPr lang="zh-CN" altLang="en-US" sz="2400" dirty="0">
                <a:latin typeface="微软雅黑" panose="020B0503020204020204" pitchFamily="34" charset="-122"/>
                <a:ea typeface="微软雅黑" panose="020B0503020204020204" pitchFamily="34" charset="-122"/>
              </a:rPr>
              <a:t>系统可用性：系统瘫痪或拒绝服务</a:t>
            </a:r>
            <a:endParaRPr lang="en-US" altLang="zh-CN" sz="2400" dirty="0">
              <a:latin typeface="微软雅黑" panose="020B0503020204020204" pitchFamily="34" charset="-122"/>
              <a:ea typeface="微软雅黑" panose="020B0503020204020204" pitchFamily="34" charset="-122"/>
            </a:endParaRPr>
          </a:p>
          <a:p>
            <a:pPr>
              <a:lnSpc>
                <a:spcPct val="200000"/>
              </a:lnSpc>
            </a:pPr>
            <a:r>
              <a:rPr lang="zh-CN" altLang="en-US" sz="2400" dirty="0">
                <a:latin typeface="微软雅黑" panose="020B0503020204020204" pitchFamily="34" charset="-122"/>
                <a:ea typeface="微软雅黑" panose="020B0503020204020204" pitchFamily="34" charset="-122"/>
              </a:rPr>
              <a:t>其他</a:t>
            </a:r>
            <a:r>
              <a:rPr lang="en-US" altLang="zh-CN" sz="2400" dirty="0">
                <a:latin typeface="微软雅黑" panose="020B0503020204020204" pitchFamily="34" charset="-122"/>
                <a:ea typeface="微软雅黑" panose="020B0503020204020204" pitchFamily="34" charset="-122"/>
              </a:rPr>
              <a:t>：   </a:t>
            </a:r>
            <a:r>
              <a:rPr lang="zh-CN" altLang="en-US" sz="2400" dirty="0">
                <a:latin typeface="微软雅黑" panose="020B0503020204020204" pitchFamily="34" charset="-122"/>
                <a:ea typeface="微软雅黑" panose="020B0503020204020204" pitchFamily="34" charset="-122"/>
              </a:rPr>
              <a:t>真实性等</a:t>
            </a:r>
            <a:endParaRPr lang="en-US" altLang="zh-CN" sz="2400" dirty="0">
              <a:latin typeface="微软雅黑" panose="020B0503020204020204" pitchFamily="34" charset="-122"/>
              <a:ea typeface="微软雅黑" panose="020B0503020204020204" pitchFamily="34" charset="-122"/>
              <a:cs typeface="Times New Roman" panose="02020703060505090304" pitchFamily="18" charset="0"/>
            </a:endParaRPr>
          </a:p>
          <a:p>
            <a:endParaRPr lang="zh-CN" altLang="en-US" dirty="0"/>
          </a:p>
        </p:txBody>
      </p:sp>
      <p:sp>
        <p:nvSpPr>
          <p:cNvPr id="4" name="文本占位符 3"/>
          <p:cNvSpPr>
            <a:spLocks noGrp="1"/>
          </p:cNvSpPr>
          <p:nvPr>
            <p:ph type="body" sz="quarter" idx="15"/>
          </p:nvPr>
        </p:nvSpPr>
        <p:spPr/>
        <p:txBody>
          <a:bodyPr/>
          <a:lstStyle/>
          <a:p>
            <a:r>
              <a:rPr lang="en-US" altLang="zh-CN" dirty="0"/>
              <a:t>17</a:t>
            </a:r>
            <a:endParaRPr lang="zh-CN" altLang="en-US" dirty="0"/>
          </a:p>
        </p:txBody>
      </p:sp>
      <p:sp>
        <p:nvSpPr>
          <p:cNvPr id="5" name="文本框 4"/>
          <p:cNvSpPr txBox="1"/>
          <p:nvPr/>
        </p:nvSpPr>
        <p:spPr>
          <a:xfrm>
            <a:off x="332105" y="5076825"/>
            <a:ext cx="11638280" cy="1291590"/>
          </a:xfrm>
          <a:prstGeom prst="rect">
            <a:avLst/>
          </a:prstGeom>
          <a:solidFill>
            <a:schemeClr val="accent2">
              <a:lumMod val="20000"/>
              <a:lumOff val="80000"/>
            </a:schemeClr>
          </a:solidFill>
        </p:spPr>
        <p:txBody>
          <a:bodyPr wrap="square" anchor="ctr" anchorCtr="0">
            <a:spAutoFit/>
          </a:bodyPr>
          <a:lstStyle/>
          <a:p>
            <a:pPr marL="0" indent="0">
              <a:lnSpc>
                <a:spcPct val="150000"/>
              </a:lnSpc>
            </a:pPr>
            <a:r>
              <a:rPr lang="zh-CN" altLang="en-US" sz="2600" b="0" i="0">
                <a:solidFill>
                  <a:srgbClr val="000000"/>
                </a:solidFill>
                <a:latin typeface="-webkit-standard"/>
                <a:ea typeface="-webkit-standard"/>
              </a:rPr>
              <a:t>现代信息安全＝</a:t>
            </a:r>
            <a:r>
              <a:rPr lang="zh-CN" altLang="en-US" sz="1600" i="0">
                <a:solidFill>
                  <a:srgbClr val="000000"/>
                </a:solidFill>
              </a:rPr>
              <a:t>用可证明的密码原语（</a:t>
            </a:r>
            <a:r>
              <a:rPr lang="en-US" altLang="zh-CN" sz="1600" i="0">
                <a:solidFill>
                  <a:srgbClr val="000000"/>
                </a:solidFill>
              </a:rPr>
              <a:t>primitives</a:t>
            </a:r>
            <a:r>
              <a:rPr lang="zh-CN" altLang="en-US" sz="1600" i="0">
                <a:solidFill>
                  <a:srgbClr val="000000"/>
                </a:solidFill>
              </a:rPr>
              <a:t>）构建协议（</a:t>
            </a:r>
            <a:r>
              <a:rPr lang="en-US" altLang="zh-CN" sz="1600" i="0">
                <a:solidFill>
                  <a:srgbClr val="000000"/>
                </a:solidFill>
              </a:rPr>
              <a:t>protocols</a:t>
            </a:r>
            <a:r>
              <a:rPr lang="zh-CN" altLang="en-US" sz="1600" i="0">
                <a:solidFill>
                  <a:srgbClr val="000000"/>
                </a:solidFill>
              </a:rPr>
              <a:t>）和体系（</a:t>
            </a:r>
            <a:r>
              <a:rPr lang="en-US" altLang="zh-CN" sz="1600" i="0">
                <a:solidFill>
                  <a:srgbClr val="000000"/>
                </a:solidFill>
              </a:rPr>
              <a:t>architecture</a:t>
            </a:r>
            <a:r>
              <a:rPr lang="zh-CN" altLang="en-US" sz="1600" i="0">
                <a:solidFill>
                  <a:srgbClr val="000000"/>
                </a:solidFill>
              </a:rPr>
              <a:t>）</a:t>
            </a:r>
            <a:r>
              <a:rPr lang="zh-CN" altLang="en-US" sz="2600" b="0" i="0">
                <a:solidFill>
                  <a:srgbClr val="000000"/>
                </a:solidFill>
                <a:latin typeface="-webkit-standard"/>
                <a:ea typeface="-webkit-standard"/>
              </a:rPr>
              <a:t>，并用工程性措施（密钥管理、硬件根、审计、轮换、零信任）降低单点失效的风险。</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sz="3200" b="1" dirty="0">
                <a:latin typeface="微软雅黑" panose="020B0503020204020204" pitchFamily="34" charset="-122"/>
                <a:ea typeface="微软雅黑" panose="020B0503020204020204" pitchFamily="34" charset="-122"/>
              </a:rPr>
              <a:t>安全环境：入侵者</a:t>
            </a:r>
            <a:endParaRPr lang="zh-CN" altLang="en-US" sz="2400" dirty="0">
              <a:latin typeface="微软雅黑" panose="020B0503020204020204" pitchFamily="34" charset="-122"/>
              <a:ea typeface="微软雅黑" panose="020B0503020204020204" pitchFamily="34" charset="-122"/>
            </a:endParaRPr>
          </a:p>
          <a:p>
            <a:endParaRPr lang="zh-CN" altLang="en-US" dirty="0"/>
          </a:p>
        </p:txBody>
      </p:sp>
      <p:sp>
        <p:nvSpPr>
          <p:cNvPr id="3" name="文本占位符 2"/>
          <p:cNvSpPr>
            <a:spLocks noGrp="1"/>
          </p:cNvSpPr>
          <p:nvPr>
            <p:ph type="body" sz="quarter" idx="13"/>
          </p:nvPr>
        </p:nvSpPr>
        <p:spPr/>
        <p:txBody>
          <a:bodyPr/>
          <a:lstStyle/>
          <a:p>
            <a:pPr>
              <a:lnSpc>
                <a:spcPct val="200000"/>
              </a:lnSpc>
            </a:pPr>
            <a:r>
              <a:rPr lang="zh-CN" altLang="en-US" sz="2400" b="1" dirty="0">
                <a:latin typeface="微软雅黑" panose="020B0503020204020204" pitchFamily="34" charset="-122"/>
                <a:ea typeface="微软雅黑" panose="020B0503020204020204" pitchFamily="34" charset="-122"/>
              </a:rPr>
              <a:t>入侵者（</a:t>
            </a:r>
            <a:r>
              <a:rPr lang="en-US" altLang="zh-CN" sz="2400" b="1" dirty="0">
                <a:latin typeface="微软雅黑" panose="020B0503020204020204" pitchFamily="34" charset="-122"/>
                <a:ea typeface="微软雅黑" panose="020B0503020204020204" pitchFamily="34" charset="-122"/>
              </a:rPr>
              <a:t>Intruder</a:t>
            </a:r>
            <a:r>
              <a:rPr lang="zh-CN" altLang="en-US" sz="2400" b="1"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闯入与自己不相干区域的人</a:t>
            </a:r>
            <a:endParaRPr lang="en-US" altLang="zh-CN" sz="2400" dirty="0">
              <a:latin typeface="微软雅黑" panose="020B0503020204020204" pitchFamily="34" charset="-122"/>
              <a:ea typeface="微软雅黑" panose="020B0503020204020204" pitchFamily="34" charset="-122"/>
            </a:endParaRPr>
          </a:p>
          <a:p>
            <a:pPr>
              <a:lnSpc>
                <a:spcPct val="200000"/>
              </a:lnSpc>
              <a:buFont typeface="Wingdings" panose="05000000000000000000" pitchFamily="2" charset="2"/>
              <a:buChar char="ü"/>
            </a:pPr>
            <a:r>
              <a:rPr lang="zh-CN" altLang="en-US" sz="2400" dirty="0">
                <a:latin typeface="微软雅黑" panose="020B0503020204020204" pitchFamily="34" charset="-122"/>
                <a:ea typeface="微软雅黑" panose="020B0503020204020204" pitchFamily="34" charset="-122"/>
              </a:rPr>
              <a:t>非专业用户的随意浏览</a:t>
            </a:r>
            <a:endParaRPr lang="en-US" altLang="zh-CN" sz="2400" dirty="0">
              <a:latin typeface="微软雅黑" panose="020B0503020204020204" pitchFamily="34" charset="-122"/>
              <a:ea typeface="微软雅黑" panose="020B0503020204020204" pitchFamily="34" charset="-122"/>
            </a:endParaRPr>
          </a:p>
          <a:p>
            <a:pPr>
              <a:lnSpc>
                <a:spcPct val="200000"/>
              </a:lnSpc>
              <a:buFont typeface="Wingdings" panose="05000000000000000000" pitchFamily="2" charset="2"/>
              <a:buChar char="ü"/>
            </a:pPr>
            <a:r>
              <a:rPr lang="zh-CN" altLang="en-US" sz="2400" dirty="0">
                <a:latin typeface="微软雅黑" panose="020B0503020204020204" pitchFamily="34" charset="-122"/>
                <a:ea typeface="微软雅黑" panose="020B0503020204020204" pitchFamily="34" charset="-122"/>
              </a:rPr>
              <a:t>内部人员的窥视</a:t>
            </a:r>
            <a:endParaRPr lang="en-US" altLang="zh-CN" sz="2400" dirty="0">
              <a:latin typeface="微软雅黑" panose="020B0503020204020204" pitchFamily="34" charset="-122"/>
              <a:ea typeface="微软雅黑" panose="020B0503020204020204" pitchFamily="34" charset="-122"/>
            </a:endParaRPr>
          </a:p>
          <a:p>
            <a:pPr>
              <a:lnSpc>
                <a:spcPct val="200000"/>
              </a:lnSpc>
              <a:buFont typeface="Wingdings" panose="05000000000000000000" pitchFamily="2" charset="2"/>
              <a:buChar char="ü"/>
            </a:pPr>
            <a:r>
              <a:rPr lang="zh-CN" altLang="en-US" sz="2400" dirty="0">
                <a:latin typeface="微软雅黑" panose="020B0503020204020204" pitchFamily="34" charset="-122"/>
                <a:ea typeface="微软雅黑" panose="020B0503020204020204" pitchFamily="34" charset="-122"/>
              </a:rPr>
              <a:t>为获取利益而尝试</a:t>
            </a:r>
            <a:endParaRPr lang="en-US" altLang="zh-CN" sz="2400" dirty="0">
              <a:latin typeface="微软雅黑" panose="020B0503020204020204" pitchFamily="34" charset="-122"/>
              <a:ea typeface="微软雅黑" panose="020B0503020204020204" pitchFamily="34" charset="-122"/>
            </a:endParaRPr>
          </a:p>
          <a:p>
            <a:pPr>
              <a:lnSpc>
                <a:spcPct val="200000"/>
              </a:lnSpc>
              <a:buFont typeface="Wingdings" panose="05000000000000000000" pitchFamily="2" charset="2"/>
              <a:buChar char="ü"/>
            </a:pPr>
            <a:r>
              <a:rPr lang="zh-CN" altLang="en-US" sz="2400" dirty="0">
                <a:latin typeface="微软雅黑" panose="020B0503020204020204" pitchFamily="34" charset="-122"/>
                <a:ea typeface="微软雅黑" panose="020B0503020204020204" pitchFamily="34" charset="-122"/>
              </a:rPr>
              <a:t>商业或军事间谍</a:t>
            </a:r>
            <a:endParaRPr lang="en-US" altLang="zh-CN" sz="2400" dirty="0">
              <a:latin typeface="微软雅黑" panose="020B0503020204020204" pitchFamily="34" charset="-122"/>
              <a:ea typeface="微软雅黑" panose="020B0503020204020204" pitchFamily="34" charset="-122"/>
              <a:cs typeface="Times New Roman" panose="02020703060505090304" pitchFamily="18" charset="0"/>
            </a:endParaRPr>
          </a:p>
          <a:p>
            <a:endParaRPr lang="zh-CN" altLang="en-US" dirty="0"/>
          </a:p>
        </p:txBody>
      </p:sp>
      <p:sp>
        <p:nvSpPr>
          <p:cNvPr id="4" name="文本占位符 3"/>
          <p:cNvSpPr>
            <a:spLocks noGrp="1"/>
          </p:cNvSpPr>
          <p:nvPr>
            <p:ph type="body" sz="quarter" idx="15"/>
          </p:nvPr>
        </p:nvSpPr>
        <p:spPr/>
        <p:txBody>
          <a:bodyPr/>
          <a:lstStyle/>
          <a:p>
            <a:r>
              <a:rPr lang="en-US" altLang="zh-CN" dirty="0"/>
              <a:t>18</a:t>
            </a:r>
            <a:endParaRPr lang="zh-CN" alt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sz="3200" b="1" dirty="0">
                <a:latin typeface="微软雅黑" panose="020B0503020204020204" pitchFamily="34" charset="-122"/>
                <a:ea typeface="微软雅黑" panose="020B0503020204020204" pitchFamily="34" charset="-122"/>
              </a:rPr>
              <a:t>安全环境：数据意外丢失</a:t>
            </a:r>
            <a:endParaRPr lang="zh-CN" altLang="en-US" sz="2400" dirty="0">
              <a:latin typeface="微软雅黑" panose="020B0503020204020204" pitchFamily="34" charset="-122"/>
              <a:ea typeface="微软雅黑" panose="020B0503020204020204" pitchFamily="34" charset="-122"/>
            </a:endParaRPr>
          </a:p>
          <a:p>
            <a:endParaRPr lang="zh-CN" altLang="en-US" dirty="0"/>
          </a:p>
        </p:txBody>
      </p:sp>
      <p:sp>
        <p:nvSpPr>
          <p:cNvPr id="3" name="文本占位符 2"/>
          <p:cNvSpPr>
            <a:spLocks noGrp="1"/>
          </p:cNvSpPr>
          <p:nvPr>
            <p:ph type="body" sz="quarter" idx="13"/>
          </p:nvPr>
        </p:nvSpPr>
        <p:spPr/>
        <p:txBody>
          <a:bodyPr/>
          <a:lstStyle/>
          <a:p>
            <a:pPr>
              <a:lnSpc>
                <a:spcPct val="150000"/>
              </a:lnSpc>
            </a:pPr>
            <a:r>
              <a:rPr lang="zh-CN" altLang="en-US" sz="2800" b="1" dirty="0">
                <a:latin typeface="微软雅黑" panose="020B0503020204020204" pitchFamily="34" charset="-122"/>
                <a:ea typeface="微软雅黑" panose="020B0503020204020204" pitchFamily="34" charset="-122"/>
              </a:rPr>
              <a:t>通常的情况</a:t>
            </a:r>
          </a:p>
          <a:p>
            <a:pPr>
              <a:lnSpc>
                <a:spcPct val="150000"/>
              </a:lnSpc>
              <a:buFont typeface="Wingdings" panose="05000000000000000000" pitchFamily="2" charset="2"/>
              <a:buChar char="ü"/>
            </a:pPr>
            <a:r>
              <a:rPr lang="zh-CN" altLang="en-US" sz="2800" dirty="0">
                <a:latin typeface="微软雅黑" panose="020B0503020204020204" pitchFamily="34" charset="-122"/>
                <a:ea typeface="微软雅黑" panose="020B0503020204020204" pitchFamily="34" charset="-122"/>
              </a:rPr>
              <a:t>天灾：</a:t>
            </a:r>
            <a:endParaRPr lang="en-US" altLang="zh-CN" sz="2800" dirty="0">
              <a:latin typeface="微软雅黑" panose="020B0503020204020204" pitchFamily="34" charset="-122"/>
              <a:ea typeface="微软雅黑" panose="020B0503020204020204" pitchFamily="34" charset="-122"/>
            </a:endParaRPr>
          </a:p>
          <a:p>
            <a:pPr marL="0" indent="0">
              <a:lnSpc>
                <a:spcPct val="150000"/>
              </a:lnSpc>
              <a:buNone/>
            </a:pPr>
            <a:r>
              <a:rPr lang="zh-CN" altLang="en-US" sz="2400" dirty="0">
                <a:latin typeface="微软雅黑" panose="020B0503020204020204" pitchFamily="34" charset="-122"/>
                <a:ea typeface="微软雅黑" panose="020B0503020204020204" pitchFamily="34" charset="-122"/>
              </a:rPr>
              <a:t>火灾、洪水、战争</a:t>
            </a:r>
            <a:endParaRPr lang="en-US" altLang="zh-CN" sz="2400" dirty="0">
              <a:latin typeface="微软雅黑" panose="020B0503020204020204" pitchFamily="34" charset="-122"/>
              <a:ea typeface="微软雅黑" panose="020B0503020204020204" pitchFamily="34" charset="-122"/>
            </a:endParaRPr>
          </a:p>
          <a:p>
            <a:pPr>
              <a:lnSpc>
                <a:spcPct val="150000"/>
              </a:lnSpc>
              <a:spcBef>
                <a:spcPts val="1200"/>
              </a:spcBef>
              <a:buFont typeface="Wingdings" panose="05000000000000000000" pitchFamily="2" charset="2"/>
              <a:buChar char="ü"/>
            </a:pPr>
            <a:r>
              <a:rPr lang="zh-CN" altLang="en-US" sz="2800" dirty="0">
                <a:latin typeface="微软雅黑" panose="020B0503020204020204" pitchFamily="34" charset="-122"/>
                <a:ea typeface="微软雅黑" panose="020B0503020204020204" pitchFamily="34" charset="-122"/>
              </a:rPr>
              <a:t>硬件或软件错误：</a:t>
            </a:r>
            <a:endParaRPr lang="en-US" altLang="zh-CN" sz="2800" dirty="0">
              <a:latin typeface="微软雅黑" panose="020B0503020204020204" pitchFamily="34" charset="-122"/>
              <a:ea typeface="微软雅黑" panose="020B0503020204020204" pitchFamily="34" charset="-122"/>
            </a:endParaRPr>
          </a:p>
          <a:p>
            <a:pPr marL="0" indent="0">
              <a:lnSpc>
                <a:spcPct val="150000"/>
              </a:lnSpc>
              <a:buNone/>
            </a:pPr>
            <a:r>
              <a:rPr lang="en-US" altLang="zh-CN" sz="2400" dirty="0">
                <a:latin typeface="微软雅黑" panose="020B0503020204020204" pitchFamily="34" charset="-122"/>
                <a:ea typeface="微软雅黑" panose="020B0503020204020204" pitchFamily="34" charset="-122"/>
              </a:rPr>
              <a:t>CPU </a:t>
            </a:r>
            <a:r>
              <a:rPr lang="zh-CN" altLang="en-US" sz="2400" dirty="0">
                <a:latin typeface="微软雅黑" panose="020B0503020204020204" pitchFamily="34" charset="-122"/>
                <a:ea typeface="微软雅黑" panose="020B0503020204020204" pitchFamily="34" charset="-122"/>
              </a:rPr>
              <a:t>故障、磁盘错误、程序出错等</a:t>
            </a:r>
            <a:endParaRPr lang="en-US" altLang="zh-CN" sz="2400" dirty="0">
              <a:latin typeface="微软雅黑" panose="020B0503020204020204" pitchFamily="34" charset="-122"/>
              <a:ea typeface="微软雅黑" panose="020B0503020204020204" pitchFamily="34" charset="-122"/>
            </a:endParaRPr>
          </a:p>
          <a:p>
            <a:pPr>
              <a:lnSpc>
                <a:spcPct val="150000"/>
              </a:lnSpc>
              <a:spcBef>
                <a:spcPts val="1200"/>
              </a:spcBef>
              <a:buFont typeface="Wingdings" panose="05000000000000000000" pitchFamily="2" charset="2"/>
              <a:buChar char="ü"/>
            </a:pPr>
            <a:r>
              <a:rPr lang="zh-CN" altLang="en-US" sz="2800" dirty="0">
                <a:latin typeface="微软雅黑" panose="020B0503020204020204" pitchFamily="34" charset="-122"/>
                <a:ea typeface="微软雅黑" panose="020B0503020204020204" pitchFamily="34" charset="-122"/>
              </a:rPr>
              <a:t>人为错误：</a:t>
            </a:r>
            <a:endParaRPr lang="en-US" altLang="zh-CN" sz="2800" dirty="0">
              <a:latin typeface="微软雅黑" panose="020B0503020204020204" pitchFamily="34" charset="-122"/>
              <a:ea typeface="微软雅黑" panose="020B0503020204020204" pitchFamily="34" charset="-122"/>
            </a:endParaRPr>
          </a:p>
          <a:p>
            <a:pPr marL="0" indent="0">
              <a:lnSpc>
                <a:spcPct val="150000"/>
              </a:lnSpc>
              <a:buNone/>
            </a:pPr>
            <a:r>
              <a:rPr lang="zh-CN" altLang="en-US" sz="2400" dirty="0">
                <a:latin typeface="微软雅黑" panose="020B0503020204020204" pitchFamily="34" charset="-122"/>
                <a:ea typeface="微软雅黑" panose="020B0503020204020204" pitchFamily="34" charset="-122"/>
              </a:rPr>
              <a:t>错误的磁带安装、运行错误的程序、磁盘遗失等。</a:t>
            </a:r>
            <a:endParaRPr lang="en-US" altLang="zh-CN" sz="2400" dirty="0">
              <a:latin typeface="微软雅黑" panose="020B0503020204020204" pitchFamily="34" charset="-122"/>
              <a:ea typeface="微软雅黑" panose="020B0503020204020204" pitchFamily="34" charset="-122"/>
            </a:endParaRPr>
          </a:p>
          <a:p>
            <a:endParaRPr lang="zh-CN" altLang="en-US" dirty="0"/>
          </a:p>
        </p:txBody>
      </p:sp>
      <p:sp>
        <p:nvSpPr>
          <p:cNvPr id="4" name="文本占位符 3"/>
          <p:cNvSpPr>
            <a:spLocks noGrp="1"/>
          </p:cNvSpPr>
          <p:nvPr>
            <p:ph type="body" sz="quarter" idx="15"/>
          </p:nvPr>
        </p:nvSpPr>
        <p:spPr/>
        <p:txBody>
          <a:bodyPr/>
          <a:lstStyle/>
          <a:p>
            <a:r>
              <a:rPr lang="en-US" altLang="zh-CN" dirty="0"/>
              <a:t>19</a:t>
            </a:r>
            <a:endParaRPr lang="zh-CN" alt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a:t>计算机安全</a:t>
            </a:r>
          </a:p>
        </p:txBody>
      </p:sp>
      <p:sp>
        <p:nvSpPr>
          <p:cNvPr id="3" name="文本占位符 2"/>
          <p:cNvSpPr>
            <a:spLocks noGrp="1"/>
          </p:cNvSpPr>
          <p:nvPr>
            <p:ph type="body" sz="quarter" idx="13"/>
          </p:nvPr>
        </p:nvSpPr>
        <p:spPr>
          <a:xfrm>
            <a:off x="957943" y="948153"/>
            <a:ext cx="9730377" cy="387941"/>
          </a:xfrm>
        </p:spPr>
        <p:txBody>
          <a:bodyPr/>
          <a:lstStyle/>
          <a:p>
            <a:pPr>
              <a:lnSpc>
                <a:spcPct val="200000"/>
              </a:lnSpc>
            </a:pPr>
            <a:r>
              <a:rPr lang="zh-CN" altLang="en-US"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有多种方式威胁到计算机的安全性，其中</a:t>
            </a:r>
            <a:r>
              <a:rPr lang="en-US" altLang="zh-CN"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p>
          <a:p>
            <a:pPr>
              <a:lnSpc>
                <a:spcPct val="200000"/>
              </a:lnSpc>
            </a:pPr>
            <a:r>
              <a:rPr lang="zh-CN" altLang="en-US"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数据截取会威胁到（机密性）；</a:t>
            </a:r>
          </a:p>
          <a:p>
            <a:pPr>
              <a:lnSpc>
                <a:spcPct val="200000"/>
              </a:lnSpc>
            </a:pPr>
            <a:r>
              <a:rPr lang="zh-CN" altLang="en-US"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修改和假冒会威胁到（完整性），</a:t>
            </a:r>
          </a:p>
          <a:p>
            <a:pPr>
              <a:lnSpc>
                <a:spcPct val="200000"/>
              </a:lnSpc>
            </a:pPr>
            <a:r>
              <a:rPr lang="zh-CN" altLang="en-US"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通过病毒耗尽计算机的资源则会威胁到（可用性）。</a:t>
            </a:r>
            <a:endParaRPr lang="en-US" altLang="zh-CN"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a:p>
            <a:pPr>
              <a:lnSpc>
                <a:spcPct val="200000"/>
              </a:lnSpc>
            </a:pPr>
            <a:r>
              <a:rPr lang="zh-CN" altLang="en-US"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对计算机硬件的主要威胁在（可用性）方面，而对软件可以在（机密性）比如生成一份未授权的软件副本。</a:t>
            </a:r>
            <a:endParaRPr lang="en-US" altLang="zh-CN"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a:p>
            <a:endParaRPr lang="zh-CN" altLang="en-US" dirty="0"/>
          </a:p>
        </p:txBody>
      </p:sp>
      <p:sp>
        <p:nvSpPr>
          <p:cNvPr id="4" name="文本占位符 3"/>
          <p:cNvSpPr>
            <a:spLocks noGrp="1"/>
          </p:cNvSpPr>
          <p:nvPr>
            <p:ph type="body" sz="quarter" idx="15"/>
          </p:nvPr>
        </p:nvSpPr>
        <p:spPr/>
        <p:txBody>
          <a:bodyPr/>
          <a:lstStyle/>
          <a:p>
            <a:r>
              <a:rPr lang="en-US" altLang="zh-CN" dirty="0"/>
              <a:t>21</a:t>
            </a:r>
            <a:endParaRPr lang="zh-CN" alt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sz="3200" b="1" dirty="0">
                <a:latin typeface="微软雅黑" panose="020B0503020204020204" pitchFamily="34" charset="-122"/>
                <a:ea typeface="微软雅黑" panose="020B0503020204020204" pitchFamily="34" charset="-122"/>
              </a:rPr>
              <a:t>密码学基础</a:t>
            </a:r>
            <a:endParaRPr lang="zh-CN" altLang="en-US" sz="3200" b="1" dirty="0">
              <a:latin typeface="微软雅黑" panose="020B0503020204020204" pitchFamily="34" charset="-122"/>
              <a:ea typeface="微软雅黑" panose="020B0503020204020204" pitchFamily="34" charset="-122"/>
              <a:cs typeface="Times New Roman" panose="02020703060505090304" pitchFamily="18" charset="0"/>
            </a:endParaRPr>
          </a:p>
          <a:p>
            <a:endParaRPr lang="zh-CN" altLang="en-US" dirty="0"/>
          </a:p>
        </p:txBody>
      </p:sp>
      <p:sp>
        <p:nvSpPr>
          <p:cNvPr id="4" name="文本占位符 3"/>
          <p:cNvSpPr>
            <a:spLocks noGrp="1"/>
          </p:cNvSpPr>
          <p:nvPr>
            <p:ph type="body" sz="quarter" idx="15"/>
          </p:nvPr>
        </p:nvSpPr>
        <p:spPr/>
        <p:txBody>
          <a:bodyPr/>
          <a:lstStyle/>
          <a:p>
            <a:r>
              <a:rPr lang="en-US" altLang="zh-CN" dirty="0"/>
              <a:t>22</a:t>
            </a:r>
            <a:endParaRPr lang="zh-CN" altLang="en-US" dirty="0"/>
          </a:p>
        </p:txBody>
      </p:sp>
      <p:sp>
        <p:nvSpPr>
          <p:cNvPr id="7" name="文本占位符 2"/>
          <p:cNvSpPr>
            <a:spLocks noGrp="1"/>
          </p:cNvSpPr>
          <p:nvPr>
            <p:ph type="body" sz="quarter" idx="13"/>
          </p:nvPr>
        </p:nvSpPr>
        <p:spPr>
          <a:xfrm>
            <a:off x="180975" y="721995"/>
            <a:ext cx="12002770" cy="2802890"/>
          </a:xfrm>
        </p:spPr>
        <p:txBody>
          <a:bodyPr/>
          <a:lstStyle/>
          <a:p>
            <a:pPr marL="457200" indent="-457200">
              <a:lnSpc>
                <a:spcPct val="120000"/>
              </a:lnSpc>
              <a:buFont typeface="Wingdings" panose="05000000000000000000" pitchFamily="2" charset="2"/>
              <a:buChar char="l"/>
            </a:pPr>
            <a:r>
              <a:rPr lang="zh-CN" altLang="en-US" sz="2400" dirty="0">
                <a:latin typeface="微软雅黑" panose="020B0503020204020204" pitchFamily="34" charset="-122"/>
                <a:ea typeface="微软雅黑" panose="020B0503020204020204" pitchFamily="34" charset="-122"/>
              </a:rPr>
              <a:t>加密的定义：</a:t>
            </a:r>
            <a:r>
              <a:rPr lang="en-US" altLang="zh-CN" sz="2400" i="1" dirty="0">
                <a:latin typeface="微软雅黑" panose="020B0503020204020204" pitchFamily="34" charset="-122"/>
                <a:ea typeface="微软雅黑" panose="020B0503020204020204" pitchFamily="34" charset="-122"/>
              </a:rPr>
              <a:t>C</a:t>
            </a:r>
            <a:r>
              <a:rPr lang="en-US" altLang="zh-CN" sz="2400" dirty="0">
                <a:latin typeface="微软雅黑" panose="020B0503020204020204" pitchFamily="34" charset="-122"/>
                <a:ea typeface="微软雅黑" panose="020B0503020204020204" pitchFamily="34" charset="-122"/>
              </a:rPr>
              <a:t>=</a:t>
            </a:r>
            <a:r>
              <a:rPr lang="en-US" altLang="zh-CN" sz="2400" i="1" dirty="0">
                <a:latin typeface="微软雅黑" panose="020B0503020204020204" pitchFamily="34" charset="-122"/>
                <a:ea typeface="微软雅黑" panose="020B0503020204020204" pitchFamily="34" charset="-122"/>
              </a:rPr>
              <a:t>E</a:t>
            </a:r>
            <a:r>
              <a:rPr lang="en-US" altLang="zh-CN" sz="2400" dirty="0">
                <a:latin typeface="微软雅黑" panose="020B0503020204020204" pitchFamily="34" charset="-122"/>
                <a:ea typeface="微软雅黑" panose="020B0503020204020204" pitchFamily="34" charset="-122"/>
              </a:rPr>
              <a:t>(</a:t>
            </a:r>
            <a:r>
              <a:rPr lang="en-US" altLang="zh-CN" sz="2400" i="1" dirty="0">
                <a:latin typeface="微软雅黑" panose="020B0503020204020204" pitchFamily="34" charset="-122"/>
                <a:ea typeface="微软雅黑" panose="020B0503020204020204" pitchFamily="34" charset="-122"/>
              </a:rPr>
              <a:t>P</a:t>
            </a:r>
            <a:r>
              <a:rPr lang="en-US" altLang="zh-CN" sz="2400" dirty="0">
                <a:latin typeface="微软雅黑" panose="020B0503020204020204" pitchFamily="34" charset="-122"/>
                <a:ea typeface="微软雅黑" panose="020B0503020204020204" pitchFamily="34" charset="-122"/>
              </a:rPr>
              <a:t>,</a:t>
            </a:r>
            <a:r>
              <a:rPr lang="en-US" altLang="zh-CN" sz="2400" i="1" dirty="0">
                <a:latin typeface="微软雅黑" panose="020B0503020204020204" pitchFamily="34" charset="-122"/>
                <a:ea typeface="微软雅黑" panose="020B0503020204020204" pitchFamily="34" charset="-122"/>
              </a:rPr>
              <a:t>K</a:t>
            </a:r>
            <a:r>
              <a:rPr lang="en-US" altLang="zh-CN" sz="2400" baseline="-25000" dirty="0">
                <a:latin typeface="微软雅黑" panose="020B0503020204020204" pitchFamily="34" charset="-122"/>
                <a:ea typeface="微软雅黑" panose="020B0503020204020204" pitchFamily="34" charset="-122"/>
              </a:rPr>
              <a:t>E</a:t>
            </a:r>
            <a:r>
              <a:rPr lang="en-US" altLang="zh-CN" sz="2400" dirty="0">
                <a:latin typeface="微软雅黑" panose="020B0503020204020204" pitchFamily="34" charset="-122"/>
                <a:ea typeface="微软雅黑" panose="020B0503020204020204" pitchFamily="34" charset="-122"/>
              </a:rPr>
              <a:t>) </a:t>
            </a:r>
          </a:p>
          <a:p>
            <a:pPr marL="457200" indent="-457200">
              <a:lnSpc>
                <a:spcPct val="120000"/>
              </a:lnSpc>
              <a:buFont typeface="Wingdings" panose="05000000000000000000" pitchFamily="2" charset="2"/>
              <a:buChar char="l"/>
            </a:pPr>
            <a:r>
              <a:rPr lang="zh-CN" altLang="en-US" sz="2400" dirty="0">
                <a:latin typeface="微软雅黑" panose="020B0503020204020204" pitchFamily="34" charset="-122"/>
                <a:ea typeface="微软雅黑" panose="020B0503020204020204" pitchFamily="34" charset="-122"/>
              </a:rPr>
              <a:t>解密的定义：</a:t>
            </a:r>
            <a:r>
              <a:rPr lang="en-US" altLang="zh-CN" sz="2400" i="1" dirty="0">
                <a:latin typeface="微软雅黑" panose="020B0503020204020204" pitchFamily="34" charset="-122"/>
                <a:ea typeface="微软雅黑" panose="020B0503020204020204" pitchFamily="34" charset="-122"/>
              </a:rPr>
              <a:t>P</a:t>
            </a:r>
            <a:r>
              <a:rPr lang="en-US" altLang="zh-CN" sz="2400" dirty="0">
                <a:latin typeface="微软雅黑" panose="020B0503020204020204" pitchFamily="34" charset="-122"/>
                <a:ea typeface="微软雅黑" panose="020B0503020204020204" pitchFamily="34" charset="-122"/>
              </a:rPr>
              <a:t> = </a:t>
            </a:r>
            <a:r>
              <a:rPr lang="en-US" altLang="zh-CN" sz="2400" i="1" dirty="0">
                <a:latin typeface="微软雅黑" panose="020B0503020204020204" pitchFamily="34" charset="-122"/>
                <a:ea typeface="微软雅黑" panose="020B0503020204020204" pitchFamily="34" charset="-122"/>
              </a:rPr>
              <a:t>D</a:t>
            </a:r>
            <a:r>
              <a:rPr lang="en-US" altLang="zh-CN" sz="2400" dirty="0">
                <a:latin typeface="微软雅黑" panose="020B0503020204020204" pitchFamily="34" charset="-122"/>
                <a:ea typeface="微软雅黑" panose="020B0503020204020204" pitchFamily="34" charset="-122"/>
              </a:rPr>
              <a:t>(</a:t>
            </a:r>
            <a:r>
              <a:rPr lang="en-US" altLang="zh-CN" sz="2400" i="1" dirty="0">
                <a:latin typeface="微软雅黑" panose="020B0503020204020204" pitchFamily="34" charset="-122"/>
                <a:ea typeface="微软雅黑" panose="020B0503020204020204" pitchFamily="34" charset="-122"/>
              </a:rPr>
              <a:t>C</a:t>
            </a:r>
            <a:r>
              <a:rPr lang="en-US" altLang="zh-CN" sz="2400" dirty="0">
                <a:latin typeface="微软雅黑" panose="020B0503020204020204" pitchFamily="34" charset="-122"/>
                <a:ea typeface="微软雅黑" panose="020B0503020204020204" pitchFamily="34" charset="-122"/>
              </a:rPr>
              <a:t>, </a:t>
            </a:r>
            <a:r>
              <a:rPr lang="en-US" altLang="zh-CN" sz="2400" i="1" dirty="0">
                <a:latin typeface="微软雅黑" panose="020B0503020204020204" pitchFamily="34" charset="-122"/>
                <a:ea typeface="微软雅黑" panose="020B0503020204020204" pitchFamily="34" charset="-122"/>
              </a:rPr>
              <a:t>K</a:t>
            </a:r>
            <a:r>
              <a:rPr lang="en-US" altLang="zh-CN" sz="2400" baseline="-25000" dirty="0">
                <a:latin typeface="微软雅黑" panose="020B0503020204020204" pitchFamily="34" charset="-122"/>
                <a:ea typeface="微软雅黑" panose="020B0503020204020204" pitchFamily="34" charset="-122"/>
              </a:rPr>
              <a:t>D</a:t>
            </a:r>
            <a:r>
              <a:rPr lang="en-US" altLang="zh-CN" sz="2400" dirty="0">
                <a:latin typeface="微软雅黑" panose="020B0503020204020204" pitchFamily="34" charset="-122"/>
                <a:ea typeface="微软雅黑" panose="020B0503020204020204" pitchFamily="34" charset="-122"/>
              </a:rPr>
              <a:t>)</a:t>
            </a:r>
          </a:p>
          <a:p>
            <a:pPr marL="457200" indent="-457200">
              <a:lnSpc>
                <a:spcPct val="120000"/>
              </a:lnSpc>
              <a:buFont typeface="Wingdings" panose="05000000000000000000" pitchFamily="2" charset="2"/>
              <a:buChar char="l"/>
            </a:pPr>
            <a:r>
              <a:rPr lang="zh-CN" altLang="en-US" sz="2400" dirty="0">
                <a:latin typeface="微软雅黑" panose="020B0503020204020204" pitchFamily="34" charset="-122"/>
                <a:ea typeface="微软雅黑" panose="020B0503020204020204" pitchFamily="34" charset="-122"/>
              </a:rPr>
              <a:t>柯克霍夫</a:t>
            </a:r>
            <a:r>
              <a:rPr lang="en-US" altLang="zh-CN" sz="2400" dirty="0">
                <a:latin typeface="微软雅黑" panose="020B0503020204020204" pitchFamily="34" charset="-122"/>
                <a:ea typeface="微软雅黑" panose="020B0503020204020204" pitchFamily="34" charset="-122"/>
              </a:rPr>
              <a:t>( </a:t>
            </a:r>
            <a:r>
              <a:rPr lang="en-US" altLang="zh-CN" sz="2400" dirty="0" err="1">
                <a:latin typeface="微软雅黑" panose="020B0503020204020204" pitchFamily="34" charset="-122"/>
                <a:ea typeface="微软雅黑" panose="020B0503020204020204" pitchFamily="34" charset="-122"/>
              </a:rPr>
              <a:t>Kerckhoffs</a:t>
            </a: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原则：</a:t>
            </a:r>
          </a:p>
          <a:p>
            <a:pPr marL="914400" lvl="1" indent="-457200">
              <a:lnSpc>
                <a:spcPct val="120000"/>
              </a:lnSpc>
              <a:buFont typeface="Wingdings" panose="05000000000000000000" pitchFamily="2" charset="2"/>
              <a:buChar char="l"/>
            </a:pPr>
            <a:r>
              <a:rPr lang="zh-CN" altLang="en-US" sz="2400" dirty="0">
                <a:latin typeface="微软雅黑" panose="020B0503020204020204" pitchFamily="34" charset="-122"/>
                <a:ea typeface="微软雅黑" panose="020B0503020204020204" pitchFamily="34" charset="-122"/>
              </a:rPr>
              <a:t>加密算法应该公开，加密的安全性由独立于加密算法之外的密钥决定。</a:t>
            </a:r>
          </a:p>
        </p:txBody>
      </p:sp>
      <p:pic>
        <p:nvPicPr>
          <p:cNvPr id="8" name="图片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73870" y="2883023"/>
            <a:ext cx="8444258" cy="3393673"/>
          </a:xfrm>
          <a:prstGeom prst="rect">
            <a:avLst/>
          </a:prstGeom>
        </p:spPr>
      </p:pic>
      <p:sp>
        <p:nvSpPr>
          <p:cNvPr id="9" name="文本占位符 2"/>
          <p:cNvSpPr txBox="1"/>
          <p:nvPr/>
        </p:nvSpPr>
        <p:spPr>
          <a:xfrm>
            <a:off x="1465261" y="6343597"/>
            <a:ext cx="9261475" cy="387350"/>
          </a:xfrm>
          <a:prstGeom prst="rect">
            <a:avLst/>
          </a:prstGeom>
        </p:spPr>
        <p:txBody>
          <a:bodyPr/>
          <a:lstStyle>
            <a:lvl1pPr marL="0" indent="0" algn="l" defTabSz="914400" rtl="0" eaLnBrk="1" latinLnBrk="0" hangingPunct="1">
              <a:lnSpc>
                <a:spcPct val="90000"/>
              </a:lnSpc>
              <a:spcBef>
                <a:spcPts val="1000"/>
              </a:spcBef>
              <a:buFont typeface="Arial" panose="020B0604020202090204" pitchFamily="34" charset="0"/>
              <a:buNone/>
              <a:defRPr sz="2400" b="1"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gn="ctr">
              <a:buFontTx/>
              <a:buNone/>
            </a:pPr>
            <a:r>
              <a:rPr lang="zh-CN" altLang="en-US" sz="2000" b="0" dirty="0">
                <a:latin typeface="微软雅黑" panose="020B0503020204020204" pitchFamily="34" charset="-122"/>
                <a:ea typeface="微软雅黑" panose="020B0503020204020204" pitchFamily="34" charset="-122"/>
              </a:rPr>
              <a:t>明文和密文间的关系</a:t>
            </a:r>
            <a:endParaRPr lang="en-US" altLang="zh-CN" sz="2000" b="0" dirty="0">
              <a:latin typeface="微软雅黑" panose="020B0503020204020204" pitchFamily="34" charset="-122"/>
              <a:ea typeface="微软雅黑" panose="020B0503020204020204" pitchFamily="34" charset="-122"/>
            </a:endParaRPr>
          </a:p>
        </p:txBody>
      </p:sp>
      <p:pic>
        <p:nvPicPr>
          <p:cNvPr id="5" name="Picture 2"/>
          <p:cNvPicPr>
            <a:picLocks noChangeAspect="1"/>
          </p:cNvPicPr>
          <p:nvPr>
            <p:custDataLst>
              <p:tags r:id="rId1"/>
            </p:custDataLst>
          </p:nvPr>
        </p:nvPicPr>
        <p:blipFill>
          <a:blip r:embed="rId4"/>
          <a:stretch>
            <a:fillRect/>
          </a:stretch>
        </p:blipFill>
        <p:spPr>
          <a:xfrm>
            <a:off x="1873885" y="2878455"/>
            <a:ext cx="8804275" cy="3398520"/>
          </a:xfrm>
          <a:prstGeom prst="rect">
            <a:avLst/>
          </a:prstGeom>
          <a:noFill/>
          <a:ln w="9525">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sz="3200" b="1" dirty="0">
                <a:latin typeface="微软雅黑" panose="020B0503020204020204" pitchFamily="34" charset="-122"/>
                <a:ea typeface="微软雅黑" panose="020B0503020204020204" pitchFamily="34" charset="-122"/>
              </a:rPr>
              <a:t>对称密钥</a:t>
            </a:r>
            <a:endParaRPr lang="zh-CN" altLang="en-US" sz="3200" b="1" dirty="0">
              <a:latin typeface="微软雅黑" panose="020B0503020204020204" pitchFamily="34" charset="-122"/>
              <a:ea typeface="微软雅黑" panose="020B0503020204020204" pitchFamily="34" charset="-122"/>
              <a:cs typeface="Times New Roman" panose="02020703060505090304" pitchFamily="18" charset="0"/>
            </a:endParaRPr>
          </a:p>
          <a:p>
            <a:endParaRPr lang="zh-CN" altLang="en-US" dirty="0"/>
          </a:p>
        </p:txBody>
      </p:sp>
      <p:sp>
        <p:nvSpPr>
          <p:cNvPr id="3" name="文本占位符 2"/>
          <p:cNvSpPr>
            <a:spLocks noGrp="1"/>
          </p:cNvSpPr>
          <p:nvPr>
            <p:ph type="body" sz="quarter" idx="13"/>
          </p:nvPr>
        </p:nvSpPr>
        <p:spPr>
          <a:xfrm>
            <a:off x="474980" y="674370"/>
            <a:ext cx="11368405" cy="3296920"/>
          </a:xfrm>
        </p:spPr>
        <p:txBody>
          <a:bodyPr/>
          <a:lstStyle/>
          <a:p>
            <a:pPr>
              <a:lnSpc>
                <a:spcPct val="150000"/>
              </a:lnSpc>
            </a:pPr>
            <a:r>
              <a:rPr lang="zh-CN" altLang="en-US" b="1" dirty="0">
                <a:latin typeface="微软雅黑" panose="020B0503020204020204" pitchFamily="34" charset="-122"/>
                <a:ea typeface="微软雅黑" panose="020B0503020204020204" pitchFamily="34" charset="-122"/>
              </a:rPr>
              <a:t>单字母替换</a:t>
            </a:r>
            <a:endParaRPr lang="en-US" altLang="zh-CN" b="1" dirty="0">
              <a:latin typeface="微软雅黑" panose="020B0503020204020204" pitchFamily="34" charset="-122"/>
              <a:ea typeface="微软雅黑" panose="020B0503020204020204" pitchFamily="34" charset="-122"/>
            </a:endParaRPr>
          </a:p>
          <a:p>
            <a:pPr marL="685800" lvl="1" indent="-342900">
              <a:lnSpc>
                <a:spcPct val="150000"/>
              </a:lnSpc>
              <a:buFont typeface="+mj-lt"/>
              <a:buAutoNum type="arabicPeriod"/>
            </a:pPr>
            <a:r>
              <a:rPr lang="zh-CN" altLang="en-US" dirty="0">
                <a:latin typeface="微软雅黑" panose="020B0503020204020204" pitchFamily="34" charset="-122"/>
                <a:ea typeface="微软雅黑" panose="020B0503020204020204" pitchFamily="34" charset="-122"/>
              </a:rPr>
              <a:t>利用密码本将每一个字母被替换为另一个</a:t>
            </a:r>
            <a:endParaRPr lang="en-US" altLang="zh-CN" dirty="0">
              <a:latin typeface="微软雅黑" panose="020B0503020204020204" pitchFamily="34" charset="-122"/>
              <a:ea typeface="微软雅黑" panose="020B0503020204020204" pitchFamily="34" charset="-122"/>
            </a:endParaRPr>
          </a:p>
          <a:p>
            <a:pPr marL="685800" lvl="1" indent="-342900">
              <a:lnSpc>
                <a:spcPct val="150000"/>
              </a:lnSpc>
              <a:buFont typeface="+mj-lt"/>
              <a:buAutoNum type="arabicPeriod"/>
            </a:pPr>
            <a:r>
              <a:rPr lang="zh-CN" altLang="en-US" dirty="0">
                <a:latin typeface="微软雅黑" panose="020B0503020204020204" pitchFamily="34" charset="-122"/>
                <a:ea typeface="微软雅黑" panose="020B0503020204020204" pitchFamily="34" charset="-122"/>
              </a:rPr>
              <a:t>比如：</a:t>
            </a:r>
            <a:r>
              <a:rPr lang="en-US" altLang="zh-CN" dirty="0">
                <a:latin typeface="微软雅黑" panose="020B0503020204020204" pitchFamily="34" charset="-122"/>
                <a:ea typeface="微软雅黑" panose="020B0503020204020204" pitchFamily="34" charset="-122"/>
              </a:rPr>
              <a:t>ATTACK </a:t>
            </a:r>
            <a:r>
              <a:rPr lang="en-US" altLang="zh-CN" dirty="0">
                <a:latin typeface="微软雅黑" panose="020B0503020204020204" pitchFamily="34" charset="-122"/>
                <a:ea typeface="微软雅黑" panose="020B0503020204020204" pitchFamily="34" charset="-122"/>
                <a:sym typeface="Wingdings" panose="05000000000000000000" pitchFamily="2" charset="2"/>
              </a:rPr>
              <a:t> QZZQEA</a:t>
            </a:r>
          </a:p>
          <a:p>
            <a:pPr marL="685800" lvl="1" indent="-342900">
              <a:lnSpc>
                <a:spcPct val="150000"/>
              </a:lnSpc>
              <a:buFont typeface="+mj-lt"/>
              <a:buAutoNum type="arabicPeriod"/>
            </a:pPr>
            <a:r>
              <a:rPr lang="zh-CN" altLang="en-US" dirty="0">
                <a:latin typeface="微软雅黑" panose="020B0503020204020204" pitchFamily="34" charset="-122"/>
                <a:ea typeface="微软雅黑" panose="020B0503020204020204" pitchFamily="34" charset="-122"/>
              </a:rPr>
              <a:t>存在基于统计的攻击</a:t>
            </a:r>
            <a:endParaRPr lang="en-US" altLang="zh-CN" dirty="0">
              <a:latin typeface="微软雅黑" panose="020B0503020204020204" pitchFamily="34" charset="-122"/>
              <a:ea typeface="微软雅黑" panose="020B0503020204020204" pitchFamily="34" charset="-122"/>
            </a:endParaRPr>
          </a:p>
          <a:p>
            <a:endParaRPr lang="zh-CN" altLang="en-US" sz="3600" dirty="0"/>
          </a:p>
        </p:txBody>
      </p:sp>
      <p:sp>
        <p:nvSpPr>
          <p:cNvPr id="4" name="文本占位符 3"/>
          <p:cNvSpPr>
            <a:spLocks noGrp="1"/>
          </p:cNvSpPr>
          <p:nvPr>
            <p:ph type="body" sz="quarter" idx="15"/>
          </p:nvPr>
        </p:nvSpPr>
        <p:spPr/>
        <p:txBody>
          <a:bodyPr/>
          <a:lstStyle/>
          <a:p>
            <a:r>
              <a:rPr lang="en-US" altLang="zh-CN" dirty="0"/>
              <a:t>23</a:t>
            </a:r>
            <a:endParaRPr lang="zh-CN" altLang="en-US" dirty="0"/>
          </a:p>
        </p:txBody>
      </p:sp>
      <p:sp>
        <p:nvSpPr>
          <p:cNvPr id="6" name="文本占位符 2"/>
          <p:cNvSpPr txBox="1"/>
          <p:nvPr/>
        </p:nvSpPr>
        <p:spPr>
          <a:xfrm>
            <a:off x="474706" y="3394808"/>
            <a:ext cx="9261231" cy="387941"/>
          </a:xfrm>
          <a:prstGeom prst="rect">
            <a:avLst/>
          </a:prstGeom>
        </p:spPr>
        <p:txBody>
          <a:bodyPr/>
          <a:lstStyle>
            <a:lvl1pPr marL="0" indent="0" algn="l" defTabSz="914400" rtl="0" eaLnBrk="1" latinLnBrk="0" hangingPunct="1">
              <a:lnSpc>
                <a:spcPct val="90000"/>
              </a:lnSpc>
              <a:spcBef>
                <a:spcPts val="1000"/>
              </a:spcBef>
              <a:buFont typeface="Arial" panose="020B0604020202090204" pitchFamily="34" charset="0"/>
              <a:buNone/>
              <a:defRPr sz="2400" b="1"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nSpc>
                <a:spcPct val="100000"/>
              </a:lnSpc>
            </a:pPr>
            <a:r>
              <a:rPr lang="zh-CN" altLang="en-US" b="1" dirty="0">
                <a:latin typeface="微软雅黑" panose="020B0503020204020204" pitchFamily="34" charset="-122"/>
                <a:ea typeface="微软雅黑" panose="020B0503020204020204" pitchFamily="34" charset="-122"/>
              </a:rPr>
              <a:t>如果密钥有足够长度，对称密钥机制相对较安全。</a:t>
            </a:r>
            <a:endParaRPr lang="en-US" altLang="zh-CN" b="1" dirty="0">
              <a:latin typeface="微软雅黑" panose="020B0503020204020204" pitchFamily="34" charset="-122"/>
              <a:ea typeface="微软雅黑" panose="020B0503020204020204" pitchFamily="34" charset="-122"/>
            </a:endParaRPr>
          </a:p>
          <a:p>
            <a:endParaRPr lang="zh-CN" altLang="en-US" sz="3600" dirty="0"/>
          </a:p>
        </p:txBody>
      </p:sp>
      <p:graphicFrame>
        <p:nvGraphicFramePr>
          <p:cNvPr id="7" name="表格 6"/>
          <p:cNvGraphicFramePr/>
          <p:nvPr>
            <p:custDataLst>
              <p:tags r:id="rId1"/>
            </p:custDataLst>
          </p:nvPr>
        </p:nvGraphicFramePr>
        <p:xfrm>
          <a:off x="474980" y="4048125"/>
          <a:ext cx="11369040" cy="1972629"/>
        </p:xfrm>
        <a:graphic>
          <a:graphicData uri="http://schemas.openxmlformats.org/drawingml/2006/table">
            <a:tbl>
              <a:tblPr firstRow="1" bandRow="1">
                <a:tableStyleId>{5C22544A-7EE6-4342-B048-85BDC9FD1C3A}</a:tableStyleId>
              </a:tblPr>
              <a:tblGrid>
                <a:gridCol w="3972560">
                  <a:extLst>
                    <a:ext uri="{9D8B030D-6E8A-4147-A177-3AD203B41FA5}">
                      <a16:colId xmlns:a16="http://schemas.microsoft.com/office/drawing/2014/main" val="20000"/>
                    </a:ext>
                  </a:extLst>
                </a:gridCol>
                <a:gridCol w="7396480">
                  <a:extLst>
                    <a:ext uri="{9D8B030D-6E8A-4147-A177-3AD203B41FA5}">
                      <a16:colId xmlns:a16="http://schemas.microsoft.com/office/drawing/2014/main" val="20001"/>
                    </a:ext>
                  </a:extLst>
                </a:gridCol>
              </a:tblGrid>
              <a:tr h="392430">
                <a:tc>
                  <a:txBody>
                    <a:bodyPr/>
                    <a:lstStyle/>
                    <a:p>
                      <a:pPr algn="l">
                        <a:lnSpc>
                          <a:spcPct val="130000"/>
                        </a:lnSpc>
                        <a:buNone/>
                      </a:pPr>
                      <a:r>
                        <a:rPr lang="zh-CN" altLang="en-US"/>
                        <a:t>类型</a:t>
                      </a:r>
                    </a:p>
                  </a:txBody>
                  <a:tcPr/>
                </a:tc>
                <a:tc>
                  <a:txBody>
                    <a:bodyPr/>
                    <a:lstStyle/>
                    <a:p>
                      <a:pPr algn="l">
                        <a:lnSpc>
                          <a:spcPct val="130000"/>
                        </a:lnSpc>
                        <a:buNone/>
                      </a:pPr>
                      <a:r>
                        <a:rPr lang="zh-CN" altLang="en-US"/>
                        <a:t>定义</a:t>
                      </a:r>
                    </a:p>
                  </a:txBody>
                  <a:tcPr/>
                </a:tc>
                <a:extLst>
                  <a:ext uri="{0D108BD9-81ED-4DB2-BD59-A6C34878D82A}">
                    <a16:rowId xmlns:a16="http://schemas.microsoft.com/office/drawing/2014/main" val="10000"/>
                  </a:ext>
                </a:extLst>
              </a:tr>
              <a:tr h="625475">
                <a:tc>
                  <a:txBody>
                    <a:bodyPr/>
                    <a:lstStyle/>
                    <a:p>
                      <a:pPr algn="l">
                        <a:lnSpc>
                          <a:spcPct val="130000"/>
                        </a:lnSpc>
                        <a:buNone/>
                      </a:pPr>
                      <a:r>
                        <a:rPr lang="zh-CN" altLang="en-US"/>
                        <a:t>🔒 对称加密 (Symmetric Encryption)</a:t>
                      </a:r>
                    </a:p>
                  </a:txBody>
                  <a:tcPr/>
                </a:tc>
                <a:tc>
                  <a:txBody>
                    <a:bodyPr/>
                    <a:lstStyle/>
                    <a:p>
                      <a:pPr algn="l">
                        <a:lnSpc>
                          <a:spcPct val="130000"/>
                        </a:lnSpc>
                        <a:buNone/>
                      </a:pPr>
                      <a:r>
                        <a:rPr lang="zh-CN" altLang="en-US"/>
                        <a:t>加密（Encryption）和解密（Decryption）</a:t>
                      </a:r>
                      <a:r>
                        <a:rPr lang="zh-CN" altLang="en-US">
                          <a:solidFill>
                            <a:srgbClr val="C00000"/>
                          </a:solidFill>
                        </a:rPr>
                        <a:t>使用同一个密钥</a:t>
                      </a:r>
                      <a:r>
                        <a:rPr lang="zh-CN" altLang="en-US"/>
                        <a:t>（Key）。知道密钥的人就能加密也能解密。</a:t>
                      </a:r>
                    </a:p>
                  </a:txBody>
                  <a:tcPr/>
                </a:tc>
                <a:extLst>
                  <a:ext uri="{0D108BD9-81ED-4DB2-BD59-A6C34878D82A}">
                    <a16:rowId xmlns:a16="http://schemas.microsoft.com/office/drawing/2014/main" val="10001"/>
                  </a:ext>
                </a:extLst>
              </a:tr>
              <a:tr h="768350">
                <a:tc>
                  <a:txBody>
                    <a:bodyPr/>
                    <a:lstStyle/>
                    <a:p>
                      <a:pPr algn="l">
                        <a:lnSpc>
                          <a:spcPct val="130000"/>
                        </a:lnSpc>
                        <a:buNone/>
                      </a:pPr>
                      <a:r>
                        <a:rPr lang="zh-CN" altLang="en-US"/>
                        <a:t>🔑 非对称加密 (Asymmetric Encryption)</a:t>
                      </a:r>
                    </a:p>
                  </a:txBody>
                  <a:tcPr/>
                </a:tc>
                <a:tc>
                  <a:txBody>
                    <a:bodyPr/>
                    <a:lstStyle/>
                    <a:p>
                      <a:pPr algn="l">
                        <a:lnSpc>
                          <a:spcPct val="130000"/>
                        </a:lnSpc>
                        <a:buNone/>
                      </a:pPr>
                      <a:r>
                        <a:rPr lang="zh-CN" altLang="en-US"/>
                        <a:t>加密和解密使用不同的密钥：一对</a:t>
                      </a:r>
                      <a:r>
                        <a:rPr lang="zh-CN" altLang="en-US">
                          <a:solidFill>
                            <a:srgbClr val="C00000"/>
                          </a:solidFill>
                        </a:rPr>
                        <a:t>公钥</a:t>
                      </a:r>
                      <a:r>
                        <a:rPr lang="zh-CN" altLang="en-US"/>
                        <a:t>（Public Key）和</a:t>
                      </a:r>
                      <a:r>
                        <a:rPr lang="zh-CN" altLang="en-US">
                          <a:solidFill>
                            <a:srgbClr val="C00000"/>
                          </a:solidFill>
                        </a:rPr>
                        <a:t>私钥</a:t>
                      </a:r>
                      <a:r>
                        <a:rPr lang="zh-CN" altLang="en-US"/>
                        <a:t>（Private Key）。公钥加密的数据只能由私钥解密，反之亦然。</a:t>
                      </a:r>
                    </a:p>
                  </a:txBody>
                  <a:tcPr/>
                </a:tc>
                <a:extLst>
                  <a:ext uri="{0D108BD9-81ED-4DB2-BD59-A6C34878D82A}">
                    <a16:rowId xmlns:a16="http://schemas.microsoft.com/office/drawing/2014/main" val="10002"/>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sz="3200" b="1" dirty="0">
                <a:latin typeface="微软雅黑" panose="020B0503020204020204" pitchFamily="34" charset="-122"/>
                <a:ea typeface="微软雅黑" panose="020B0503020204020204" pitchFamily="34" charset="-122"/>
              </a:rPr>
              <a:t>公钥加密</a:t>
            </a:r>
            <a:endParaRPr lang="zh-CN" altLang="en-US" sz="3200" b="1" dirty="0">
              <a:latin typeface="微软雅黑" panose="020B0503020204020204" pitchFamily="34" charset="-122"/>
              <a:ea typeface="微软雅黑" panose="020B0503020204020204" pitchFamily="34" charset="-122"/>
              <a:cs typeface="Times New Roman" panose="02020703060505090304" pitchFamily="18" charset="0"/>
            </a:endParaRPr>
          </a:p>
          <a:p>
            <a:endParaRPr lang="zh-CN" altLang="en-US" dirty="0"/>
          </a:p>
        </p:txBody>
      </p:sp>
      <p:sp>
        <p:nvSpPr>
          <p:cNvPr id="3" name="文本占位符 2"/>
          <p:cNvSpPr>
            <a:spLocks noGrp="1"/>
          </p:cNvSpPr>
          <p:nvPr>
            <p:ph type="body" sz="quarter" idx="13"/>
          </p:nvPr>
        </p:nvSpPr>
        <p:spPr>
          <a:xfrm>
            <a:off x="958215" y="1057275"/>
            <a:ext cx="9672955" cy="387985"/>
          </a:xfrm>
        </p:spPr>
        <p:txBody>
          <a:bodyPr/>
          <a:lstStyle/>
          <a:p>
            <a:pPr>
              <a:lnSpc>
                <a:spcPct val="100000"/>
              </a:lnSpc>
              <a:buFont typeface="Wingdings" panose="05000000000000000000" pitchFamily="2" charset="2"/>
              <a:buChar char="l"/>
            </a:pPr>
            <a:r>
              <a:rPr lang="zh-CN" altLang="en-US" b="1" dirty="0">
                <a:latin typeface="微软雅黑" panose="020B0503020204020204" pitchFamily="34" charset="-122"/>
                <a:ea typeface="微软雅黑" panose="020B0503020204020204" pitchFamily="34" charset="-122"/>
              </a:rPr>
              <a:t>所有用户使用公钥/私钥对：</a:t>
            </a:r>
            <a:endParaRPr lang="en-US" altLang="zh-CN" b="1" dirty="0">
              <a:latin typeface="微软雅黑" panose="020B0503020204020204" pitchFamily="34" charset="-122"/>
              <a:ea typeface="微软雅黑" panose="020B0503020204020204" pitchFamily="34" charset="-122"/>
            </a:endParaRPr>
          </a:p>
          <a:p>
            <a:pPr lvl="1">
              <a:lnSpc>
                <a:spcPct val="100000"/>
              </a:lnSpc>
              <a:buFont typeface="Wingdings" panose="05000000000000000000" pitchFamily="2" charset="2"/>
              <a:buChar char="ü"/>
            </a:pPr>
            <a:r>
              <a:rPr lang="zh-CN" altLang="en-US" dirty="0">
                <a:latin typeface="微软雅黑" panose="020B0503020204020204" pitchFamily="34" charset="-122"/>
                <a:ea typeface="微软雅黑" panose="020B0503020204020204" pitchFamily="34" charset="-122"/>
              </a:rPr>
              <a:t>公开公钥</a:t>
            </a:r>
          </a:p>
          <a:p>
            <a:pPr lvl="1">
              <a:lnSpc>
                <a:spcPct val="100000"/>
              </a:lnSpc>
              <a:buFont typeface="Wingdings" panose="05000000000000000000" pitchFamily="2" charset="2"/>
              <a:buChar char="ü"/>
            </a:pPr>
            <a:r>
              <a:rPr lang="zh-CN" altLang="en-US" dirty="0">
                <a:latin typeface="微软雅黑" panose="020B0503020204020204" pitchFamily="34" charset="-122"/>
                <a:ea typeface="微软雅黑" panose="020B0503020204020204" pitchFamily="34" charset="-122"/>
              </a:rPr>
              <a:t>私钥不公开</a:t>
            </a:r>
            <a:endParaRPr lang="en-US" altLang="zh-CN" dirty="0">
              <a:latin typeface="微软雅黑" panose="020B0503020204020204" pitchFamily="34" charset="-122"/>
              <a:ea typeface="微软雅黑" panose="020B0503020204020204" pitchFamily="34" charset="-122"/>
            </a:endParaRPr>
          </a:p>
          <a:p>
            <a:pPr>
              <a:lnSpc>
                <a:spcPct val="100000"/>
              </a:lnSpc>
              <a:buFont typeface="Wingdings" panose="05000000000000000000" pitchFamily="2" charset="2"/>
              <a:buChar char="l"/>
            </a:pPr>
            <a:r>
              <a:rPr lang="zh-CN" altLang="en-US" b="1" dirty="0">
                <a:latin typeface="微软雅黑" panose="020B0503020204020204" pitchFamily="34" charset="-122"/>
                <a:ea typeface="微软雅黑" panose="020B0503020204020204" pitchFamily="34" charset="-122"/>
              </a:rPr>
              <a:t>公钥用于加密，</a:t>
            </a:r>
            <a:r>
              <a:rPr lang="zh-CN" altLang="en-US" dirty="0">
                <a:latin typeface="微软雅黑" panose="020B0503020204020204" pitchFamily="34" charset="-122"/>
                <a:ea typeface="微软雅黑" panose="020B0503020204020204" pitchFamily="34" charset="-122"/>
              </a:rPr>
              <a:t>私钥用于解密</a:t>
            </a:r>
            <a:endParaRPr lang="en-US" altLang="zh-CN" dirty="0">
              <a:latin typeface="微软雅黑" panose="020B0503020204020204" pitchFamily="34" charset="-122"/>
              <a:ea typeface="微软雅黑" panose="020B0503020204020204" pitchFamily="34" charset="-122"/>
            </a:endParaRPr>
          </a:p>
          <a:p>
            <a:pPr>
              <a:lnSpc>
                <a:spcPct val="100000"/>
              </a:lnSpc>
              <a:buFont typeface="Wingdings" panose="05000000000000000000" pitchFamily="2" charset="2"/>
              <a:buChar char="l"/>
            </a:pPr>
            <a:r>
              <a:rPr lang="zh-CN" altLang="en-US" dirty="0">
                <a:latin typeface="微软雅黑" panose="020B0503020204020204" pitchFamily="34" charset="-122"/>
                <a:ea typeface="微软雅黑" panose="020B0503020204020204" pitchFamily="34" charset="-122"/>
              </a:rPr>
              <a:t>加密密钥和解密密钥不同，给出加密钥后难以推出对应的解密密钥。</a:t>
            </a:r>
            <a:endParaRPr lang="en-US" altLang="zh-CN" dirty="0">
              <a:latin typeface="微软雅黑" panose="020B0503020204020204" pitchFamily="34" charset="-122"/>
              <a:ea typeface="微软雅黑" panose="020B0503020204020204" pitchFamily="34" charset="-122"/>
            </a:endParaRPr>
          </a:p>
          <a:p>
            <a:pPr>
              <a:lnSpc>
                <a:spcPct val="100000"/>
              </a:lnSpc>
              <a:buFont typeface="Wingdings" panose="05000000000000000000" pitchFamily="2" charset="2"/>
              <a:buChar char="l"/>
            </a:pPr>
            <a:r>
              <a:rPr lang="en-US" altLang="zh-CN" dirty="0">
                <a:latin typeface="微软雅黑" panose="020B0503020204020204" pitchFamily="34" charset="-122"/>
                <a:ea typeface="微软雅黑" panose="020B0503020204020204" pitchFamily="34" charset="-122"/>
              </a:rPr>
              <a:t>Step 1</a:t>
            </a:r>
            <a:r>
              <a:rPr lang="zh-CN" altLang="en-US" dirty="0">
                <a:latin typeface="微软雅黑" panose="020B0503020204020204" pitchFamily="34" charset="-122"/>
                <a:ea typeface="微软雅黑" panose="020B0503020204020204" pitchFamily="34" charset="-122"/>
              </a:rPr>
              <a:t>：发送方利用公钥对明文进行加密；</a:t>
            </a:r>
            <a:endParaRPr lang="en-US" altLang="zh-CN" dirty="0">
              <a:latin typeface="微软雅黑" panose="020B0503020204020204" pitchFamily="34" charset="-122"/>
              <a:ea typeface="微软雅黑" panose="020B0503020204020204" pitchFamily="34" charset="-122"/>
            </a:endParaRPr>
          </a:p>
          <a:p>
            <a:pPr>
              <a:lnSpc>
                <a:spcPct val="100000"/>
              </a:lnSpc>
              <a:buFont typeface="Wingdings" panose="05000000000000000000" pitchFamily="2" charset="2"/>
              <a:buChar char="l"/>
            </a:pPr>
            <a:r>
              <a:rPr lang="en-US" altLang="zh-CN" dirty="0">
                <a:latin typeface="微软雅黑" panose="020B0503020204020204" pitchFamily="34" charset="-122"/>
                <a:ea typeface="微软雅黑" panose="020B0503020204020204" pitchFamily="34" charset="-122"/>
              </a:rPr>
              <a:t>Step 2</a:t>
            </a:r>
            <a:r>
              <a:rPr lang="zh-CN" altLang="en-US" dirty="0">
                <a:latin typeface="微软雅黑" panose="020B0503020204020204" pitchFamily="34" charset="-122"/>
                <a:ea typeface="微软雅黑" panose="020B0503020204020204" pitchFamily="34" charset="-122"/>
              </a:rPr>
              <a:t>：接收方利用私钥对密文进行解密。</a:t>
            </a:r>
            <a:endParaRPr lang="en-US" altLang="zh-CN" dirty="0">
              <a:latin typeface="微软雅黑" panose="020B0503020204020204" pitchFamily="34" charset="-122"/>
              <a:ea typeface="微软雅黑" panose="020B0503020204020204" pitchFamily="34" charset="-122"/>
            </a:endParaRPr>
          </a:p>
          <a:p>
            <a:pPr>
              <a:lnSpc>
                <a:spcPct val="100000"/>
              </a:lnSpc>
              <a:buFont typeface="Wingdings" panose="05000000000000000000" pitchFamily="2" charset="2"/>
              <a:buChar char="l"/>
            </a:pPr>
            <a:endParaRPr lang="en-US" altLang="zh-CN" dirty="0">
              <a:latin typeface="微软雅黑" panose="020B0503020204020204" pitchFamily="34" charset="-122"/>
              <a:ea typeface="微软雅黑" panose="020B0503020204020204" pitchFamily="34" charset="-122"/>
            </a:endParaRPr>
          </a:p>
          <a:p>
            <a:pPr>
              <a:lnSpc>
                <a:spcPct val="100000"/>
              </a:lnSpc>
              <a:buFont typeface="Wingdings" panose="05000000000000000000" pitchFamily="2" charset="2"/>
              <a:buChar char="l"/>
            </a:pPr>
            <a:r>
              <a:rPr lang="zh-CN" altLang="en-US" dirty="0">
                <a:latin typeface="微软雅黑" panose="020B0503020204020204" pitchFamily="34" charset="-122"/>
                <a:ea typeface="微软雅黑" panose="020B0503020204020204" pitchFamily="34" charset="-122"/>
              </a:rPr>
              <a:t>缺点：运算速度慢。</a:t>
            </a:r>
            <a:endParaRPr lang="en-US" altLang="zh-CN" dirty="0">
              <a:latin typeface="微软雅黑" panose="020B0503020204020204" pitchFamily="34" charset="-122"/>
              <a:ea typeface="微软雅黑" panose="020B0503020204020204" pitchFamily="34" charset="-122"/>
            </a:endParaRPr>
          </a:p>
          <a:p>
            <a:pPr>
              <a:lnSpc>
                <a:spcPct val="100000"/>
              </a:lnSpc>
            </a:pPr>
            <a:endParaRPr lang="zh-CN" altLang="en-US" sz="3600" dirty="0"/>
          </a:p>
        </p:txBody>
      </p:sp>
      <p:sp>
        <p:nvSpPr>
          <p:cNvPr id="4" name="文本占位符 3"/>
          <p:cNvSpPr>
            <a:spLocks noGrp="1"/>
          </p:cNvSpPr>
          <p:nvPr>
            <p:ph type="body" sz="quarter" idx="15"/>
          </p:nvPr>
        </p:nvSpPr>
        <p:spPr/>
        <p:txBody>
          <a:bodyPr/>
          <a:lstStyle/>
          <a:p>
            <a:r>
              <a:rPr lang="en-US" altLang="zh-CN" dirty="0"/>
              <a:t>24</a:t>
            </a:r>
            <a:endParaRPr lang="zh-CN" alt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sz="3200" b="1" dirty="0">
                <a:latin typeface="微软雅黑" panose="020B0503020204020204" pitchFamily="34" charset="-122"/>
                <a:ea typeface="微软雅黑" panose="020B0503020204020204" pitchFamily="34" charset="-122"/>
              </a:rPr>
              <a:t>公钥加密</a:t>
            </a:r>
            <a:r>
              <a:rPr lang="en-US" altLang="zh-CN" sz="3200" b="1" dirty="0">
                <a:latin typeface="微软雅黑" panose="020B0503020204020204" pitchFamily="34" charset="-122"/>
                <a:ea typeface="微软雅黑" panose="020B0503020204020204" pitchFamily="34" charset="-122"/>
              </a:rPr>
              <a:t>(RSA)</a:t>
            </a:r>
            <a:endParaRPr lang="zh-CN" altLang="en-US" sz="3200" b="1" dirty="0">
              <a:latin typeface="微软雅黑" panose="020B0503020204020204" pitchFamily="34" charset="-122"/>
              <a:ea typeface="微软雅黑" panose="020B0503020204020204" pitchFamily="34" charset="-122"/>
              <a:cs typeface="Times New Roman" panose="02020703060505090304" pitchFamily="18" charset="0"/>
            </a:endParaRPr>
          </a:p>
          <a:p>
            <a:endParaRPr lang="zh-CN" altLang="en-US" dirty="0"/>
          </a:p>
        </p:txBody>
      </p:sp>
      <mc:AlternateContent xmlns:mc="http://schemas.openxmlformats.org/markup-compatibility/2006" xmlns:a14="http://schemas.microsoft.com/office/drawing/2010/main">
        <mc:Choice Requires="a14">
          <p:sp>
            <p:nvSpPr>
              <p:cNvPr id="3" name="文本占位符 2"/>
              <p:cNvSpPr>
                <a:spLocks noGrp="1"/>
              </p:cNvSpPr>
              <p:nvPr>
                <p:ph type="body" sz="quarter" idx="13"/>
              </p:nvPr>
            </p:nvSpPr>
            <p:spPr/>
            <p:txBody>
              <a:bodyPr/>
              <a:lstStyle/>
              <a:p>
                <a:pPr>
                  <a:buFont typeface="Wingdings" panose="05000000000000000000" pitchFamily="2" charset="2"/>
                  <a:buChar char="l"/>
                </a:pPr>
                <a:r>
                  <a:rPr lang="en-US" altLang="zh-CN" sz="2400" dirty="0">
                    <a:latin typeface="微软雅黑" panose="020B0503020204020204" pitchFamily="34" charset="-122"/>
                    <a:ea typeface="微软雅黑" panose="020B0503020204020204" pitchFamily="34" charset="-122"/>
                  </a:rPr>
                  <a:t>RSA: </a:t>
                </a:r>
                <a:r>
                  <a:rPr lang="zh-CN" altLang="en-US" sz="2400" dirty="0">
                    <a:latin typeface="微软雅黑" panose="020B0503020204020204" pitchFamily="34" charset="-122"/>
                    <a:ea typeface="微软雅黑" panose="020B0503020204020204" pitchFamily="34" charset="-122"/>
                  </a:rPr>
                  <a:t>最著名的公钥加密算法</a:t>
                </a:r>
                <a:endParaRPr lang="en-US" altLang="zh-CN" sz="2400" dirty="0">
                  <a:latin typeface="微软雅黑" panose="020B0503020204020204" pitchFamily="34" charset="-122"/>
                  <a:ea typeface="微软雅黑" panose="020B0503020204020204" pitchFamily="34" charset="-122"/>
                </a:endParaRPr>
              </a:p>
              <a:p>
                <a:endParaRPr lang="en-US" altLang="zh-CN" sz="2400" dirty="0">
                  <a:latin typeface="微软雅黑" panose="020B0503020204020204" pitchFamily="34" charset="-122"/>
                  <a:ea typeface="微软雅黑" panose="020B0503020204020204" pitchFamily="34" charset="-122"/>
                </a:endParaRPr>
              </a:p>
              <a:p>
                <a:endParaRPr lang="en-US" altLang="zh-CN" sz="2400" dirty="0">
                  <a:latin typeface="微软雅黑" panose="020B0503020204020204" pitchFamily="34" charset="-122"/>
                  <a:ea typeface="微软雅黑" panose="020B0503020204020204" pitchFamily="34" charset="-122"/>
                </a:endParaRPr>
              </a:p>
              <a:p>
                <a:pPr>
                  <a:buFont typeface="Wingdings" panose="05000000000000000000" pitchFamily="2" charset="2"/>
                  <a:buChar char="l"/>
                </a:pPr>
                <a:r>
                  <a:rPr lang="zh-CN" altLang="en-US" sz="2400" dirty="0">
                    <a:latin typeface="微软雅黑" panose="020B0503020204020204" pitchFamily="34" charset="-122"/>
                    <a:ea typeface="微软雅黑" panose="020B0503020204020204" pitchFamily="34" charset="-122"/>
                  </a:rPr>
                  <a:t>单项函数：</a:t>
                </a:r>
                <a:r>
                  <a:rPr lang="zh-CN" altLang="en-US" sz="2400" dirty="0">
                    <a:solidFill>
                      <a:prstClr val="black"/>
                    </a:solidFill>
                    <a:latin typeface="微软雅黑" panose="020B0503020204020204" pitchFamily="34" charset="-122"/>
                    <a:ea typeface="微软雅黑" panose="020B0503020204020204" pitchFamily="34" charset="-122"/>
                  </a:rPr>
                  <a:t>给定</a:t>
                </a:r>
                <a14:m>
                  <m:oMath xmlns:m="http://schemas.openxmlformats.org/officeDocument/2006/math">
                    <m:r>
                      <a:rPr lang="en-US" altLang="zh-CN" sz="2400" i="1">
                        <a:solidFill>
                          <a:prstClr val="black"/>
                        </a:solidFill>
                        <a:latin typeface="Cambria Math" panose="02040503050406030204" pitchFamily="18" charset="0"/>
                      </a:rPr>
                      <m:t>𝑓</m:t>
                    </m:r>
                    <m:d>
                      <m:dPr>
                        <m:ctrlPr>
                          <a:rPr lang="en-US" altLang="zh-CN" sz="2400" i="1">
                            <a:solidFill>
                              <a:prstClr val="black"/>
                            </a:solidFill>
                            <a:latin typeface="Cambria Math" panose="02040503050406030204" pitchFamily="18" charset="0"/>
                          </a:rPr>
                        </m:ctrlPr>
                      </m:dPr>
                      <m:e>
                        <m:r>
                          <a:rPr lang="en-US" altLang="zh-CN" sz="2400" i="1">
                            <a:solidFill>
                              <a:prstClr val="black"/>
                            </a:solidFill>
                            <a:latin typeface="Cambria Math" panose="02040503050406030204" pitchFamily="18" charset="0"/>
                          </a:rPr>
                          <m:t>𝑥</m:t>
                        </m:r>
                      </m:e>
                    </m:d>
                  </m:oMath>
                </a14:m>
                <a:r>
                  <a:rPr lang="en-US" altLang="zh-CN" sz="2400" dirty="0">
                    <a:solidFill>
                      <a:prstClr val="black"/>
                    </a:solidFill>
                    <a:latin typeface="微软雅黑" panose="020B0503020204020204" pitchFamily="34" charset="-122"/>
                    <a:ea typeface="微软雅黑" panose="020B0503020204020204" pitchFamily="34" charset="-122"/>
                    <a:cs typeface="Times New Roman" panose="02020703060505090304" pitchFamily="18" charset="0"/>
                  </a:rPr>
                  <a:t> , </a:t>
                </a:r>
                <a:r>
                  <a:rPr lang="zh-CN" altLang="en-US" sz="2400" dirty="0">
                    <a:solidFill>
                      <a:prstClr val="black"/>
                    </a:solidFill>
                    <a:latin typeface="微软雅黑" panose="020B0503020204020204" pitchFamily="34" charset="-122"/>
                    <a:ea typeface="微软雅黑" panose="020B0503020204020204" pitchFamily="34" charset="-122"/>
                    <a:cs typeface="Times New Roman" panose="02020703060505090304" pitchFamily="18" charset="0"/>
                  </a:rPr>
                  <a:t>其中</a:t>
                </a:r>
                <a:r>
                  <a:rPr lang="en-US" altLang="zh-CN" sz="2400" dirty="0">
                    <a:solidFill>
                      <a:prstClr val="black"/>
                    </a:solidFill>
                    <a:latin typeface="微软雅黑" panose="020B0503020204020204" pitchFamily="34" charset="-122"/>
                    <a:ea typeface="微软雅黑" panose="020B0503020204020204" pitchFamily="34" charset="-122"/>
                    <a:cs typeface="Times New Roman" panose="02020703060505090304" pitchFamily="18" charset="0"/>
                  </a:rPr>
                  <a:t> </a:t>
                </a:r>
                <a:endParaRPr lang="zh-CN" altLang="en-US" sz="2400" dirty="0">
                  <a:latin typeface="微软雅黑" panose="020B0503020204020204" pitchFamily="34" charset="-122"/>
                  <a:ea typeface="微软雅黑" panose="020B0503020204020204" pitchFamily="34" charset="-122"/>
                </a:endParaRPr>
              </a:p>
              <a:p>
                <a:pPr>
                  <a:buFont typeface="Wingdings" panose="05000000000000000000" pitchFamily="2" charset="2"/>
                  <a:buChar char="l"/>
                </a:pPr>
                <a:endParaRPr lang="en-US" altLang="zh-CN" sz="2400" dirty="0">
                  <a:latin typeface="微软雅黑" panose="020B0503020204020204" pitchFamily="34" charset="-122"/>
                  <a:ea typeface="微软雅黑" panose="020B0503020204020204" pitchFamily="34" charset="-122"/>
                </a:endParaRPr>
              </a:p>
              <a:p>
                <a:endParaRPr lang="en-US" altLang="zh-CN" sz="2400" dirty="0">
                  <a:latin typeface="微软雅黑" panose="020B0503020204020204" pitchFamily="34" charset="-122"/>
                  <a:ea typeface="微软雅黑" panose="020B0503020204020204" pitchFamily="34" charset="-122"/>
                </a:endParaRPr>
              </a:p>
              <a:p>
                <a:endParaRPr lang="zh-CN" altLang="en-US" dirty="0"/>
              </a:p>
            </p:txBody>
          </p:sp>
        </mc:Choice>
        <mc:Fallback xmlns="">
          <p:sp>
            <p:nvSpPr>
              <p:cNvPr id="3" name="文本占位符 2"/>
              <p:cNvSpPr>
                <a:spLocks noRot="1" noChangeAspect="1" noMove="1" noResize="1" noEditPoints="1" noAdjustHandles="1" noChangeArrowheads="1" noChangeShapeType="1" noTextEdit="1"/>
              </p:cNvSpPr>
              <p:nvPr>
                <p:ph type="body" sz="quarter" idx="13"/>
              </p:nvPr>
            </p:nvSpPr>
            <p:spPr>
              <a:blipFill rotWithShape="1">
                <a:blip r:embed="rId2"/>
                <a:stretch>
                  <a:fillRect l="-4" t="-2808" r="1" b="-701702"/>
                </a:stretch>
              </a:blipFill>
            </p:spPr>
            <p:txBody>
              <a:bodyPr/>
              <a:lstStyle/>
              <a:p>
                <a:r>
                  <a:rPr lang="zh-CN" altLang="en-US">
                    <a:noFill/>
                  </a:rPr>
                  <a:t> </a:t>
                </a:r>
              </a:p>
            </p:txBody>
          </p:sp>
        </mc:Fallback>
      </mc:AlternateContent>
      <p:sp>
        <p:nvSpPr>
          <p:cNvPr id="4" name="文本占位符 3"/>
          <p:cNvSpPr>
            <a:spLocks noGrp="1"/>
          </p:cNvSpPr>
          <p:nvPr>
            <p:ph type="body" sz="quarter" idx="15"/>
          </p:nvPr>
        </p:nvSpPr>
        <p:spPr/>
        <p:txBody>
          <a:bodyPr/>
          <a:lstStyle/>
          <a:p>
            <a:r>
              <a:rPr lang="en-US" altLang="zh-CN" dirty="0"/>
              <a:t>25</a:t>
            </a:r>
            <a:endParaRPr lang="zh-CN" altLang="en-US" dirty="0"/>
          </a:p>
        </p:txBody>
      </p:sp>
      <p:grpSp>
        <p:nvGrpSpPr>
          <p:cNvPr id="5" name="组合 4"/>
          <p:cNvGrpSpPr/>
          <p:nvPr/>
        </p:nvGrpSpPr>
        <p:grpSpPr>
          <a:xfrm>
            <a:off x="5246121" y="1981250"/>
            <a:ext cx="5044174" cy="1488390"/>
            <a:chOff x="4355907" y="4157130"/>
            <a:chExt cx="4180768" cy="959692"/>
          </a:xfrm>
        </p:grpSpPr>
        <p:cxnSp>
          <p:nvCxnSpPr>
            <p:cNvPr id="6" name="直接箭头连接符 5"/>
            <p:cNvCxnSpPr/>
            <p:nvPr/>
          </p:nvCxnSpPr>
          <p:spPr>
            <a:xfrm>
              <a:off x="5131558" y="4626593"/>
              <a:ext cx="1774209"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7" name="直接箭头连接符 6"/>
            <p:cNvCxnSpPr/>
            <p:nvPr/>
          </p:nvCxnSpPr>
          <p:spPr>
            <a:xfrm flipH="1">
              <a:off x="5106534" y="4847233"/>
              <a:ext cx="1774209"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8" name="文本框 7"/>
            <p:cNvSpPr txBox="1"/>
            <p:nvPr/>
          </p:nvSpPr>
          <p:spPr>
            <a:xfrm>
              <a:off x="4355907" y="4421847"/>
              <a:ext cx="750627" cy="297675"/>
            </a:xfrm>
            <a:prstGeom prst="rect">
              <a:avLst/>
            </a:prstGeom>
            <a:noFill/>
          </p:spPr>
          <p:txBody>
            <a:bodyPr wrap="square" rtlCol="0">
              <a:spAutoFit/>
            </a:bodyPr>
            <a:lstStyle/>
            <a:p>
              <a:r>
                <a:rPr lang="en-US" altLang="zh-CN" sz="2400" i="1" dirty="0">
                  <a:latin typeface="Times New Roman" panose="02020703060505090304" pitchFamily="18" charset="0"/>
                  <a:ea typeface="微软雅黑" panose="020B0503020204020204" pitchFamily="34" charset="-122"/>
                  <a:cs typeface="Times New Roman" panose="02020703060505090304" pitchFamily="18" charset="0"/>
                </a:rPr>
                <a:t>f, x,</a:t>
              </a:r>
              <a:endParaRPr lang="zh-CN" altLang="en-US" sz="2400" i="1" dirty="0">
                <a:latin typeface="Times New Roman" panose="02020703060505090304" pitchFamily="18" charset="0"/>
                <a:ea typeface="微软雅黑" panose="020B0503020204020204" pitchFamily="34" charset="-122"/>
                <a:cs typeface="Times New Roman" panose="02020703060505090304" pitchFamily="18" charset="0"/>
              </a:endParaRPr>
            </a:p>
          </p:txBody>
        </p:sp>
        <mc:AlternateContent xmlns:mc="http://schemas.openxmlformats.org/markup-compatibility/2006" xmlns:a14="http://schemas.microsoft.com/office/drawing/2010/main">
          <mc:Choice Requires="a14">
            <p:sp>
              <p:nvSpPr>
                <p:cNvPr id="9" name="文本框 8"/>
                <p:cNvSpPr txBox="1"/>
                <p:nvPr/>
              </p:nvSpPr>
              <p:spPr>
                <a:xfrm>
                  <a:off x="6889841" y="4421847"/>
                  <a:ext cx="1646834" cy="29767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2400" i="1">
                            <a:latin typeface="Cambria Math" panose="02040503050406030204" pitchFamily="18" charset="0"/>
                            <a:cs typeface="Times New Roman" panose="02020703060505090304" pitchFamily="18" charset="0"/>
                          </a:rPr>
                          <m:t>𝑦</m:t>
                        </m:r>
                        <m:r>
                          <a:rPr lang="en-US" altLang="zh-CN" sz="2400" i="1">
                            <a:latin typeface="Cambria Math" panose="02040503050406030204" pitchFamily="18" charset="0"/>
                            <a:cs typeface="Times New Roman" panose="02020703060505090304" pitchFamily="18" charset="0"/>
                          </a:rPr>
                          <m:t>=</m:t>
                        </m:r>
                        <m:r>
                          <a:rPr lang="en-US" altLang="zh-CN" sz="2400" i="1">
                            <a:latin typeface="Cambria Math" panose="02040503050406030204" pitchFamily="18" charset="0"/>
                            <a:cs typeface="Times New Roman" panose="02020703060505090304" pitchFamily="18" charset="0"/>
                          </a:rPr>
                          <m:t>𝑓</m:t>
                        </m:r>
                        <m:d>
                          <m:dPr>
                            <m:ctrlPr>
                              <a:rPr lang="en-US" altLang="zh-CN" sz="2400" i="1">
                                <a:latin typeface="Cambria Math" panose="02040503050406030204" pitchFamily="18" charset="0"/>
                                <a:cs typeface="Times New Roman" panose="02020703060505090304" pitchFamily="18" charset="0"/>
                              </a:rPr>
                            </m:ctrlPr>
                          </m:dPr>
                          <m:e>
                            <m:r>
                              <a:rPr lang="en-US" altLang="zh-CN" sz="2400" i="1">
                                <a:latin typeface="Cambria Math" panose="02040503050406030204" pitchFamily="18" charset="0"/>
                                <a:cs typeface="Times New Roman" panose="02020703060505090304" pitchFamily="18" charset="0"/>
                              </a:rPr>
                              <m:t>𝑥</m:t>
                            </m:r>
                          </m:e>
                        </m:d>
                      </m:oMath>
                    </m:oMathPara>
                  </a14:m>
                  <a:endParaRPr lang="zh-CN" altLang="en-US" sz="2400" i="1" dirty="0">
                    <a:latin typeface="Times New Roman" panose="02020703060505090304" pitchFamily="18" charset="0"/>
                    <a:ea typeface="微软雅黑" panose="020B0503020204020204" pitchFamily="34" charset="-122"/>
                    <a:cs typeface="Times New Roman" panose="02020703060505090304" pitchFamily="18" charset="0"/>
                  </a:endParaRPr>
                </a:p>
              </p:txBody>
            </p:sp>
          </mc:Choice>
          <mc:Fallback xmlns="">
            <p:sp>
              <p:nvSpPr>
                <p:cNvPr id="9" name="文本框 8"/>
                <p:cNvSpPr txBox="1">
                  <a:spLocks noRot="1" noChangeAspect="1" noMove="1" noResize="1" noEditPoints="1" noAdjustHandles="1" noChangeArrowheads="1" noChangeShapeType="1" noTextEdit="1"/>
                </p:cNvSpPr>
                <p:nvPr/>
              </p:nvSpPr>
              <p:spPr>
                <a:xfrm>
                  <a:off x="6889841" y="4421847"/>
                  <a:ext cx="1646834" cy="297675"/>
                </a:xfrm>
                <a:prstGeom prst="rect">
                  <a:avLst/>
                </a:prstGeom>
                <a:blipFill rotWithShape="1">
                  <a:blip r:embed="rId3"/>
                </a:blipFill>
              </p:spPr>
              <p:txBody>
                <a:bodyPr/>
                <a:lstStyle/>
                <a:p>
                  <a:r>
                    <a:rPr lang="zh-CN" altLang="en-US">
                      <a:noFill/>
                    </a:rPr>
                    <a:t> </a:t>
                  </a:r>
                </a:p>
              </p:txBody>
            </p:sp>
          </mc:Fallback>
        </mc:AlternateContent>
        <p:sp>
          <p:nvSpPr>
            <p:cNvPr id="10" name="文本框 9"/>
            <p:cNvSpPr txBox="1"/>
            <p:nvPr/>
          </p:nvSpPr>
          <p:spPr>
            <a:xfrm>
              <a:off x="5606956" y="4157130"/>
              <a:ext cx="766553" cy="297675"/>
            </a:xfrm>
            <a:prstGeom prst="rect">
              <a:avLst/>
            </a:prstGeom>
            <a:noFill/>
          </p:spPr>
          <p:txBody>
            <a:bodyPr wrap="square" rtlCol="0">
              <a:spAutoFit/>
            </a:bodyPr>
            <a:lstStyle/>
            <a:p>
              <a:r>
                <a:rPr lang="zh-CN" altLang="en-US" sz="2400" b="1" dirty="0">
                  <a:latin typeface="Times New Roman" panose="02020703060505090304" pitchFamily="18" charset="0"/>
                  <a:ea typeface="微软雅黑" panose="020B0503020204020204" pitchFamily="34" charset="-122"/>
                  <a:cs typeface="Times New Roman" panose="02020703060505090304" pitchFamily="18" charset="0"/>
                </a:rPr>
                <a:t>容易</a:t>
              </a:r>
            </a:p>
          </p:txBody>
        </p:sp>
        <p:sp>
          <p:nvSpPr>
            <p:cNvPr id="11" name="文本框 10"/>
            <p:cNvSpPr txBox="1"/>
            <p:nvPr/>
          </p:nvSpPr>
          <p:spPr>
            <a:xfrm>
              <a:off x="5076967" y="4819147"/>
              <a:ext cx="1937966" cy="297675"/>
            </a:xfrm>
            <a:prstGeom prst="rect">
              <a:avLst/>
            </a:prstGeom>
            <a:noFill/>
          </p:spPr>
          <p:txBody>
            <a:bodyPr wrap="square" rtlCol="0">
              <a:spAutoFit/>
            </a:bodyPr>
            <a:lstStyle/>
            <a:p>
              <a:pPr algn="ctr"/>
              <a:r>
                <a:rPr lang="zh-CN" altLang="en-US" sz="2400" b="1" dirty="0">
                  <a:latin typeface="Times New Roman" panose="02020703060505090304" pitchFamily="18" charset="0"/>
                  <a:ea typeface="微软雅黑" panose="020B0503020204020204" pitchFamily="34" charset="-122"/>
                  <a:cs typeface="Times New Roman" panose="02020703060505090304" pitchFamily="18" charset="0"/>
                </a:rPr>
                <a:t>计算上不可行</a:t>
              </a: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sz="3200" b="1" dirty="0">
                <a:latin typeface="微软雅黑" panose="020B0503020204020204" pitchFamily="34" charset="-122"/>
                <a:ea typeface="微软雅黑" panose="020B0503020204020204" pitchFamily="34" charset="-122"/>
              </a:rPr>
              <a:t>公钥加密</a:t>
            </a:r>
            <a:r>
              <a:rPr lang="en-US" altLang="zh-CN" sz="3200" b="1" dirty="0">
                <a:latin typeface="微软雅黑" panose="020B0503020204020204" pitchFamily="34" charset="-122"/>
                <a:ea typeface="微软雅黑" panose="020B0503020204020204" pitchFamily="34" charset="-122"/>
              </a:rPr>
              <a:t>(RSA)</a:t>
            </a:r>
            <a:endParaRPr lang="zh-CN" altLang="en-US" sz="3200" b="1" dirty="0">
              <a:latin typeface="微软雅黑" panose="020B0503020204020204" pitchFamily="34" charset="-122"/>
              <a:ea typeface="微软雅黑" panose="020B0503020204020204" pitchFamily="34" charset="-122"/>
              <a:cs typeface="Times New Roman" panose="02020703060505090304" pitchFamily="18" charset="0"/>
            </a:endParaRPr>
          </a:p>
          <a:p>
            <a:endParaRPr lang="zh-CN" altLang="en-US" dirty="0"/>
          </a:p>
        </p:txBody>
      </p:sp>
      <p:sp>
        <p:nvSpPr>
          <p:cNvPr id="3" name="文本占位符 2"/>
          <p:cNvSpPr>
            <a:spLocks noGrp="1"/>
          </p:cNvSpPr>
          <p:nvPr>
            <p:ph type="body" sz="quarter" idx="13"/>
          </p:nvPr>
        </p:nvSpPr>
        <p:spPr/>
        <p:txBody>
          <a:bodyPr/>
          <a:lstStyle/>
          <a:p>
            <a:pPr lvl="0">
              <a:buFont typeface="Wingdings" panose="05000000000000000000" pitchFamily="2" charset="2"/>
              <a:buChar char="l"/>
            </a:pPr>
            <a:r>
              <a:rPr lang="zh-CN" altLang="en-US" sz="2400" dirty="0">
                <a:solidFill>
                  <a:prstClr val="black"/>
                </a:solidFill>
                <a:latin typeface="微软雅黑" panose="020B0503020204020204" pitchFamily="34" charset="-122"/>
                <a:ea typeface="微软雅黑" panose="020B0503020204020204" pitchFamily="34" charset="-122"/>
              </a:rPr>
              <a:t>一个事实：对计算机来说，大数相乘远比大数分解容易得多。</a:t>
            </a:r>
            <a:endParaRPr lang="en-US" altLang="zh-CN" sz="2400" dirty="0">
              <a:solidFill>
                <a:prstClr val="black"/>
              </a:solidFill>
              <a:latin typeface="微软雅黑" panose="020B0503020204020204" pitchFamily="34" charset="-122"/>
              <a:ea typeface="微软雅黑" panose="020B0503020204020204" pitchFamily="34" charset="-122"/>
            </a:endParaRPr>
          </a:p>
          <a:p>
            <a:pPr lvl="0"/>
            <a:endParaRPr lang="en-US" altLang="zh-CN" sz="2400" dirty="0">
              <a:solidFill>
                <a:prstClr val="black"/>
              </a:solidFill>
              <a:latin typeface="微软雅黑" panose="020B0503020204020204" pitchFamily="34" charset="-122"/>
              <a:ea typeface="微软雅黑" panose="020B0503020204020204" pitchFamily="34" charset="-122"/>
            </a:endParaRPr>
          </a:p>
          <a:p>
            <a:pPr>
              <a:buFont typeface="Wingdings" panose="05000000000000000000" pitchFamily="2" charset="2"/>
              <a:buChar char="l"/>
            </a:pPr>
            <a:r>
              <a:rPr lang="zh-CN" altLang="zh-CN" sz="2400" dirty="0">
                <a:latin typeface="微软雅黑" panose="020B0503020204020204" pitchFamily="34" charset="-122"/>
                <a:ea typeface="微软雅黑" panose="020B0503020204020204" pitchFamily="34" charset="-122"/>
              </a:rPr>
              <a:t>1600000000000000229500000000000003170601</a:t>
            </a:r>
            <a:r>
              <a:rPr lang="zh-CN" altLang="en-US" sz="2400" dirty="0">
                <a:latin typeface="微软雅黑" panose="020B0503020204020204" pitchFamily="34" charset="-122"/>
                <a:ea typeface="微软雅黑" panose="020B0503020204020204" pitchFamily="34" charset="-122"/>
              </a:rPr>
              <a:t>由哪两个质数相乘得来？</a:t>
            </a:r>
            <a:endParaRPr lang="zh-CN" altLang="zh-CN" sz="2400" dirty="0">
              <a:latin typeface="微软雅黑" panose="020B0503020204020204" pitchFamily="34" charset="-122"/>
              <a:ea typeface="微软雅黑" panose="020B0503020204020204" pitchFamily="34" charset="-122"/>
            </a:endParaRPr>
          </a:p>
          <a:p>
            <a:pPr lvl="0"/>
            <a:endParaRPr lang="en-US" altLang="zh-CN" sz="2400" dirty="0">
              <a:solidFill>
                <a:prstClr val="black"/>
              </a:solidFill>
              <a:latin typeface="微软雅黑" panose="020B0503020204020204" pitchFamily="34" charset="-122"/>
              <a:ea typeface="微软雅黑" panose="020B0503020204020204" pitchFamily="34" charset="-122"/>
            </a:endParaRPr>
          </a:p>
          <a:p>
            <a:endParaRPr lang="zh-CN" altLang="en-US" dirty="0"/>
          </a:p>
        </p:txBody>
      </p:sp>
      <p:sp>
        <p:nvSpPr>
          <p:cNvPr id="4" name="文本占位符 3"/>
          <p:cNvSpPr>
            <a:spLocks noGrp="1"/>
          </p:cNvSpPr>
          <p:nvPr>
            <p:ph type="body" sz="quarter" idx="15"/>
          </p:nvPr>
        </p:nvSpPr>
        <p:spPr/>
        <p:txBody>
          <a:bodyPr/>
          <a:lstStyle/>
          <a:p>
            <a:r>
              <a:rPr lang="en-US" altLang="zh-CN" dirty="0"/>
              <a:t>26</a:t>
            </a:r>
            <a:endParaRPr lang="zh-CN" altLang="en-US" dirty="0"/>
          </a:p>
        </p:txBody>
      </p:sp>
      <p:sp>
        <p:nvSpPr>
          <p:cNvPr id="5" name="矩形 4"/>
          <p:cNvSpPr/>
          <p:nvPr/>
        </p:nvSpPr>
        <p:spPr>
          <a:xfrm>
            <a:off x="3910679" y="3004422"/>
            <a:ext cx="4370641" cy="424732"/>
          </a:xfrm>
          <a:prstGeom prst="rect">
            <a:avLst/>
          </a:prstGeom>
        </p:spPr>
        <p:txBody>
          <a:bodyPr wrap="square">
            <a:spAutoFit/>
          </a:bodyPr>
          <a:lstStyle/>
          <a:p>
            <a:pPr defTabSz="685800">
              <a:lnSpc>
                <a:spcPct val="90000"/>
              </a:lnSpc>
              <a:spcBef>
                <a:spcPts val="750"/>
              </a:spcBef>
            </a:pPr>
            <a:r>
              <a:rPr lang="en-US" altLang="zh-CN" sz="2400" dirty="0">
                <a:solidFill>
                  <a:prstClr val="black"/>
                </a:solidFill>
                <a:latin typeface="微软雅黑" panose="020B0503020204020204" pitchFamily="34" charset="-122"/>
                <a:ea typeface="微软雅黑" panose="020B0503020204020204" pitchFamily="34" charset="-122"/>
                <a:cs typeface="Times New Roman" panose="02020703060505090304" pitchFamily="18" charset="0"/>
              </a:rPr>
              <a:t>80000000000000001239 </a:t>
            </a:r>
            <a:r>
              <a:rPr lang="zh-CN" altLang="en-US" sz="2400" dirty="0">
                <a:solidFill>
                  <a:prstClr val="black"/>
                </a:solidFill>
                <a:latin typeface="微软雅黑" panose="020B0503020204020204" pitchFamily="34" charset="-122"/>
                <a:ea typeface="微软雅黑" panose="020B0503020204020204" pitchFamily="34" charset="-122"/>
                <a:cs typeface="Times New Roman" panose="02020703060505090304" pitchFamily="18" charset="0"/>
              </a:rPr>
              <a:t>和</a:t>
            </a:r>
            <a:r>
              <a:rPr lang="en-US" altLang="zh-CN" sz="2400" dirty="0">
                <a:solidFill>
                  <a:prstClr val="black"/>
                </a:solidFill>
                <a:latin typeface="微软雅黑" panose="020B0503020204020204" pitchFamily="34" charset="-122"/>
                <a:ea typeface="微软雅黑" panose="020B0503020204020204" pitchFamily="34" charset="-122"/>
                <a:cs typeface="Times New Roman" panose="02020703060505090304" pitchFamily="18" charset="0"/>
              </a:rPr>
              <a:t> </a:t>
            </a:r>
          </a:p>
        </p:txBody>
      </p:sp>
      <p:sp>
        <p:nvSpPr>
          <p:cNvPr id="6" name="矩形 5"/>
          <p:cNvSpPr/>
          <p:nvPr/>
        </p:nvSpPr>
        <p:spPr>
          <a:xfrm>
            <a:off x="3910679" y="3561869"/>
            <a:ext cx="4370641" cy="461665"/>
          </a:xfrm>
          <a:prstGeom prst="rect">
            <a:avLst/>
          </a:prstGeom>
        </p:spPr>
        <p:txBody>
          <a:bodyPr wrap="square">
            <a:spAutoFit/>
          </a:bodyPr>
          <a:lstStyle/>
          <a:p>
            <a:r>
              <a:rPr lang="en-US" altLang="zh-CN" sz="2400" dirty="0">
                <a:solidFill>
                  <a:prstClr val="black"/>
                </a:solidFill>
                <a:latin typeface="微软雅黑" panose="020B0503020204020204" pitchFamily="34" charset="-122"/>
                <a:ea typeface="微软雅黑" panose="020B0503020204020204" pitchFamily="34" charset="-122"/>
                <a:cs typeface="Times New Roman" panose="02020703060505090304" pitchFamily="18" charset="0"/>
              </a:rPr>
              <a:t>20000000000000002559!!!</a:t>
            </a:r>
            <a:endParaRPr lang="zh-CN" altLang="en-US" sz="2400" dirty="0">
              <a:latin typeface="微软雅黑" panose="020B0503020204020204" pitchFamily="34" charset="-122"/>
              <a:ea typeface="微软雅黑" panose="020B0503020204020204" pitchFamily="34" charset="-122"/>
              <a:cs typeface="Times New Roman" panose="02020703060505090304" pitchFamily="18" charset="0"/>
            </a:endParaRPr>
          </a:p>
        </p:txBody>
      </p:sp>
      <p:sp>
        <p:nvSpPr>
          <p:cNvPr id="7" name="文本框 6"/>
          <p:cNvSpPr txBox="1"/>
          <p:nvPr/>
        </p:nvSpPr>
        <p:spPr>
          <a:xfrm>
            <a:off x="958215" y="4167505"/>
            <a:ext cx="10271760" cy="1997075"/>
          </a:xfrm>
          <a:prstGeom prst="rect">
            <a:avLst/>
          </a:prstGeom>
          <a:solidFill>
            <a:schemeClr val="accent2">
              <a:lumMod val="20000"/>
              <a:lumOff val="80000"/>
            </a:schemeClr>
          </a:solidFill>
        </p:spPr>
        <p:txBody>
          <a:bodyPr wrap="square">
            <a:spAutoFit/>
          </a:bodyPr>
          <a:lstStyle/>
          <a:p>
            <a:pPr marL="0" indent="0">
              <a:spcAft>
                <a:spcPct val="60000"/>
              </a:spcAft>
            </a:pPr>
            <a:r>
              <a:rPr lang="en-US" altLang="zh-CN" sz="2300" b="1" i="0">
                <a:solidFill>
                  <a:srgbClr val="000000"/>
                </a:solidFill>
              </a:rPr>
              <a:t>RSA</a:t>
            </a:r>
            <a:r>
              <a:rPr lang="zh-CN" altLang="en-US" sz="2300" b="1" i="0">
                <a:solidFill>
                  <a:srgbClr val="000000"/>
                </a:solidFill>
              </a:rPr>
              <a:t>的安全性来源</a:t>
            </a:r>
          </a:p>
          <a:p>
            <a:pPr marL="0" indent="0">
              <a:buAutoNum type="arabicPeriod"/>
            </a:pPr>
            <a:r>
              <a:rPr lang="zh-CN" altLang="en-US" sz="2100" b="0" i="0">
                <a:solidFill>
                  <a:srgbClr val="000000"/>
                </a:solidFill>
              </a:rPr>
              <a:t>大整数分解难题（</a:t>
            </a:r>
            <a:r>
              <a:rPr lang="en-US" altLang="zh-CN" sz="2100" b="0" i="0">
                <a:solidFill>
                  <a:srgbClr val="000000"/>
                </a:solidFill>
              </a:rPr>
              <a:t>Integer Factorization Problem</a:t>
            </a:r>
            <a:r>
              <a:rPr lang="zh-CN" altLang="en-US" sz="2100" b="0" i="0">
                <a:solidFill>
                  <a:srgbClr val="000000"/>
                </a:solidFill>
              </a:rPr>
              <a:t>）</a:t>
            </a:r>
          </a:p>
          <a:p>
            <a:pPr marL="0" indent="457200"/>
            <a:r>
              <a:rPr lang="zh-CN" altLang="en-US" sz="2100" b="0" i="0">
                <a:solidFill>
                  <a:srgbClr val="000000"/>
                </a:solidFill>
              </a:rPr>
              <a:t>给出</a:t>
            </a:r>
            <a:r>
              <a:rPr lang="en-US" altLang="zh-CN" sz="2100" b="0" i="0">
                <a:solidFill>
                  <a:srgbClr val="000000"/>
                </a:solidFill>
              </a:rPr>
              <a:t> n=pq</a:t>
            </a:r>
            <a:r>
              <a:rPr lang="zh-CN" altLang="en-US" sz="2100" b="0" i="0">
                <a:solidFill>
                  <a:srgbClr val="000000"/>
                </a:solidFill>
              </a:rPr>
              <a:t>，在计算上几乎不可能恢复 </a:t>
            </a:r>
            <a:r>
              <a:rPr lang="en-US" altLang="zh-CN" sz="2100" b="0" i="0">
                <a:solidFill>
                  <a:srgbClr val="000000"/>
                </a:solidFill>
              </a:rPr>
              <a:t>p, q</a:t>
            </a:r>
            <a:r>
              <a:rPr lang="zh-CN" altLang="en-US" sz="2100" b="0" i="0">
                <a:solidFill>
                  <a:srgbClr val="000000"/>
                </a:solidFill>
              </a:rPr>
              <a:t>。</a:t>
            </a:r>
          </a:p>
          <a:p>
            <a:pPr lvl="2" indent="0">
              <a:buFont typeface="Arial" panose="020B0604020202090204"/>
              <a:buChar char="◦"/>
            </a:pPr>
            <a:r>
              <a:rPr lang="zh-CN" altLang="en-US" sz="2100" b="0" i="0">
                <a:solidFill>
                  <a:srgbClr val="000000"/>
                </a:solidFill>
              </a:rPr>
              <a:t>若能分解 </a:t>
            </a:r>
            <a:r>
              <a:rPr lang="en-US" altLang="zh-CN" sz="2100" b="0" i="0">
                <a:solidFill>
                  <a:srgbClr val="000000"/>
                </a:solidFill>
              </a:rPr>
              <a:t>n</a:t>
            </a:r>
            <a:r>
              <a:rPr lang="zh-CN" altLang="en-US" sz="2100" b="0" i="0">
                <a:solidFill>
                  <a:srgbClr val="000000"/>
                </a:solidFill>
              </a:rPr>
              <a:t>，则可计算</a:t>
            </a:r>
            <a:r>
              <a:rPr lang="en-US" altLang="zh-CN" sz="2100" b="0" i="0">
                <a:solidFill>
                  <a:srgbClr val="000000"/>
                </a:solidFill>
              </a:rPr>
              <a:t> φ(n)</a:t>
            </a:r>
            <a:r>
              <a:rPr lang="zh-CN" altLang="en-US" sz="2100" b="0" i="0">
                <a:solidFill>
                  <a:srgbClr val="000000"/>
                </a:solidFill>
              </a:rPr>
              <a:t>，再推出 </a:t>
            </a:r>
            <a:r>
              <a:rPr lang="en-US" altLang="zh-CN" sz="2100" b="0" i="0">
                <a:solidFill>
                  <a:srgbClr val="000000"/>
                </a:solidFill>
              </a:rPr>
              <a:t>d</a:t>
            </a:r>
            <a:r>
              <a:rPr lang="zh-CN" altLang="en-US" sz="2100" b="0" i="0">
                <a:solidFill>
                  <a:srgbClr val="000000"/>
                </a:solidFill>
              </a:rPr>
              <a:t>。</a:t>
            </a:r>
          </a:p>
          <a:p>
            <a:pPr marL="0" indent="0">
              <a:buAutoNum type="arabicPeriod"/>
            </a:pPr>
            <a:r>
              <a:rPr lang="zh-CN" altLang="en-US" sz="2100" b="0" i="0">
                <a:solidFill>
                  <a:srgbClr val="000000"/>
                </a:solidFill>
              </a:rPr>
              <a:t>模幂不可逆</a:t>
            </a:r>
            <a:r>
              <a:rPr lang="en-US" altLang="zh-CN" sz="2100" b="0" i="0">
                <a:solidFill>
                  <a:srgbClr val="000000"/>
                </a:solidFill>
              </a:rPr>
              <a:t>： </a:t>
            </a:r>
            <a:r>
              <a:rPr lang="zh-CN" altLang="en-US" sz="2100" b="0" i="0">
                <a:solidFill>
                  <a:srgbClr val="000000"/>
                </a:solidFill>
              </a:rPr>
              <a:t>即使知道</a:t>
            </a:r>
            <a:r>
              <a:rPr lang="en-US" altLang="zh-CN" sz="2100" b="0" i="0">
                <a:solidFill>
                  <a:srgbClr val="000000"/>
                </a:solidFill>
              </a:rPr>
              <a:t> M</a:t>
            </a:r>
            <a:r>
              <a:rPr lang="en-US" altLang="zh-CN" sz="2100" b="0" i="0" baseline="30000">
                <a:solidFill>
                  <a:srgbClr val="000000"/>
                </a:solidFill>
              </a:rPr>
              <a:t>e</a:t>
            </a:r>
            <a:r>
              <a:rPr lang="en-US" altLang="zh-CN" sz="2100" b="0" i="0">
                <a:solidFill>
                  <a:srgbClr val="000000"/>
                </a:solidFill>
              </a:rPr>
              <a:t>  mod n</a:t>
            </a:r>
            <a:r>
              <a:rPr lang="zh-CN" altLang="en-US" sz="2100" b="0" i="0">
                <a:solidFill>
                  <a:srgbClr val="000000"/>
                </a:solidFill>
              </a:rPr>
              <a:t>，若不知道 </a:t>
            </a:r>
            <a:r>
              <a:rPr lang="en-US" altLang="zh-CN" sz="2100" b="0" i="0">
                <a:solidFill>
                  <a:srgbClr val="000000"/>
                </a:solidFill>
              </a:rPr>
              <a:t>d</a:t>
            </a:r>
            <a:r>
              <a:rPr lang="zh-CN" altLang="en-US" sz="2100" b="0" i="0">
                <a:solidFill>
                  <a:srgbClr val="000000"/>
                </a:solidFill>
              </a:rPr>
              <a:t>，反推 </a:t>
            </a:r>
            <a:r>
              <a:rPr lang="en-US" altLang="zh-CN" sz="2100" b="0" i="0">
                <a:solidFill>
                  <a:srgbClr val="000000"/>
                </a:solidFill>
              </a:rPr>
              <a:t>M </a:t>
            </a:r>
            <a:r>
              <a:rPr lang="zh-CN" altLang="en-US" sz="2100" b="0" i="0">
                <a:solidFill>
                  <a:srgbClr val="000000"/>
                </a:solidFill>
              </a:rPr>
              <a:t>的计算极难。</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sz="3200" b="1" dirty="0">
                <a:latin typeface="微软雅黑" panose="020B0503020204020204" pitchFamily="34" charset="-122"/>
                <a:ea typeface="微软雅黑" panose="020B0503020204020204" pitchFamily="34" charset="-122"/>
              </a:rPr>
              <a:t>公钥加密</a:t>
            </a:r>
            <a:r>
              <a:rPr lang="en-US" altLang="zh-CN" sz="3200" b="1" dirty="0">
                <a:latin typeface="微软雅黑" panose="020B0503020204020204" pitchFamily="34" charset="-122"/>
                <a:ea typeface="微软雅黑" panose="020B0503020204020204" pitchFamily="34" charset="-122"/>
              </a:rPr>
              <a:t>(RSA)</a:t>
            </a:r>
            <a:endParaRPr lang="zh-CN" altLang="en-US" sz="3200" b="1" dirty="0">
              <a:latin typeface="微软雅黑" panose="020B0503020204020204" pitchFamily="34" charset="-122"/>
              <a:ea typeface="微软雅黑" panose="020B0503020204020204" pitchFamily="34" charset="-122"/>
              <a:cs typeface="Times New Roman" panose="02020703060505090304" pitchFamily="18" charset="0"/>
            </a:endParaRPr>
          </a:p>
          <a:p>
            <a:endParaRPr lang="zh-CN" altLang="en-US" dirty="0"/>
          </a:p>
        </p:txBody>
      </p:sp>
      <p:sp>
        <p:nvSpPr>
          <p:cNvPr id="4" name="文本占位符 3"/>
          <p:cNvSpPr>
            <a:spLocks noGrp="1"/>
          </p:cNvSpPr>
          <p:nvPr>
            <p:ph type="body" sz="quarter" idx="15"/>
          </p:nvPr>
        </p:nvSpPr>
        <p:spPr/>
        <p:txBody>
          <a:bodyPr/>
          <a:lstStyle/>
          <a:p>
            <a:r>
              <a:rPr lang="en-US" altLang="zh-CN" dirty="0"/>
              <a:t>27</a:t>
            </a:r>
            <a:endParaRPr lang="zh-CN" altLang="en-US" dirty="0"/>
          </a:p>
        </p:txBody>
      </p:sp>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4773" y="1013460"/>
            <a:ext cx="11462454" cy="4029117"/>
          </a:xfrm>
          <a:prstGeom prst="rect">
            <a:avLst/>
          </a:prstGeom>
        </p:spPr>
      </p:pic>
      <p:sp>
        <p:nvSpPr>
          <p:cNvPr id="3" name="文本框 2"/>
          <p:cNvSpPr txBox="1"/>
          <p:nvPr/>
        </p:nvSpPr>
        <p:spPr>
          <a:xfrm>
            <a:off x="364490" y="5309235"/>
            <a:ext cx="11479530" cy="909320"/>
          </a:xfrm>
          <a:prstGeom prst="rect">
            <a:avLst/>
          </a:prstGeom>
          <a:solidFill>
            <a:schemeClr val="accent2">
              <a:lumMod val="20000"/>
              <a:lumOff val="80000"/>
            </a:schemeClr>
          </a:solidFill>
        </p:spPr>
        <p:txBody>
          <a:bodyPr wrap="square">
            <a:spAutoFit/>
          </a:bodyPr>
          <a:lstStyle/>
          <a:p>
            <a:pPr marL="0" indent="0">
              <a:lnSpc>
                <a:spcPct val="140000"/>
              </a:lnSpc>
            </a:pPr>
            <a:r>
              <a:rPr lang="en-US" altLang="zh-CN" sz="1900" b="0" i="0">
                <a:solidFill>
                  <a:srgbClr val="000000"/>
                </a:solidFill>
              </a:rPr>
              <a:t>RSA = </a:t>
            </a:r>
            <a:r>
              <a:rPr lang="zh-CN" altLang="en-US" sz="1900" b="0" i="0">
                <a:solidFill>
                  <a:srgbClr val="000000"/>
                </a:solidFill>
              </a:rPr>
              <a:t>通过“大整数分解困难性”实现的模幂双向变换：</a:t>
            </a:r>
            <a:r>
              <a:rPr lang="en-US" altLang="zh-CN" sz="1900" b="0" i="0">
                <a:solidFill>
                  <a:srgbClr val="000000"/>
                </a:solidFill>
              </a:rPr>
              <a:t>C=M</a:t>
            </a:r>
            <a:r>
              <a:rPr lang="en-US" altLang="zh-CN" sz="1900" b="0" i="0" baseline="30000">
                <a:solidFill>
                  <a:srgbClr val="000000"/>
                </a:solidFill>
              </a:rPr>
              <a:t>e</a:t>
            </a:r>
            <a:r>
              <a:rPr lang="en-US" altLang="zh-CN" sz="1900" b="0" i="0">
                <a:solidFill>
                  <a:srgbClr val="000000"/>
                </a:solidFill>
              </a:rPr>
              <a:t> mod n,M=C</a:t>
            </a:r>
            <a:r>
              <a:rPr lang="en-US" altLang="zh-CN" sz="1900" b="0" i="0" baseline="30000">
                <a:solidFill>
                  <a:srgbClr val="000000"/>
                </a:solidFill>
              </a:rPr>
              <a:t>d</a:t>
            </a:r>
            <a:r>
              <a:rPr lang="en-US" altLang="zh-CN" sz="1900" b="0" i="0">
                <a:solidFill>
                  <a:srgbClr val="000000"/>
                </a:solidFill>
              </a:rPr>
              <a:t> mod n, </a:t>
            </a:r>
            <a:r>
              <a:rPr lang="zh-CN" altLang="en-US" sz="1900" b="0" i="0">
                <a:solidFill>
                  <a:srgbClr val="000000"/>
                </a:solidFill>
              </a:rPr>
              <a:t>安全性来源于数学不可逆，实用性来源于混合加密。</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sz="3200" b="1" dirty="0">
                <a:latin typeface="微软雅黑" panose="020B0503020204020204" pitchFamily="34" charset="-122"/>
                <a:ea typeface="微软雅黑" panose="020B0503020204020204" pitchFamily="34" charset="-122"/>
              </a:rPr>
              <a:t>数字签名</a:t>
            </a:r>
            <a:endParaRPr lang="zh-CN" altLang="en-US" sz="3200" b="1" dirty="0">
              <a:latin typeface="微软雅黑" panose="020B0503020204020204" pitchFamily="34" charset="-122"/>
              <a:ea typeface="微软雅黑" panose="020B0503020204020204" pitchFamily="34" charset="-122"/>
              <a:cs typeface="Times New Roman" panose="02020703060505090304" pitchFamily="18" charset="0"/>
            </a:endParaRPr>
          </a:p>
          <a:p>
            <a:endParaRPr lang="zh-CN" altLang="en-US" dirty="0"/>
          </a:p>
        </p:txBody>
      </p:sp>
      <p:sp>
        <p:nvSpPr>
          <p:cNvPr id="3" name="文本占位符 2"/>
          <p:cNvSpPr>
            <a:spLocks noGrp="1"/>
          </p:cNvSpPr>
          <p:nvPr>
            <p:ph type="body" sz="quarter" idx="13"/>
          </p:nvPr>
        </p:nvSpPr>
        <p:spPr/>
        <p:txBody>
          <a:bodyPr/>
          <a:lstStyle/>
          <a:p>
            <a:pPr marL="285750" indent="-285750">
              <a:lnSpc>
                <a:spcPct val="100000"/>
              </a:lnSpc>
              <a:buFont typeface="Wingdings" panose="05000000000000000000" pitchFamily="2" charset="2"/>
              <a:buChar char="l"/>
            </a:pPr>
            <a:r>
              <a:rPr lang="zh-CN" altLang="en-US" sz="2400" dirty="0">
                <a:solidFill>
                  <a:srgbClr val="333333"/>
                </a:solidFill>
                <a:latin typeface="微软雅黑" panose="020B0503020204020204" pitchFamily="34" charset="-122"/>
                <a:ea typeface="微软雅黑" panose="020B0503020204020204" pitchFamily="34" charset="-122"/>
              </a:rPr>
              <a:t>一种类似写在纸上的普通的物理签名，但是使用了公钥加密领域的技术实现，用于鉴别数字信息的方法。</a:t>
            </a:r>
            <a:endParaRPr lang="en-US" altLang="zh-CN" sz="2400" dirty="0">
              <a:solidFill>
                <a:srgbClr val="333333"/>
              </a:solidFill>
              <a:latin typeface="微软雅黑" panose="020B0503020204020204" pitchFamily="34" charset="-122"/>
              <a:ea typeface="微软雅黑" panose="020B0503020204020204" pitchFamily="34" charset="-122"/>
            </a:endParaRPr>
          </a:p>
          <a:p>
            <a:pPr marL="285750" indent="-285750">
              <a:lnSpc>
                <a:spcPct val="100000"/>
              </a:lnSpc>
              <a:buFont typeface="Wingdings" panose="05000000000000000000" pitchFamily="2" charset="2"/>
              <a:buChar char="l"/>
            </a:pPr>
            <a:r>
              <a:rPr lang="zh-CN" altLang="en-US" sz="2400" dirty="0">
                <a:latin typeface="微软雅黑" panose="020B0503020204020204" pitchFamily="34" charset="-122"/>
                <a:ea typeface="微软雅黑" panose="020B0503020204020204" pitchFamily="34" charset="-122"/>
              </a:rPr>
              <a:t>只有信息的发送者才能产生的别人无法伪造的一段数字串，这段数字串同时也是对信息的发送者发送信息真实性的一个有效证明。</a:t>
            </a:r>
          </a:p>
          <a:p>
            <a:pPr>
              <a:lnSpc>
                <a:spcPct val="100000"/>
              </a:lnSpc>
            </a:pPr>
            <a:endParaRPr lang="zh-CN" altLang="en-US" dirty="0"/>
          </a:p>
        </p:txBody>
      </p:sp>
      <p:sp>
        <p:nvSpPr>
          <p:cNvPr id="4" name="文本占位符 3"/>
          <p:cNvSpPr>
            <a:spLocks noGrp="1"/>
          </p:cNvSpPr>
          <p:nvPr>
            <p:ph type="body" sz="quarter" idx="15"/>
          </p:nvPr>
        </p:nvSpPr>
        <p:spPr/>
        <p:txBody>
          <a:bodyPr/>
          <a:lstStyle/>
          <a:p>
            <a:r>
              <a:rPr lang="en-US" altLang="zh-CN" dirty="0"/>
              <a:t>30</a:t>
            </a:r>
            <a:endParaRPr lang="zh-CN" altLang="en-US" dirty="0"/>
          </a:p>
        </p:txBody>
      </p:sp>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54667" y="2783840"/>
            <a:ext cx="7882666" cy="2782117"/>
          </a:xfrm>
          <a:prstGeom prst="rect">
            <a:avLst/>
          </a:prstGeom>
        </p:spPr>
      </p:pic>
      <p:sp>
        <p:nvSpPr>
          <p:cNvPr id="6" name="Rectangle 3"/>
          <p:cNvSpPr txBox="1">
            <a:spLocks noChangeArrowheads="1"/>
          </p:cNvSpPr>
          <p:nvPr/>
        </p:nvSpPr>
        <p:spPr>
          <a:xfrm>
            <a:off x="1408430" y="5565775"/>
            <a:ext cx="9413875" cy="940435"/>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lnSpc>
                <a:spcPct val="120000"/>
              </a:lnSpc>
              <a:buFont typeface="Arial" panose="020B0604020202090204" pitchFamily="34" charset="0"/>
              <a:buNone/>
            </a:pPr>
            <a:r>
              <a:rPr lang="en-US" altLang="zh-CN" sz="1700" dirty="0">
                <a:latin typeface="微软雅黑" panose="020B0503020204020204" pitchFamily="34" charset="-122"/>
                <a:ea typeface="微软雅黑" panose="020B0503020204020204" pitchFamily="34" charset="-122"/>
              </a:rPr>
              <a:t>Step 1</a:t>
            </a:r>
            <a:r>
              <a:rPr lang="zh-CN" altLang="en-US" sz="1700" dirty="0">
                <a:latin typeface="微软雅黑" panose="020B0503020204020204" pitchFamily="34" charset="-122"/>
                <a:ea typeface="微软雅黑" panose="020B0503020204020204" pitchFamily="34" charset="-122"/>
              </a:rPr>
              <a:t>）发送方公开公钥，利用私钥对散列值加密；</a:t>
            </a:r>
            <a:endParaRPr lang="en-US" altLang="zh-CN" sz="1700" dirty="0">
              <a:latin typeface="微软雅黑" panose="020B0503020204020204" pitchFamily="34" charset="-122"/>
              <a:ea typeface="微软雅黑" panose="020B0503020204020204" pitchFamily="34" charset="-122"/>
            </a:endParaRPr>
          </a:p>
          <a:p>
            <a:pPr marL="0" indent="0">
              <a:lnSpc>
                <a:spcPct val="120000"/>
              </a:lnSpc>
              <a:buFont typeface="Arial" panose="020B0604020202090204" pitchFamily="34" charset="0"/>
              <a:buNone/>
            </a:pPr>
            <a:r>
              <a:rPr lang="en-US" altLang="zh-CN" sz="1700" dirty="0">
                <a:latin typeface="微软雅黑" panose="020B0503020204020204" pitchFamily="34" charset="-122"/>
                <a:ea typeface="微软雅黑" panose="020B0503020204020204" pitchFamily="34" charset="-122"/>
              </a:rPr>
              <a:t>Step 2</a:t>
            </a:r>
            <a:r>
              <a:rPr lang="zh-CN" altLang="en-US" sz="1700" dirty="0">
                <a:latin typeface="微软雅黑" panose="020B0503020204020204" pitchFamily="34" charset="-122"/>
                <a:ea typeface="微软雅黑" panose="020B0503020204020204" pitchFamily="34" charset="-122"/>
              </a:rPr>
              <a:t>）接收方利用公开的公钥处理加密的散列值，并与计算的散列值对比，如果一致，则确认该文档确实由发送方发送。</a:t>
            </a:r>
          </a:p>
        </p:txBody>
      </p:sp>
      <p:pic>
        <p:nvPicPr>
          <p:cNvPr id="34821" name="Picture 2"/>
          <p:cNvPicPr>
            <a:picLocks noChangeAspect="1"/>
          </p:cNvPicPr>
          <p:nvPr>
            <p:custDataLst>
              <p:tags r:id="rId1"/>
            </p:custDataLst>
          </p:nvPr>
        </p:nvPicPr>
        <p:blipFill>
          <a:blip r:embed="rId4"/>
          <a:stretch>
            <a:fillRect/>
          </a:stretch>
        </p:blipFill>
        <p:spPr>
          <a:xfrm>
            <a:off x="1543050" y="2783840"/>
            <a:ext cx="8760460" cy="2781300"/>
          </a:xfrm>
          <a:prstGeom prst="rect">
            <a:avLst/>
          </a:prstGeom>
          <a:noFill/>
          <a:ln w="9525">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292100" y="36513"/>
            <a:ext cx="10083354" cy="534670"/>
          </a:xfrm>
        </p:spPr>
        <p:txBody>
          <a:bodyPr/>
          <a:lstStyle/>
          <a:p>
            <a:r>
              <a:rPr lang="zh-CN" altLang="en-US" dirty="0"/>
              <a:t>椭圆曲线</a:t>
            </a:r>
            <a:r>
              <a:rPr lang="en-US" altLang="zh-CN" dirty="0"/>
              <a:t> Elliptic Curve Cryptography, ECC </a:t>
            </a:r>
            <a:r>
              <a:rPr lang="zh-CN" altLang="en-US" dirty="0"/>
              <a:t>加密原理</a:t>
            </a:r>
          </a:p>
        </p:txBody>
      </p:sp>
      <p:sp>
        <p:nvSpPr>
          <p:cNvPr id="4" name="文本占位符 3"/>
          <p:cNvSpPr>
            <a:spLocks noGrp="1"/>
          </p:cNvSpPr>
          <p:nvPr>
            <p:ph type="body" sz="quarter" idx="15"/>
          </p:nvPr>
        </p:nvSpPr>
        <p:spPr/>
        <p:txBody>
          <a:bodyPr/>
          <a:lstStyle/>
          <a:p>
            <a:endParaRPr lang="zh-CN" altLang="en-US"/>
          </a:p>
        </p:txBody>
      </p:sp>
      <p:sp>
        <p:nvSpPr>
          <p:cNvPr id="5" name="文本框 4"/>
          <p:cNvSpPr txBox="1"/>
          <p:nvPr/>
        </p:nvSpPr>
        <p:spPr>
          <a:xfrm>
            <a:off x="292100" y="800100"/>
            <a:ext cx="11553190" cy="6097905"/>
          </a:xfrm>
          <a:prstGeom prst="rect">
            <a:avLst/>
          </a:prstGeom>
        </p:spPr>
        <p:txBody>
          <a:bodyPr wrap="square">
            <a:spAutoFit/>
          </a:bodyPr>
          <a:lstStyle/>
          <a:p>
            <a:pPr indent="0" fontAlgn="auto">
              <a:spcAft>
                <a:spcPts val="0"/>
              </a:spcAft>
            </a:pPr>
            <a:r>
              <a:rPr lang="zh-CN" altLang="en-US" sz="2100" b="1" i="0">
                <a:solidFill>
                  <a:srgbClr val="000000"/>
                </a:solidFill>
              </a:rPr>
              <a:t>一、数学基础：椭圆曲线（</a:t>
            </a:r>
            <a:r>
              <a:rPr lang="en-US" altLang="zh-CN" sz="2100" b="1" i="0">
                <a:solidFill>
                  <a:srgbClr val="000000"/>
                </a:solidFill>
              </a:rPr>
              <a:t>Elliptic Curve</a:t>
            </a:r>
            <a:r>
              <a:rPr lang="zh-CN" altLang="en-US" sz="2100" b="1" i="0">
                <a:solidFill>
                  <a:srgbClr val="000000"/>
                </a:solidFill>
              </a:rPr>
              <a:t>）</a:t>
            </a:r>
          </a:p>
          <a:p>
            <a:pPr marL="0" indent="0">
              <a:lnSpc>
                <a:spcPct val="120000"/>
              </a:lnSpc>
            </a:pPr>
            <a:r>
              <a:rPr lang="en-US" altLang="zh-CN" sz="2100" b="0" i="0">
                <a:solidFill>
                  <a:srgbClr val="000000"/>
                </a:solidFill>
              </a:rPr>
              <a:t>ECC </a:t>
            </a:r>
            <a:r>
              <a:rPr lang="zh-CN" altLang="en-US" sz="2100" b="0" i="0">
                <a:solidFill>
                  <a:srgbClr val="000000"/>
                </a:solidFill>
              </a:rPr>
              <a:t>基于一种定义在有限域（</a:t>
            </a:r>
            <a:r>
              <a:rPr lang="en-US" altLang="zh-CN" sz="2100" b="0" i="0">
                <a:solidFill>
                  <a:srgbClr val="000000"/>
                </a:solidFill>
              </a:rPr>
              <a:t>finite field</a:t>
            </a:r>
            <a:r>
              <a:rPr lang="zh-CN" altLang="en-US" sz="2100" b="0" i="0">
                <a:solidFill>
                  <a:srgbClr val="000000"/>
                </a:solidFill>
              </a:rPr>
              <a:t>）上的曲线，称为</a:t>
            </a:r>
            <a:r>
              <a:rPr lang="en-US" altLang="zh-CN" sz="2100" b="0" i="0">
                <a:solidFill>
                  <a:srgbClr val="000000"/>
                </a:solidFill>
              </a:rPr>
              <a:t> </a:t>
            </a:r>
            <a:r>
              <a:rPr lang="zh-CN" altLang="en-US" sz="2100" b="0" i="0">
                <a:solidFill>
                  <a:srgbClr val="000000"/>
                </a:solidFill>
              </a:rPr>
              <a:t>椭圆曲线（</a:t>
            </a:r>
            <a:r>
              <a:rPr lang="en-US" altLang="zh-CN" sz="2100" b="0" i="0">
                <a:solidFill>
                  <a:srgbClr val="000000"/>
                </a:solidFill>
              </a:rPr>
              <a:t>elliptic curve</a:t>
            </a:r>
            <a:r>
              <a:rPr lang="zh-CN" altLang="en-US" sz="2100" b="0" i="0">
                <a:solidFill>
                  <a:srgbClr val="000000"/>
                </a:solidFill>
              </a:rPr>
              <a:t>），它的标准方程是：</a:t>
            </a:r>
            <a:r>
              <a:rPr lang="en-US" altLang="zh-CN" sz="2100" b="0" i="0">
                <a:solidFill>
                  <a:srgbClr val="000000"/>
                </a:solidFill>
              </a:rPr>
              <a:t> y</a:t>
            </a:r>
            <a:r>
              <a:rPr lang="en-US" altLang="zh-CN" sz="2100" b="0" i="0" baseline="30000">
                <a:solidFill>
                  <a:srgbClr val="000000"/>
                </a:solidFill>
              </a:rPr>
              <a:t>2</a:t>
            </a:r>
            <a:r>
              <a:rPr lang="en-US" altLang="zh-CN" sz="2100" b="0" i="0">
                <a:solidFill>
                  <a:srgbClr val="000000"/>
                </a:solidFill>
              </a:rPr>
              <a:t>=x</a:t>
            </a:r>
            <a:r>
              <a:rPr lang="en-US" altLang="zh-CN" sz="2100" b="0" i="0" baseline="30000">
                <a:solidFill>
                  <a:srgbClr val="000000"/>
                </a:solidFill>
              </a:rPr>
              <a:t>3</a:t>
            </a:r>
            <a:r>
              <a:rPr lang="en-US" altLang="zh-CN" sz="2100" b="0" i="0">
                <a:solidFill>
                  <a:srgbClr val="000000"/>
                </a:solidFill>
              </a:rPr>
              <a:t>+ax+by</a:t>
            </a:r>
            <a:r>
              <a:rPr lang="zh-CN" altLang="en-US" sz="2100" b="0" i="0">
                <a:solidFill>
                  <a:srgbClr val="000000"/>
                </a:solidFill>
              </a:rPr>
              <a:t>，其中</a:t>
            </a:r>
            <a:r>
              <a:rPr lang="en-US" altLang="zh-CN" sz="2100" b="0" i="0">
                <a:solidFill>
                  <a:srgbClr val="000000"/>
                </a:solidFill>
              </a:rPr>
              <a:t> aa </a:t>
            </a:r>
            <a:r>
              <a:rPr lang="zh-CN" altLang="en-US" sz="2100" b="0" i="0">
                <a:solidFill>
                  <a:srgbClr val="000000"/>
                </a:solidFill>
              </a:rPr>
              <a:t>和</a:t>
            </a:r>
            <a:r>
              <a:rPr lang="en-US" altLang="zh-CN" sz="2100" b="0" i="0">
                <a:solidFill>
                  <a:srgbClr val="000000"/>
                </a:solidFill>
              </a:rPr>
              <a:t> bb </a:t>
            </a:r>
            <a:r>
              <a:rPr lang="zh-CN" altLang="en-US" sz="2100" b="0" i="0">
                <a:solidFill>
                  <a:srgbClr val="000000"/>
                </a:solidFill>
              </a:rPr>
              <a:t>必须满足：</a:t>
            </a:r>
            <a:r>
              <a:rPr lang="en-US" altLang="zh-CN" sz="2100" b="0" i="0">
                <a:solidFill>
                  <a:srgbClr val="000000"/>
                </a:solidFill>
              </a:rPr>
              <a:t>4a</a:t>
            </a:r>
            <a:r>
              <a:rPr lang="en-US" altLang="zh-CN" sz="2100" b="0" i="0" baseline="30000">
                <a:solidFill>
                  <a:srgbClr val="000000"/>
                </a:solidFill>
              </a:rPr>
              <a:t>3</a:t>
            </a:r>
            <a:r>
              <a:rPr lang="en-US" altLang="zh-CN" sz="2100" b="0" i="0">
                <a:solidFill>
                  <a:srgbClr val="000000"/>
                </a:solidFill>
              </a:rPr>
              <a:t>+27b</a:t>
            </a:r>
            <a:r>
              <a:rPr lang="en-US" altLang="zh-CN" sz="2100" b="0" i="0" baseline="30000">
                <a:solidFill>
                  <a:srgbClr val="000000"/>
                </a:solidFill>
              </a:rPr>
              <a:t>2</a:t>
            </a:r>
            <a:r>
              <a:rPr lang="en-US" altLang="zh-CN" sz="2100" b="0" i="0">
                <a:solidFill>
                  <a:srgbClr val="000000"/>
                </a:solidFill>
              </a:rPr>
              <a:t>≠0</a:t>
            </a:r>
            <a:r>
              <a:rPr lang="zh-CN" altLang="en-US" sz="2100" b="0" i="0">
                <a:solidFill>
                  <a:srgbClr val="000000"/>
                </a:solidFill>
              </a:rPr>
              <a:t>，以保证曲线没有尖点或自交点。</a:t>
            </a:r>
          </a:p>
          <a:p>
            <a:pPr indent="0" fontAlgn="auto">
              <a:spcAft>
                <a:spcPts val="0"/>
              </a:spcAft>
            </a:pPr>
            <a:r>
              <a:rPr lang="en-US" altLang="zh-CN" sz="2100" b="1" i="0">
                <a:solidFill>
                  <a:srgbClr val="000000"/>
                </a:solidFill>
              </a:rPr>
              <a:t>✅ </a:t>
            </a:r>
            <a:r>
              <a:rPr lang="zh-CN" altLang="en-US" sz="2100" b="1" i="0">
                <a:solidFill>
                  <a:srgbClr val="000000"/>
                </a:solidFill>
              </a:rPr>
              <a:t>定义域</a:t>
            </a:r>
          </a:p>
          <a:p>
            <a:pPr marL="0" indent="0">
              <a:lnSpc>
                <a:spcPct val="110000"/>
              </a:lnSpc>
              <a:buFont typeface="Arial" panose="020B0604020202090204"/>
              <a:buChar char="•"/>
            </a:pPr>
            <a:r>
              <a:rPr lang="zh-CN" altLang="en-US" sz="2100" b="0" i="0">
                <a:solidFill>
                  <a:srgbClr val="000000"/>
                </a:solidFill>
              </a:rPr>
              <a:t>椭圆曲线可以定义在实数域（</a:t>
            </a:r>
            <a:r>
              <a:rPr lang="en-US" altLang="zh-CN" sz="2100" b="0" i="0">
                <a:solidFill>
                  <a:srgbClr val="000000"/>
                </a:solidFill>
              </a:rPr>
              <a:t>R</a:t>
            </a:r>
            <a:r>
              <a:rPr lang="zh-CN" altLang="en-US" sz="2100" b="0" i="0">
                <a:solidFill>
                  <a:srgbClr val="000000"/>
                </a:solidFill>
              </a:rPr>
              <a:t>）上，方便理解；</a:t>
            </a:r>
          </a:p>
          <a:p>
            <a:pPr marL="0" indent="0">
              <a:lnSpc>
                <a:spcPct val="110000"/>
              </a:lnSpc>
              <a:buFont typeface="Arial" panose="020B0604020202090204"/>
              <a:buChar char="•"/>
            </a:pPr>
            <a:r>
              <a:rPr lang="zh-CN" altLang="en-US" sz="2100" b="0" i="0">
                <a:solidFill>
                  <a:srgbClr val="000000"/>
                </a:solidFill>
              </a:rPr>
              <a:t>实际用于密码学时，定义在有限域（</a:t>
            </a:r>
            <a:r>
              <a:rPr lang="en-US" altLang="zh-CN" sz="2100" b="0" i="0">
                <a:solidFill>
                  <a:srgbClr val="000000"/>
                </a:solidFill>
              </a:rPr>
              <a:t>finite field</a:t>
            </a:r>
            <a:r>
              <a:rPr lang="zh-CN" altLang="en-US" sz="2100" b="0" i="0">
                <a:solidFill>
                  <a:srgbClr val="000000"/>
                </a:solidFill>
              </a:rPr>
              <a:t>）上：</a:t>
            </a:r>
          </a:p>
          <a:p>
            <a:pPr lvl="2" indent="0">
              <a:lnSpc>
                <a:spcPct val="110000"/>
              </a:lnSpc>
              <a:buFont typeface="Arial" panose="020B0604020202090204"/>
              <a:buChar char="◦"/>
            </a:pPr>
            <a:r>
              <a:rPr lang="zh-CN" altLang="en-US" sz="2100" b="0" i="0">
                <a:solidFill>
                  <a:srgbClr val="000000"/>
                </a:solidFill>
              </a:rPr>
              <a:t>常见是</a:t>
            </a:r>
            <a:r>
              <a:rPr lang="en-US" altLang="zh-CN" sz="2100" b="0" i="0">
                <a:solidFill>
                  <a:srgbClr val="000000"/>
                </a:solidFill>
              </a:rPr>
              <a:t> </a:t>
            </a:r>
            <a:r>
              <a:rPr lang="zh-CN" altLang="en-US" sz="2100" b="0" i="0">
                <a:solidFill>
                  <a:srgbClr val="000000"/>
                </a:solidFill>
              </a:rPr>
              <a:t>素域</a:t>
            </a:r>
            <a:r>
              <a:rPr lang="en-US" altLang="zh-CN" sz="2100" b="0" i="0">
                <a:solidFill>
                  <a:srgbClr val="000000"/>
                </a:solidFill>
              </a:rPr>
              <a:t> F</a:t>
            </a:r>
            <a:r>
              <a:rPr lang="en-US" altLang="zh-CN" sz="2100" b="0" i="0" baseline="-25000">
                <a:solidFill>
                  <a:srgbClr val="000000"/>
                </a:solidFill>
              </a:rPr>
              <a:t>p​</a:t>
            </a:r>
            <a:r>
              <a:rPr lang="zh-CN" altLang="en-US" sz="2100" b="0" i="0">
                <a:solidFill>
                  <a:srgbClr val="000000"/>
                </a:solidFill>
              </a:rPr>
              <a:t>，即模 </a:t>
            </a:r>
            <a:r>
              <a:rPr lang="en-US" altLang="zh-CN" sz="2100" b="0" i="0">
                <a:solidFill>
                  <a:srgbClr val="000000"/>
                </a:solidFill>
              </a:rPr>
              <a:t>p </a:t>
            </a:r>
            <a:r>
              <a:rPr lang="zh-CN" altLang="en-US" sz="2100" b="0" i="0">
                <a:solidFill>
                  <a:srgbClr val="000000"/>
                </a:solidFill>
              </a:rPr>
              <a:t>的整数；</a:t>
            </a:r>
          </a:p>
          <a:p>
            <a:pPr lvl="2" indent="0">
              <a:lnSpc>
                <a:spcPct val="110000"/>
              </a:lnSpc>
              <a:buFont typeface="Arial" panose="020B0604020202090204"/>
              <a:buChar char="◦"/>
            </a:pPr>
            <a:r>
              <a:rPr lang="zh-CN" altLang="en-US" sz="2100" b="0" i="0">
                <a:solidFill>
                  <a:srgbClr val="000000"/>
                </a:solidFill>
              </a:rPr>
              <a:t>或</a:t>
            </a:r>
            <a:r>
              <a:rPr lang="en-US" altLang="zh-CN" sz="2100" b="0" i="0">
                <a:solidFill>
                  <a:srgbClr val="000000"/>
                </a:solidFill>
              </a:rPr>
              <a:t> </a:t>
            </a:r>
            <a:r>
              <a:rPr lang="zh-CN" altLang="en-US" sz="2100" b="0" i="0">
                <a:solidFill>
                  <a:srgbClr val="000000"/>
                </a:solidFill>
              </a:rPr>
              <a:t>二进制域</a:t>
            </a:r>
            <a:r>
              <a:rPr lang="en-US" altLang="zh-CN" sz="2100" b="0" i="0">
                <a:solidFill>
                  <a:srgbClr val="000000"/>
                </a:solidFill>
              </a:rPr>
              <a:t> F</a:t>
            </a:r>
            <a:r>
              <a:rPr lang="en-US" altLang="zh-CN" sz="2100" b="0" i="0" baseline="-25000">
                <a:solidFill>
                  <a:srgbClr val="000000"/>
                </a:solidFill>
              </a:rPr>
              <a:t>2m​</a:t>
            </a:r>
            <a:r>
              <a:rPr lang="zh-CN" altLang="en-US" sz="2100" b="0" i="0">
                <a:solidFill>
                  <a:srgbClr val="000000"/>
                </a:solidFill>
              </a:rPr>
              <a:t>，用于硬件实现。</a:t>
            </a:r>
          </a:p>
          <a:p>
            <a:pPr indent="0" fontAlgn="auto">
              <a:spcAft>
                <a:spcPts val="0"/>
              </a:spcAft>
            </a:pPr>
            <a:r>
              <a:rPr lang="en-US" altLang="zh-CN" sz="2100" b="1" i="0">
                <a:solidFill>
                  <a:srgbClr val="000000"/>
                </a:solidFill>
              </a:rPr>
              <a:t>✅ “</a:t>
            </a:r>
            <a:r>
              <a:rPr lang="zh-CN" altLang="en-US" sz="2100" b="1" i="0">
                <a:solidFill>
                  <a:srgbClr val="000000"/>
                </a:solidFill>
              </a:rPr>
              <a:t>点加法”（</a:t>
            </a:r>
            <a:r>
              <a:rPr lang="en-US" altLang="zh-CN" sz="2100" b="1" i="0">
                <a:solidFill>
                  <a:srgbClr val="000000"/>
                </a:solidFill>
              </a:rPr>
              <a:t>Point Addition</a:t>
            </a:r>
            <a:r>
              <a:rPr lang="zh-CN" altLang="en-US" sz="2100" b="1" i="0">
                <a:solidFill>
                  <a:srgbClr val="000000"/>
                </a:solidFill>
              </a:rPr>
              <a:t>）</a:t>
            </a:r>
          </a:p>
          <a:p>
            <a:pPr marL="0" indent="0">
              <a:lnSpc>
                <a:spcPct val="110000"/>
              </a:lnSpc>
            </a:pPr>
            <a:r>
              <a:rPr lang="zh-CN" altLang="en-US" sz="2100" b="0" i="0">
                <a:solidFill>
                  <a:srgbClr val="000000"/>
                </a:solidFill>
              </a:rPr>
              <a:t>椭圆曲线上的点具有加法群结构（</a:t>
            </a:r>
            <a:r>
              <a:rPr lang="en-US" altLang="zh-CN" sz="2100" b="0" i="0">
                <a:solidFill>
                  <a:srgbClr val="000000"/>
                </a:solidFill>
              </a:rPr>
              <a:t>Abelian group</a:t>
            </a:r>
            <a:r>
              <a:rPr lang="zh-CN" altLang="en-US" sz="2100" b="0" i="0">
                <a:solidFill>
                  <a:srgbClr val="000000"/>
                </a:solidFill>
              </a:rPr>
              <a:t>），这就是 </a:t>
            </a:r>
            <a:r>
              <a:rPr lang="en-US" altLang="zh-CN" sz="2100" b="0" i="0">
                <a:solidFill>
                  <a:srgbClr val="000000"/>
                </a:solidFill>
              </a:rPr>
              <a:t>ECC </a:t>
            </a:r>
            <a:r>
              <a:rPr lang="zh-CN" altLang="en-US" sz="2100" b="0" i="0">
                <a:solidFill>
                  <a:srgbClr val="000000"/>
                </a:solidFill>
              </a:rPr>
              <a:t>安全性的来源。</a:t>
            </a:r>
          </a:p>
          <a:p>
            <a:pPr marL="0" indent="0">
              <a:lnSpc>
                <a:spcPct val="110000"/>
              </a:lnSpc>
            </a:pPr>
            <a:r>
              <a:rPr lang="zh-CN" altLang="en-US" sz="2100" b="0" i="0">
                <a:solidFill>
                  <a:srgbClr val="000000"/>
                </a:solidFill>
              </a:rPr>
              <a:t>对于曲线上的两个点</a:t>
            </a:r>
            <a:r>
              <a:rPr lang="en-US" altLang="zh-CN" sz="2100" b="0" i="0">
                <a:solidFill>
                  <a:srgbClr val="000000"/>
                </a:solidFill>
              </a:rPr>
              <a:t> PP </a:t>
            </a:r>
            <a:r>
              <a:rPr lang="zh-CN" altLang="en-US" sz="2100" b="0" i="0">
                <a:solidFill>
                  <a:srgbClr val="000000"/>
                </a:solidFill>
              </a:rPr>
              <a:t>和</a:t>
            </a:r>
            <a:r>
              <a:rPr lang="en-US" altLang="zh-CN" sz="2100" b="0" i="0">
                <a:solidFill>
                  <a:srgbClr val="000000"/>
                </a:solidFill>
              </a:rPr>
              <a:t> QQ</a:t>
            </a:r>
            <a:r>
              <a:rPr lang="zh-CN" altLang="en-US" sz="2100" b="0" i="0">
                <a:solidFill>
                  <a:srgbClr val="000000"/>
                </a:solidFill>
              </a:rPr>
              <a:t>，定义加法：</a:t>
            </a:r>
          </a:p>
          <a:p>
            <a:pPr marL="457200" lvl="1" indent="0">
              <a:lnSpc>
                <a:spcPct val="110000"/>
              </a:lnSpc>
              <a:buFont typeface="Arial" panose="020B0604020202090204"/>
              <a:buChar char="•"/>
            </a:pPr>
            <a:r>
              <a:rPr lang="zh-CN" altLang="en-US" sz="2100" b="0" i="0">
                <a:solidFill>
                  <a:srgbClr val="000000"/>
                </a:solidFill>
              </a:rPr>
              <a:t>过</a:t>
            </a:r>
            <a:r>
              <a:rPr lang="en-US" altLang="zh-CN" sz="2100" b="0" i="0">
                <a:solidFill>
                  <a:srgbClr val="000000"/>
                </a:solidFill>
              </a:rPr>
              <a:t> P </a:t>
            </a:r>
            <a:r>
              <a:rPr lang="zh-CN" altLang="en-US" sz="2100" b="0" i="0">
                <a:solidFill>
                  <a:srgbClr val="000000"/>
                </a:solidFill>
              </a:rPr>
              <a:t>和</a:t>
            </a:r>
            <a:r>
              <a:rPr lang="en-US" altLang="zh-CN" sz="2100" b="0" i="0">
                <a:solidFill>
                  <a:srgbClr val="000000"/>
                </a:solidFill>
              </a:rPr>
              <a:t> Q </a:t>
            </a:r>
            <a:r>
              <a:rPr lang="zh-CN" altLang="en-US" sz="2100" b="0" i="0">
                <a:solidFill>
                  <a:srgbClr val="000000"/>
                </a:solidFill>
              </a:rPr>
              <a:t>画一条直线；</a:t>
            </a:r>
          </a:p>
          <a:p>
            <a:pPr marL="457200" lvl="1" indent="0">
              <a:lnSpc>
                <a:spcPct val="110000"/>
              </a:lnSpc>
              <a:buFont typeface="Arial" panose="020B0604020202090204"/>
              <a:buChar char="•"/>
            </a:pPr>
            <a:r>
              <a:rPr lang="zh-CN" altLang="en-US" sz="2100" b="0" i="0">
                <a:solidFill>
                  <a:srgbClr val="000000"/>
                </a:solidFill>
              </a:rPr>
              <a:t>直线再次与曲线相交于第三点</a:t>
            </a:r>
            <a:r>
              <a:rPr lang="en-US" altLang="zh-CN" sz="2100" b="0" i="0">
                <a:solidFill>
                  <a:srgbClr val="000000"/>
                </a:solidFill>
              </a:rPr>
              <a:t> R′</a:t>
            </a:r>
            <a:r>
              <a:rPr lang="zh-CN" altLang="en-US" sz="2100" b="0" i="0">
                <a:solidFill>
                  <a:srgbClr val="000000"/>
                </a:solidFill>
              </a:rPr>
              <a:t>；</a:t>
            </a:r>
          </a:p>
          <a:p>
            <a:pPr marL="457200" lvl="1" indent="0">
              <a:lnSpc>
                <a:spcPct val="110000"/>
              </a:lnSpc>
              <a:buFont typeface="Arial" panose="020B0604020202090204"/>
              <a:buChar char="•"/>
            </a:pPr>
            <a:r>
              <a:rPr lang="zh-CN" altLang="en-US" sz="2100" b="0" i="0">
                <a:solidFill>
                  <a:srgbClr val="000000"/>
                </a:solidFill>
              </a:rPr>
              <a:t>取关于 </a:t>
            </a:r>
            <a:r>
              <a:rPr lang="en-US" altLang="zh-CN" sz="2100" b="0" i="0">
                <a:solidFill>
                  <a:srgbClr val="000000"/>
                </a:solidFill>
              </a:rPr>
              <a:t>x </a:t>
            </a:r>
            <a:r>
              <a:rPr lang="zh-CN" altLang="en-US" sz="2100" b="0" i="0">
                <a:solidFill>
                  <a:srgbClr val="000000"/>
                </a:solidFill>
              </a:rPr>
              <a:t>轴的对称点</a:t>
            </a:r>
            <a:r>
              <a:rPr lang="en-US" altLang="zh-CN" sz="2100" b="0" i="0">
                <a:solidFill>
                  <a:srgbClr val="000000"/>
                </a:solidFill>
              </a:rPr>
              <a:t> R</a:t>
            </a:r>
            <a:r>
              <a:rPr lang="zh-CN" altLang="en-US" sz="2100" b="0" i="0">
                <a:solidFill>
                  <a:srgbClr val="000000"/>
                </a:solidFill>
              </a:rPr>
              <a:t>，即</a:t>
            </a:r>
            <a:r>
              <a:rPr lang="en-US" altLang="zh-CN" sz="2100" b="0" i="0">
                <a:solidFill>
                  <a:srgbClr val="000000"/>
                </a:solidFill>
              </a:rPr>
              <a:t> P+Q=R</a:t>
            </a:r>
            <a:r>
              <a:rPr lang="zh-CN" altLang="en-US" sz="2100" b="0" i="0">
                <a:solidFill>
                  <a:srgbClr val="000000"/>
                </a:solidFill>
              </a:rPr>
              <a:t>。</a:t>
            </a:r>
          </a:p>
          <a:p>
            <a:pPr marL="0" indent="457200">
              <a:lnSpc>
                <a:spcPct val="110000"/>
              </a:lnSpc>
            </a:pPr>
            <a:r>
              <a:rPr lang="zh-CN" altLang="en-US" sz="2100" b="0" i="0">
                <a:solidFill>
                  <a:srgbClr val="000000"/>
                </a:solidFill>
              </a:rPr>
              <a:t>如果</a:t>
            </a:r>
            <a:r>
              <a:rPr lang="en-US" altLang="zh-CN" sz="2100" b="0" i="0">
                <a:solidFill>
                  <a:srgbClr val="000000"/>
                </a:solidFill>
              </a:rPr>
              <a:t> P=Q</a:t>
            </a:r>
            <a:r>
              <a:rPr lang="zh-CN" altLang="en-US" sz="2100" b="0" i="0">
                <a:solidFill>
                  <a:srgbClr val="000000"/>
                </a:solidFill>
              </a:rPr>
              <a:t>，则用切线定义“点倍加”：</a:t>
            </a:r>
          </a:p>
          <a:p>
            <a:pPr marL="457200" lvl="1" indent="0">
              <a:lnSpc>
                <a:spcPct val="110000"/>
              </a:lnSpc>
              <a:buFont typeface="Arial" panose="020B0604020202090204"/>
              <a:buChar char="•"/>
            </a:pPr>
            <a:r>
              <a:rPr lang="en-US" altLang="zh-CN" sz="2100" b="0" i="0">
                <a:solidFill>
                  <a:srgbClr val="000000"/>
                </a:solidFill>
              </a:rPr>
              <a:t>2P=P+P </a:t>
            </a:r>
            <a:r>
              <a:rPr lang="zh-CN" altLang="en-US" sz="2100" b="0" i="0">
                <a:solidFill>
                  <a:srgbClr val="000000"/>
                </a:solidFill>
              </a:rPr>
              <a:t>：过 </a:t>
            </a:r>
            <a:r>
              <a:rPr lang="en-US" altLang="zh-CN" sz="2100" b="0" i="0">
                <a:solidFill>
                  <a:srgbClr val="000000"/>
                </a:solidFill>
              </a:rPr>
              <a:t>P </a:t>
            </a:r>
            <a:r>
              <a:rPr lang="zh-CN" altLang="en-US" sz="2100" b="0" i="0">
                <a:solidFill>
                  <a:srgbClr val="000000"/>
                </a:solidFill>
              </a:rPr>
              <a:t>作切线，得到同样的几何定义。</a:t>
            </a:r>
          </a:p>
          <a:p>
            <a:pPr marL="0" indent="0">
              <a:lnSpc>
                <a:spcPct val="110000"/>
              </a:lnSpc>
            </a:pPr>
            <a:r>
              <a:rPr lang="zh-CN" altLang="en-US" sz="2100" b="0" i="0">
                <a:solidFill>
                  <a:srgbClr val="000000"/>
                </a:solidFill>
              </a:rPr>
              <a:t>这样，椭圆曲线上的点可以无限次地做加法（模有限域）。</a:t>
            </a:r>
          </a:p>
        </p:txBody>
      </p:sp>
      <p:sp>
        <p:nvSpPr>
          <p:cNvPr id="6" name="文本框 5"/>
          <p:cNvSpPr txBox="1"/>
          <p:nvPr/>
        </p:nvSpPr>
        <p:spPr>
          <a:xfrm>
            <a:off x="7936865" y="2628265"/>
            <a:ext cx="2921635" cy="460375"/>
          </a:xfrm>
          <a:prstGeom prst="rect">
            <a:avLst/>
          </a:prstGeom>
          <a:solidFill>
            <a:schemeClr val="accent2">
              <a:lumMod val="20000"/>
              <a:lumOff val="80000"/>
            </a:schemeClr>
          </a:solidFill>
        </p:spPr>
        <p:txBody>
          <a:bodyPr wrap="square" rtlCol="0">
            <a:spAutoFit/>
          </a:bodyPr>
          <a:lstStyle/>
          <a:p>
            <a:pPr algn="ctr"/>
            <a:r>
              <a:rPr lang="zh-CN" altLang="en-US" sz="2400" b="1"/>
              <a:t>椭圆曲线</a:t>
            </a:r>
            <a:r>
              <a:rPr lang="en-US" altLang="zh-CN" sz="2400" b="1"/>
              <a:t> </a:t>
            </a:r>
            <a:r>
              <a:rPr lang="en-US" altLang="zh-CN" sz="2400" b="1">
                <a:solidFill>
                  <a:srgbClr val="000000"/>
                </a:solidFill>
                <a:sym typeface="+mn-ea"/>
              </a:rPr>
              <a:t>≠ </a:t>
            </a:r>
            <a:r>
              <a:rPr lang="zh-CN" altLang="en-US" sz="2400" b="1">
                <a:solidFill>
                  <a:srgbClr val="000000"/>
                </a:solidFill>
                <a:sym typeface="+mn-ea"/>
              </a:rPr>
              <a:t>椭圆</a:t>
            </a:r>
            <a:r>
              <a:rPr lang="en-US" altLang="zh-CN" sz="2400" b="1"/>
              <a:t> </a:t>
            </a:r>
          </a:p>
        </p:txBody>
      </p:sp>
      <p:sp>
        <p:nvSpPr>
          <p:cNvPr id="7" name="文本框 6"/>
          <p:cNvSpPr txBox="1"/>
          <p:nvPr>
            <p:custDataLst>
              <p:tags r:id="rId1"/>
            </p:custDataLst>
          </p:nvPr>
        </p:nvSpPr>
        <p:spPr>
          <a:xfrm>
            <a:off x="7466965" y="4914265"/>
            <a:ext cx="3391535" cy="1198880"/>
          </a:xfrm>
          <a:prstGeom prst="rect">
            <a:avLst/>
          </a:prstGeom>
          <a:solidFill>
            <a:schemeClr val="accent2">
              <a:lumMod val="20000"/>
              <a:lumOff val="80000"/>
            </a:schemeClr>
          </a:solidFill>
        </p:spPr>
        <p:txBody>
          <a:bodyPr wrap="square" rtlCol="0">
            <a:spAutoFit/>
          </a:bodyPr>
          <a:lstStyle/>
          <a:p>
            <a:pPr algn="l"/>
            <a:r>
              <a:rPr lang="zh-CN" altLang="en-US" sz="2400" b="1"/>
              <a:t>椭圆曲线上的点加法是一种几何操作的结果</a:t>
            </a:r>
            <a:r>
              <a:rPr lang="en-US" altLang="zh-CN" sz="2400" b="1"/>
              <a:t>，</a:t>
            </a:r>
            <a:r>
              <a:rPr lang="zh-CN" altLang="en-US" sz="2400" b="1"/>
              <a:t>不是代数加法运算</a:t>
            </a:r>
            <a:r>
              <a:rPr lang="en-US" altLang="zh-CN" sz="2400" b="1"/>
              <a:t> </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494030" y="90805"/>
            <a:ext cx="9768840" cy="534670"/>
          </a:xfrm>
        </p:spPr>
        <p:txBody>
          <a:bodyPr/>
          <a:lstStyle/>
          <a:p>
            <a:r>
              <a:rPr lang="en-US" altLang="zh-CN"/>
              <a:t>ECC </a:t>
            </a:r>
            <a:r>
              <a:rPr lang="zh-CN" altLang="en-US"/>
              <a:t>核心思想</a:t>
            </a:r>
          </a:p>
        </p:txBody>
      </p:sp>
      <p:sp>
        <p:nvSpPr>
          <p:cNvPr id="4" name="文本占位符 3"/>
          <p:cNvSpPr>
            <a:spLocks noGrp="1"/>
          </p:cNvSpPr>
          <p:nvPr>
            <p:ph type="body" sz="quarter" idx="15"/>
          </p:nvPr>
        </p:nvSpPr>
        <p:spPr/>
        <p:txBody>
          <a:bodyPr/>
          <a:lstStyle/>
          <a:p>
            <a:endParaRPr lang="zh-CN" altLang="en-US"/>
          </a:p>
        </p:txBody>
      </p:sp>
      <p:sp>
        <p:nvSpPr>
          <p:cNvPr id="3" name="文本框 2"/>
          <p:cNvSpPr txBox="1"/>
          <p:nvPr/>
        </p:nvSpPr>
        <p:spPr>
          <a:xfrm>
            <a:off x="201930" y="821055"/>
            <a:ext cx="5788025" cy="5758815"/>
          </a:xfrm>
          <a:prstGeom prst="rect">
            <a:avLst/>
          </a:prstGeom>
        </p:spPr>
        <p:txBody>
          <a:bodyPr wrap="square">
            <a:spAutoFit/>
          </a:bodyPr>
          <a:lstStyle/>
          <a:p>
            <a:pPr indent="0" fontAlgn="auto">
              <a:lnSpc>
                <a:spcPct val="100000"/>
              </a:lnSpc>
              <a:spcAft>
                <a:spcPts val="0"/>
              </a:spcAft>
            </a:pPr>
            <a:r>
              <a:rPr lang="en-US" altLang="zh-CN" sz="2300" b="1" i="0">
                <a:solidFill>
                  <a:srgbClr val="000000"/>
                </a:solidFill>
              </a:rPr>
              <a:t>ECC </a:t>
            </a:r>
            <a:r>
              <a:rPr lang="zh-CN" altLang="en-US" sz="2300" b="1" i="0">
                <a:solidFill>
                  <a:srgbClr val="000000"/>
                </a:solidFill>
              </a:rPr>
              <a:t>的核心思想：离散对数难题</a:t>
            </a:r>
            <a:r>
              <a:rPr lang="en-US" altLang="zh-CN" sz="2300" b="1" i="0">
                <a:solidFill>
                  <a:srgbClr val="000000"/>
                </a:solidFill>
              </a:rPr>
              <a:t>   </a:t>
            </a:r>
            <a:endParaRPr lang="zh-CN" altLang="en-US" sz="2300" b="1" i="0">
              <a:solidFill>
                <a:srgbClr val="000000"/>
              </a:solidFill>
            </a:endParaRPr>
          </a:p>
          <a:p>
            <a:pPr indent="0" fontAlgn="auto">
              <a:lnSpc>
                <a:spcPct val="100000"/>
              </a:lnSpc>
              <a:spcAft>
                <a:spcPts val="0"/>
              </a:spcAft>
            </a:pPr>
            <a:r>
              <a:rPr lang="zh-CN" altLang="en-US" sz="2300" b="1" i="0">
                <a:solidFill>
                  <a:srgbClr val="000000"/>
                </a:solidFill>
              </a:rPr>
              <a:t>（</a:t>
            </a:r>
            <a:r>
              <a:rPr lang="en-US" altLang="zh-CN" sz="2300" b="1" i="0">
                <a:solidFill>
                  <a:srgbClr val="000000"/>
                </a:solidFill>
              </a:rPr>
              <a:t>Discrete Logarithm Problem</a:t>
            </a:r>
            <a:r>
              <a:rPr lang="zh-CN" altLang="en-US" sz="2300" b="1" i="0">
                <a:solidFill>
                  <a:srgbClr val="000000"/>
                </a:solidFill>
              </a:rPr>
              <a:t>）</a:t>
            </a:r>
          </a:p>
          <a:p>
            <a:pPr marL="0" indent="0">
              <a:lnSpc>
                <a:spcPct val="130000"/>
              </a:lnSpc>
            </a:pPr>
            <a:r>
              <a:rPr lang="en-US" altLang="zh-CN" sz="2100" b="0" i="0">
                <a:solidFill>
                  <a:srgbClr val="000000"/>
                </a:solidFill>
              </a:rPr>
              <a:t>ECC </a:t>
            </a:r>
            <a:r>
              <a:rPr lang="zh-CN" altLang="en-US" sz="2100" b="0" i="0">
                <a:solidFill>
                  <a:srgbClr val="000000"/>
                </a:solidFill>
              </a:rPr>
              <a:t>的安全性来自于</a:t>
            </a:r>
            <a:r>
              <a:rPr lang="en-US" altLang="zh-CN" sz="2100" b="0" i="0">
                <a:solidFill>
                  <a:srgbClr val="000000"/>
                </a:solidFill>
              </a:rPr>
              <a:t> </a:t>
            </a:r>
            <a:r>
              <a:rPr lang="zh-CN" altLang="en-US" sz="2100" b="0" i="0">
                <a:solidFill>
                  <a:srgbClr val="000000"/>
                </a:solidFill>
              </a:rPr>
              <a:t>椭圆曲线离散对数问题</a:t>
            </a:r>
            <a:r>
              <a:rPr lang="zh-CN" altLang="en-US" sz="1700" b="0" i="0">
                <a:solidFill>
                  <a:srgbClr val="000000"/>
                </a:solidFill>
              </a:rPr>
              <a:t>（</a:t>
            </a:r>
            <a:r>
              <a:rPr lang="en-US" altLang="zh-CN" sz="1700" b="0" i="0">
                <a:solidFill>
                  <a:srgbClr val="000000"/>
                </a:solidFill>
              </a:rPr>
              <a:t>Elliptic Curve Discrete Logarithm Problem, ECDLP</a:t>
            </a:r>
            <a:r>
              <a:rPr lang="zh-CN" altLang="en-US" sz="1700" b="0" i="0">
                <a:solidFill>
                  <a:srgbClr val="000000"/>
                </a:solidFill>
              </a:rPr>
              <a:t>）：</a:t>
            </a:r>
            <a:endParaRPr lang="zh-CN" altLang="en-US" sz="2100" b="0" i="0">
              <a:solidFill>
                <a:srgbClr val="000000"/>
              </a:solidFill>
            </a:endParaRPr>
          </a:p>
          <a:p>
            <a:pPr marL="0" indent="0">
              <a:lnSpc>
                <a:spcPct val="130000"/>
              </a:lnSpc>
            </a:pPr>
            <a:r>
              <a:rPr lang="zh-CN" altLang="en-US" sz="2100" b="0" i="0">
                <a:solidFill>
                  <a:srgbClr val="000000"/>
                </a:solidFill>
              </a:rPr>
              <a:t>在几何空间给定：</a:t>
            </a:r>
            <a:r>
              <a:rPr lang="en-US" altLang="zh-CN" sz="2100" b="0" i="0">
                <a:solidFill>
                  <a:srgbClr val="000000"/>
                </a:solidFill>
              </a:rPr>
              <a:t> Q=kP   ， </a:t>
            </a:r>
            <a:r>
              <a:rPr lang="zh-CN" altLang="en-US" sz="2100" b="0" i="0">
                <a:solidFill>
                  <a:srgbClr val="000000"/>
                </a:solidFill>
              </a:rPr>
              <a:t>其中：</a:t>
            </a:r>
          </a:p>
          <a:p>
            <a:pPr marL="457200" lvl="1" indent="0">
              <a:lnSpc>
                <a:spcPct val="130000"/>
              </a:lnSpc>
              <a:buFont typeface="Arial" panose="020B0604020202090204"/>
              <a:buChar char="•"/>
            </a:pPr>
            <a:r>
              <a:rPr lang="en-US" altLang="zh-CN" sz="2100" b="0" i="0">
                <a:solidFill>
                  <a:srgbClr val="000000"/>
                </a:solidFill>
              </a:rPr>
              <a:t>P</a:t>
            </a:r>
            <a:r>
              <a:rPr lang="zh-CN" altLang="en-US" sz="2100" b="0" i="0">
                <a:solidFill>
                  <a:srgbClr val="000000"/>
                </a:solidFill>
              </a:rPr>
              <a:t>：曲线上的基点（公开）</a:t>
            </a:r>
          </a:p>
          <a:p>
            <a:pPr marL="457200" lvl="1" indent="0">
              <a:lnSpc>
                <a:spcPct val="130000"/>
              </a:lnSpc>
              <a:buFont typeface="Arial" panose="020B0604020202090204"/>
              <a:buChar char="•"/>
            </a:pPr>
            <a:r>
              <a:rPr lang="en-US" altLang="zh-CN" sz="2100" b="0" i="0">
                <a:solidFill>
                  <a:srgbClr val="000000"/>
                </a:solidFill>
              </a:rPr>
              <a:t>k</a:t>
            </a:r>
            <a:r>
              <a:rPr lang="zh-CN" altLang="en-US" sz="2100" b="0" i="0">
                <a:solidFill>
                  <a:srgbClr val="000000"/>
                </a:solidFill>
              </a:rPr>
              <a:t>：私钥（</a:t>
            </a:r>
            <a:r>
              <a:rPr lang="en-US" altLang="zh-CN" sz="2100" b="0" i="0">
                <a:solidFill>
                  <a:srgbClr val="000000"/>
                </a:solidFill>
              </a:rPr>
              <a:t>private key</a:t>
            </a:r>
            <a:r>
              <a:rPr lang="zh-CN" altLang="en-US" sz="2100" b="0" i="0">
                <a:solidFill>
                  <a:srgbClr val="000000"/>
                </a:solidFill>
              </a:rPr>
              <a:t>）</a:t>
            </a:r>
          </a:p>
          <a:p>
            <a:pPr marL="457200" lvl="1" indent="0">
              <a:lnSpc>
                <a:spcPct val="130000"/>
              </a:lnSpc>
              <a:buFont typeface="Arial" panose="020B0604020202090204"/>
              <a:buChar char="•"/>
            </a:pPr>
            <a:r>
              <a:rPr lang="en-US" altLang="zh-CN" sz="2100" b="0" i="0">
                <a:solidFill>
                  <a:srgbClr val="000000"/>
                </a:solidFill>
              </a:rPr>
              <a:t>Q</a:t>
            </a:r>
            <a:r>
              <a:rPr lang="zh-CN" altLang="en-US" sz="2100" b="0" i="0">
                <a:solidFill>
                  <a:srgbClr val="000000"/>
                </a:solidFill>
              </a:rPr>
              <a:t>：公钥（</a:t>
            </a:r>
            <a:r>
              <a:rPr lang="en-US" altLang="zh-CN" sz="2100" b="0" i="0">
                <a:solidFill>
                  <a:srgbClr val="000000"/>
                </a:solidFill>
              </a:rPr>
              <a:t>public key</a:t>
            </a:r>
            <a:r>
              <a:rPr lang="zh-CN" altLang="en-US" sz="2100" b="0" i="0">
                <a:solidFill>
                  <a:srgbClr val="000000"/>
                </a:solidFill>
              </a:rPr>
              <a:t>）</a:t>
            </a:r>
          </a:p>
          <a:p>
            <a:pPr marL="0" indent="0">
              <a:lnSpc>
                <a:spcPct val="130000"/>
              </a:lnSpc>
            </a:pPr>
            <a:r>
              <a:rPr lang="zh-CN" altLang="en-US" sz="2100" b="0" i="0">
                <a:solidFill>
                  <a:srgbClr val="000000"/>
                </a:solidFill>
              </a:rPr>
              <a:t>👉 问题：已知</a:t>
            </a:r>
            <a:r>
              <a:rPr lang="en-US" altLang="zh-CN" sz="2100" b="0" i="0">
                <a:solidFill>
                  <a:srgbClr val="000000"/>
                </a:solidFill>
              </a:rPr>
              <a:t> P </a:t>
            </a:r>
            <a:r>
              <a:rPr lang="zh-CN" altLang="en-US" sz="2100" b="0" i="0">
                <a:solidFill>
                  <a:srgbClr val="000000"/>
                </a:solidFill>
              </a:rPr>
              <a:t>和</a:t>
            </a:r>
            <a:r>
              <a:rPr lang="en-US" altLang="zh-CN" sz="2100" b="0" i="0">
                <a:solidFill>
                  <a:srgbClr val="000000"/>
                </a:solidFill>
              </a:rPr>
              <a:t> Q</a:t>
            </a:r>
            <a:r>
              <a:rPr lang="zh-CN" altLang="en-US" sz="2100" b="0" i="0">
                <a:solidFill>
                  <a:srgbClr val="000000"/>
                </a:solidFill>
              </a:rPr>
              <a:t>，能否求出</a:t>
            </a:r>
            <a:r>
              <a:rPr lang="en-US" altLang="zh-CN" sz="2100" b="0" i="0">
                <a:solidFill>
                  <a:srgbClr val="000000"/>
                </a:solidFill>
              </a:rPr>
              <a:t> k</a:t>
            </a:r>
            <a:r>
              <a:rPr lang="zh-CN" altLang="en-US" sz="2100" b="0" i="0">
                <a:solidFill>
                  <a:srgbClr val="000000"/>
                </a:solidFill>
              </a:rPr>
              <a:t>？</a:t>
            </a:r>
          </a:p>
          <a:p>
            <a:pPr marL="0" indent="0">
              <a:lnSpc>
                <a:spcPct val="130000"/>
              </a:lnSpc>
            </a:pPr>
            <a:r>
              <a:rPr lang="zh-CN" altLang="en-US" sz="2100" b="0" i="0">
                <a:solidFill>
                  <a:srgbClr val="000000"/>
                </a:solidFill>
              </a:rPr>
              <a:t>答案：几乎不可能。</a:t>
            </a:r>
          </a:p>
          <a:p>
            <a:pPr marL="0" indent="0">
              <a:lnSpc>
                <a:spcPct val="130000"/>
              </a:lnSpc>
              <a:buFont typeface="Arial" panose="020B0604020202090204"/>
              <a:buChar char="•"/>
            </a:pPr>
            <a:r>
              <a:rPr lang="zh-CN" altLang="en-US" sz="2100" b="0" i="0">
                <a:solidFill>
                  <a:srgbClr val="000000"/>
                </a:solidFill>
              </a:rPr>
              <a:t>因为在有限域上，点乘相当于点加上自己</a:t>
            </a:r>
            <a:r>
              <a:rPr lang="en-US" altLang="zh-CN" sz="2100" b="0" i="0">
                <a:solidFill>
                  <a:srgbClr val="000000"/>
                </a:solidFill>
              </a:rPr>
              <a:t> k </a:t>
            </a:r>
            <a:r>
              <a:rPr lang="zh-CN" altLang="en-US" sz="2100" b="0" i="0">
                <a:solidFill>
                  <a:srgbClr val="000000"/>
                </a:solidFill>
              </a:rPr>
              <a:t>次；</a:t>
            </a:r>
          </a:p>
          <a:p>
            <a:pPr marL="0" indent="0">
              <a:lnSpc>
                <a:spcPct val="130000"/>
              </a:lnSpc>
              <a:buFont typeface="Arial" panose="020B0604020202090204"/>
              <a:buChar char="•"/>
            </a:pPr>
            <a:r>
              <a:rPr lang="zh-CN" altLang="en-US" sz="2100" b="0" i="0">
                <a:solidFill>
                  <a:srgbClr val="000000"/>
                </a:solidFill>
              </a:rPr>
              <a:t>但无法通过逆运算快速求出</a:t>
            </a:r>
            <a:r>
              <a:rPr lang="en-US" altLang="zh-CN" sz="2100" b="0" i="0">
                <a:solidFill>
                  <a:srgbClr val="000000"/>
                </a:solidFill>
              </a:rPr>
              <a:t> k</a:t>
            </a:r>
            <a:r>
              <a:rPr lang="zh-CN" altLang="en-US" sz="2100" b="0" i="0">
                <a:solidFill>
                  <a:srgbClr val="000000"/>
                </a:solidFill>
              </a:rPr>
              <a:t>；</a:t>
            </a:r>
          </a:p>
          <a:p>
            <a:pPr marL="0" indent="0">
              <a:lnSpc>
                <a:spcPct val="130000"/>
              </a:lnSpc>
              <a:buFont typeface="Arial" panose="020B0604020202090204"/>
              <a:buChar char="•"/>
            </a:pPr>
            <a:r>
              <a:rPr lang="zh-CN" altLang="en-US" sz="2100" b="0" i="0">
                <a:solidFill>
                  <a:srgbClr val="000000"/>
                </a:solidFill>
              </a:rPr>
              <a:t>即使最强的算法（如 </a:t>
            </a:r>
            <a:r>
              <a:rPr lang="en-US" altLang="zh-CN" sz="2100" b="0" i="0">
                <a:solidFill>
                  <a:srgbClr val="000000"/>
                </a:solidFill>
              </a:rPr>
              <a:t>Pollard’s rho</a:t>
            </a:r>
            <a:r>
              <a:rPr lang="zh-CN" altLang="en-US" sz="2100" b="0" i="0">
                <a:solidFill>
                  <a:srgbClr val="000000"/>
                </a:solidFill>
              </a:rPr>
              <a:t>）在 </a:t>
            </a:r>
            <a:r>
              <a:rPr lang="en-US" altLang="zh-CN" sz="2100" b="0" i="0">
                <a:solidFill>
                  <a:srgbClr val="000000"/>
                </a:solidFill>
              </a:rPr>
              <a:t>256 </a:t>
            </a:r>
            <a:r>
              <a:rPr lang="zh-CN" altLang="en-US" sz="2100" b="0" i="0">
                <a:solidFill>
                  <a:srgbClr val="000000"/>
                </a:solidFill>
              </a:rPr>
              <a:t>位 </a:t>
            </a:r>
            <a:r>
              <a:rPr lang="en-US" altLang="zh-CN" sz="2100" b="0" i="0">
                <a:solidFill>
                  <a:srgbClr val="000000"/>
                </a:solidFill>
              </a:rPr>
              <a:t>ECC </a:t>
            </a:r>
            <a:r>
              <a:rPr lang="zh-CN" altLang="en-US" sz="2100" b="0" i="0">
                <a:solidFill>
                  <a:srgbClr val="000000"/>
                </a:solidFill>
              </a:rPr>
              <a:t>上也需要天文级运算量。</a:t>
            </a:r>
          </a:p>
        </p:txBody>
      </p:sp>
      <p:sp>
        <p:nvSpPr>
          <p:cNvPr id="8" name="文本框 7"/>
          <p:cNvSpPr txBox="1"/>
          <p:nvPr>
            <p:custDataLst>
              <p:tags r:id="rId1"/>
            </p:custDataLst>
          </p:nvPr>
        </p:nvSpPr>
        <p:spPr>
          <a:xfrm>
            <a:off x="6122035" y="875665"/>
            <a:ext cx="5788660" cy="5594350"/>
          </a:xfrm>
          <a:prstGeom prst="rect">
            <a:avLst/>
          </a:prstGeom>
          <a:solidFill>
            <a:schemeClr val="accent2">
              <a:lumMod val="20000"/>
              <a:lumOff val="80000"/>
            </a:schemeClr>
          </a:solidFill>
        </p:spPr>
        <p:txBody>
          <a:bodyPr wrap="square">
            <a:spAutoFit/>
          </a:bodyPr>
          <a:lstStyle/>
          <a:p>
            <a:pPr indent="0" fontAlgn="auto">
              <a:spcAft>
                <a:spcPts val="600"/>
              </a:spcAft>
            </a:pPr>
            <a:r>
              <a:rPr lang="en-US" altLang="zh-CN" sz="2300" b="1" i="0">
                <a:solidFill>
                  <a:srgbClr val="000000"/>
                </a:solidFill>
              </a:rPr>
              <a:t>ECC </a:t>
            </a:r>
            <a:r>
              <a:rPr lang="zh-CN" altLang="en-US" sz="2300" b="1" i="0">
                <a:solidFill>
                  <a:srgbClr val="000000"/>
                </a:solidFill>
              </a:rPr>
              <a:t>的加密与密钥交换应用</a:t>
            </a:r>
          </a:p>
          <a:p>
            <a:pPr indent="0" fontAlgn="auto">
              <a:spcAft>
                <a:spcPts val="600"/>
              </a:spcAft>
            </a:pPr>
            <a:r>
              <a:rPr lang="en-US" altLang="zh-CN" sz="2200" b="1" i="0">
                <a:solidFill>
                  <a:srgbClr val="000000"/>
                </a:solidFill>
              </a:rPr>
              <a:t>1️ </a:t>
            </a:r>
            <a:r>
              <a:rPr lang="zh-CN" altLang="en-US" sz="2200" b="1" i="0">
                <a:solidFill>
                  <a:srgbClr val="000000"/>
                </a:solidFill>
              </a:rPr>
              <a:t>公私钥生成</a:t>
            </a:r>
          </a:p>
          <a:p>
            <a:pPr marL="457200" lvl="1" indent="0">
              <a:lnSpc>
                <a:spcPct val="130000"/>
              </a:lnSpc>
              <a:buFont typeface="Arial" panose="020B0604020202090204"/>
              <a:buChar char="•"/>
            </a:pPr>
            <a:r>
              <a:rPr lang="zh-CN" altLang="en-US" b="0" i="0">
                <a:solidFill>
                  <a:srgbClr val="000000"/>
                </a:solidFill>
              </a:rPr>
              <a:t>随机选择私钥</a:t>
            </a:r>
            <a:r>
              <a:rPr lang="en-US" altLang="zh-CN" b="0" i="0">
                <a:solidFill>
                  <a:srgbClr val="000000"/>
                </a:solidFill>
              </a:rPr>
              <a:t> k</a:t>
            </a:r>
          </a:p>
          <a:p>
            <a:pPr marL="457200" lvl="1" indent="0">
              <a:lnSpc>
                <a:spcPct val="130000"/>
              </a:lnSpc>
              <a:buFont typeface="Arial" panose="020B0604020202090204"/>
              <a:buChar char="•"/>
            </a:pPr>
            <a:r>
              <a:rPr lang="zh-CN" altLang="en-US" b="0" i="0">
                <a:solidFill>
                  <a:srgbClr val="000000"/>
                </a:solidFill>
              </a:rPr>
              <a:t>计算公钥</a:t>
            </a:r>
            <a:r>
              <a:rPr lang="en-US" altLang="zh-CN" b="0" i="0">
                <a:solidFill>
                  <a:srgbClr val="000000"/>
                </a:solidFill>
              </a:rPr>
              <a:t> Q=kP</a:t>
            </a:r>
          </a:p>
          <a:p>
            <a:pPr indent="0" fontAlgn="auto">
              <a:spcBef>
                <a:spcPts val="600"/>
              </a:spcBef>
              <a:spcAft>
                <a:spcPts val="600"/>
              </a:spcAft>
            </a:pPr>
            <a:r>
              <a:rPr lang="en-US" altLang="zh-CN" sz="2200" b="1" i="0">
                <a:solidFill>
                  <a:srgbClr val="000000"/>
                </a:solidFill>
              </a:rPr>
              <a:t>2️ </a:t>
            </a:r>
            <a:r>
              <a:rPr lang="zh-CN" altLang="en-US" sz="2200" b="1" i="0">
                <a:solidFill>
                  <a:srgbClr val="000000"/>
                </a:solidFill>
              </a:rPr>
              <a:t>密钥交换（</a:t>
            </a:r>
            <a:r>
              <a:rPr lang="en-US" altLang="zh-CN" sz="2200" b="1" i="0">
                <a:solidFill>
                  <a:srgbClr val="000000"/>
                </a:solidFill>
              </a:rPr>
              <a:t>ECDH）</a:t>
            </a:r>
            <a:endParaRPr lang="zh-CN" altLang="en-US" sz="2200" b="1" i="0">
              <a:solidFill>
                <a:srgbClr val="000000"/>
              </a:solidFill>
            </a:endParaRPr>
          </a:p>
          <a:p>
            <a:pPr marL="0" indent="0">
              <a:lnSpc>
                <a:spcPct val="120000"/>
              </a:lnSpc>
            </a:pPr>
            <a:r>
              <a:rPr lang="en-US" altLang="zh-CN" b="0" i="0">
                <a:solidFill>
                  <a:srgbClr val="000000"/>
                </a:solidFill>
              </a:rPr>
              <a:t>Elliptic Curve Diffie–Hellman</a:t>
            </a:r>
            <a:r>
              <a:rPr lang="zh-CN" altLang="en-US" b="0" i="0">
                <a:solidFill>
                  <a:srgbClr val="000000"/>
                </a:solidFill>
              </a:rPr>
              <a:t>：</a:t>
            </a:r>
          </a:p>
          <a:p>
            <a:pPr marL="0" indent="0">
              <a:lnSpc>
                <a:spcPct val="120000"/>
              </a:lnSpc>
            </a:pPr>
            <a:r>
              <a:rPr lang="zh-CN" altLang="en-US" b="0" i="0">
                <a:solidFill>
                  <a:srgbClr val="000000"/>
                </a:solidFill>
              </a:rPr>
              <a:t>双方 </a:t>
            </a:r>
            <a:r>
              <a:rPr lang="en-US" altLang="zh-CN" b="0" i="0">
                <a:solidFill>
                  <a:srgbClr val="000000"/>
                </a:solidFill>
              </a:rPr>
              <a:t>A</a:t>
            </a:r>
            <a:r>
              <a:rPr lang="zh-CN" altLang="en-US" b="0" i="0">
                <a:solidFill>
                  <a:srgbClr val="000000"/>
                </a:solidFill>
              </a:rPr>
              <a:t>、</a:t>
            </a:r>
            <a:r>
              <a:rPr lang="en-US" altLang="zh-CN" b="0" i="0">
                <a:solidFill>
                  <a:srgbClr val="000000"/>
                </a:solidFill>
              </a:rPr>
              <a:t>B </a:t>
            </a:r>
            <a:r>
              <a:rPr lang="zh-CN" altLang="en-US" b="0" i="0">
                <a:solidFill>
                  <a:srgbClr val="000000"/>
                </a:solidFill>
              </a:rPr>
              <a:t>各自生成：</a:t>
            </a:r>
          </a:p>
          <a:p>
            <a:pPr marL="0" indent="0">
              <a:lnSpc>
                <a:spcPct val="120000"/>
              </a:lnSpc>
            </a:pPr>
            <a:r>
              <a:rPr lang="en-US" altLang="zh-CN" b="0" i="0">
                <a:solidFill>
                  <a:srgbClr val="000000"/>
                </a:solidFill>
              </a:rPr>
              <a:t>Q</a:t>
            </a:r>
            <a:r>
              <a:rPr lang="en-US" altLang="zh-CN" b="0" i="0" baseline="-25000">
                <a:solidFill>
                  <a:srgbClr val="000000"/>
                </a:solidFill>
              </a:rPr>
              <a:t>A</a:t>
            </a:r>
            <a:r>
              <a:rPr lang="en-US" altLang="zh-CN" b="0" i="0">
                <a:solidFill>
                  <a:srgbClr val="000000"/>
                </a:solidFill>
              </a:rPr>
              <a:t>=k</a:t>
            </a:r>
            <a:r>
              <a:rPr lang="en-US" altLang="zh-CN" b="0" i="0" baseline="-25000">
                <a:solidFill>
                  <a:srgbClr val="000000"/>
                </a:solidFill>
              </a:rPr>
              <a:t>A</a:t>
            </a:r>
            <a:r>
              <a:rPr lang="en-US" altLang="zh-CN" b="0" i="0">
                <a:solidFill>
                  <a:srgbClr val="000000"/>
                </a:solidFill>
              </a:rPr>
              <a:t>P,Q</a:t>
            </a:r>
            <a:r>
              <a:rPr lang="en-US" altLang="zh-CN" b="0" i="0" baseline="-25000">
                <a:solidFill>
                  <a:srgbClr val="000000"/>
                </a:solidFill>
              </a:rPr>
              <a:t>B</a:t>
            </a:r>
            <a:r>
              <a:rPr lang="en-US" altLang="zh-CN" b="0" i="0">
                <a:solidFill>
                  <a:srgbClr val="000000"/>
                </a:solidFill>
              </a:rPr>
              <a:t>=k</a:t>
            </a:r>
            <a:r>
              <a:rPr lang="en-US" altLang="zh-CN" b="0" i="0" baseline="-25000">
                <a:solidFill>
                  <a:srgbClr val="000000"/>
                </a:solidFill>
              </a:rPr>
              <a:t>B</a:t>
            </a:r>
            <a:r>
              <a:rPr lang="en-US" altLang="zh-CN" b="0" i="0">
                <a:solidFill>
                  <a:srgbClr val="000000"/>
                </a:solidFill>
              </a:rPr>
              <a:t>P</a:t>
            </a:r>
          </a:p>
          <a:p>
            <a:pPr marL="0" indent="0">
              <a:lnSpc>
                <a:spcPct val="120000"/>
              </a:lnSpc>
            </a:pPr>
            <a:r>
              <a:rPr lang="zh-CN" altLang="en-US" b="0" i="0">
                <a:solidFill>
                  <a:srgbClr val="000000"/>
                </a:solidFill>
              </a:rPr>
              <a:t>然后交换公钥，计算共享密钥：</a:t>
            </a:r>
            <a:r>
              <a:rPr lang="en-US" altLang="zh-CN" b="0" i="0">
                <a:solidFill>
                  <a:srgbClr val="000000"/>
                </a:solidFill>
              </a:rPr>
              <a:t>S=k</a:t>
            </a:r>
            <a:r>
              <a:rPr lang="en-US" altLang="zh-CN" b="0" i="0" baseline="-25000">
                <a:solidFill>
                  <a:srgbClr val="000000"/>
                </a:solidFill>
              </a:rPr>
              <a:t>A</a:t>
            </a:r>
            <a:r>
              <a:rPr lang="en-US" altLang="zh-CN" b="0" i="0">
                <a:solidFill>
                  <a:srgbClr val="000000"/>
                </a:solidFill>
              </a:rPr>
              <a:t>Q</a:t>
            </a:r>
            <a:r>
              <a:rPr lang="en-US" altLang="zh-CN" b="0" i="0" baseline="-25000">
                <a:solidFill>
                  <a:srgbClr val="000000"/>
                </a:solidFill>
              </a:rPr>
              <a:t>B</a:t>
            </a:r>
            <a:r>
              <a:rPr lang="en-US" altLang="zh-CN" b="0" i="0">
                <a:solidFill>
                  <a:srgbClr val="000000"/>
                </a:solidFill>
              </a:rPr>
              <a:t>=k</a:t>
            </a:r>
            <a:r>
              <a:rPr lang="en-US" altLang="zh-CN" b="0" i="0" baseline="-25000">
                <a:solidFill>
                  <a:srgbClr val="000000"/>
                </a:solidFill>
              </a:rPr>
              <a:t>A</a:t>
            </a:r>
            <a:r>
              <a:rPr lang="en-US" altLang="zh-CN" b="0" i="0">
                <a:solidFill>
                  <a:srgbClr val="000000"/>
                </a:solidFill>
              </a:rPr>
              <a:t>k</a:t>
            </a:r>
            <a:r>
              <a:rPr lang="en-US" altLang="zh-CN" b="0" i="0" baseline="-25000">
                <a:solidFill>
                  <a:srgbClr val="000000"/>
                </a:solidFill>
              </a:rPr>
              <a:t>B</a:t>
            </a:r>
            <a:r>
              <a:rPr lang="en-US" altLang="zh-CN" b="0" i="0">
                <a:solidFill>
                  <a:srgbClr val="000000"/>
                </a:solidFill>
              </a:rPr>
              <a:t>P=k</a:t>
            </a:r>
            <a:r>
              <a:rPr lang="en-US" altLang="zh-CN" b="0" i="0" baseline="-25000">
                <a:solidFill>
                  <a:srgbClr val="000000"/>
                </a:solidFill>
              </a:rPr>
              <a:t>B</a:t>
            </a:r>
            <a:r>
              <a:rPr lang="en-US" altLang="zh-CN" b="0" i="0">
                <a:solidFill>
                  <a:srgbClr val="000000"/>
                </a:solidFill>
              </a:rPr>
              <a:t>Q</a:t>
            </a:r>
            <a:r>
              <a:rPr lang="en-US" altLang="zh-CN" b="0" i="0" baseline="-25000">
                <a:solidFill>
                  <a:srgbClr val="000000"/>
                </a:solidFill>
              </a:rPr>
              <a:t>A</a:t>
            </a:r>
          </a:p>
          <a:p>
            <a:pPr marL="0" indent="0">
              <a:lnSpc>
                <a:spcPct val="120000"/>
              </a:lnSpc>
            </a:pPr>
            <a:r>
              <a:rPr lang="zh-CN" altLang="en-US" sz="1600" b="0" i="0">
                <a:solidFill>
                  <a:srgbClr val="000000"/>
                </a:solidFill>
              </a:rPr>
              <a:t>👉 结果完全一致（交换律），但外部人无法推算</a:t>
            </a:r>
            <a:r>
              <a:rPr lang="en-US" altLang="zh-CN" sz="1600" b="0" i="0">
                <a:solidFill>
                  <a:srgbClr val="000000"/>
                </a:solidFill>
              </a:rPr>
              <a:t> k</a:t>
            </a:r>
            <a:r>
              <a:rPr lang="en-US" altLang="zh-CN" sz="1600" b="0" i="0" baseline="-25000">
                <a:solidFill>
                  <a:srgbClr val="000000"/>
                </a:solidFill>
              </a:rPr>
              <a:t>A</a:t>
            </a:r>
            <a:r>
              <a:rPr lang="en-US" altLang="zh-CN" sz="1600" b="0" i="0">
                <a:solidFill>
                  <a:srgbClr val="000000"/>
                </a:solidFill>
              </a:rPr>
              <a:t>k</a:t>
            </a:r>
            <a:r>
              <a:rPr lang="en-US" altLang="zh-CN" sz="1600" b="0" i="0" baseline="-25000">
                <a:solidFill>
                  <a:srgbClr val="000000"/>
                </a:solidFill>
              </a:rPr>
              <a:t>A​</a:t>
            </a:r>
            <a:r>
              <a:rPr lang="en-US" altLang="zh-CN" sz="1600" b="0" i="0">
                <a:solidFill>
                  <a:srgbClr val="000000"/>
                </a:solidFill>
              </a:rPr>
              <a:t> </a:t>
            </a:r>
            <a:r>
              <a:rPr lang="zh-CN" altLang="en-US" sz="1600" b="0" i="0">
                <a:solidFill>
                  <a:srgbClr val="000000"/>
                </a:solidFill>
              </a:rPr>
              <a:t>或</a:t>
            </a:r>
            <a:r>
              <a:rPr lang="en-US" altLang="zh-CN" sz="1600" b="0" i="0">
                <a:solidFill>
                  <a:srgbClr val="000000"/>
                </a:solidFill>
              </a:rPr>
              <a:t> k</a:t>
            </a:r>
            <a:r>
              <a:rPr lang="en-US" altLang="zh-CN" sz="1600" b="0" i="0" baseline="-25000">
                <a:solidFill>
                  <a:srgbClr val="000000"/>
                </a:solidFill>
              </a:rPr>
              <a:t>B</a:t>
            </a:r>
            <a:r>
              <a:rPr lang="en-US" altLang="zh-CN" sz="1600" b="0" i="0">
                <a:solidFill>
                  <a:srgbClr val="000000"/>
                </a:solidFill>
              </a:rPr>
              <a:t>k</a:t>
            </a:r>
            <a:r>
              <a:rPr lang="en-US" altLang="zh-CN" sz="1600" b="0" i="0" baseline="-25000">
                <a:solidFill>
                  <a:srgbClr val="000000"/>
                </a:solidFill>
              </a:rPr>
              <a:t>B​</a:t>
            </a:r>
            <a:r>
              <a:rPr lang="zh-CN" altLang="en-US" sz="1600" b="0" i="0">
                <a:solidFill>
                  <a:srgbClr val="000000"/>
                </a:solidFill>
              </a:rPr>
              <a:t>。</a:t>
            </a:r>
          </a:p>
          <a:p>
            <a:pPr marL="0" algn="l">
              <a:spcBef>
                <a:spcPts val="600"/>
              </a:spcBef>
              <a:spcAft>
                <a:spcPts val="600"/>
              </a:spcAft>
              <a:buClrTx/>
              <a:buSzTx/>
              <a:buFontTx/>
            </a:pPr>
            <a:r>
              <a:rPr lang="en-US" altLang="zh-CN" sz="2200" b="1" i="0">
                <a:solidFill>
                  <a:srgbClr val="000000"/>
                </a:solidFill>
              </a:rPr>
              <a:t>3️ 数字签名（ECDSA）</a:t>
            </a:r>
          </a:p>
          <a:p>
            <a:pPr marL="0" indent="0">
              <a:lnSpc>
                <a:spcPct val="120000"/>
              </a:lnSpc>
            </a:pPr>
            <a:r>
              <a:rPr lang="en-US" altLang="zh-CN" b="0" i="0">
                <a:solidFill>
                  <a:srgbClr val="000000"/>
                </a:solidFill>
              </a:rPr>
              <a:t>Elliptic Curve Digital Signature Algorithm</a:t>
            </a:r>
            <a:r>
              <a:rPr lang="zh-CN" altLang="en-US" b="0" i="0">
                <a:solidFill>
                  <a:srgbClr val="000000"/>
                </a:solidFill>
              </a:rPr>
              <a:t>：</a:t>
            </a:r>
          </a:p>
          <a:p>
            <a:pPr marL="457200" lvl="1" indent="0">
              <a:lnSpc>
                <a:spcPct val="120000"/>
              </a:lnSpc>
              <a:buFont typeface="Arial" panose="020B0604020202090204"/>
              <a:buChar char="•"/>
            </a:pPr>
            <a:r>
              <a:rPr lang="zh-CN" altLang="en-US" b="0" i="0">
                <a:solidFill>
                  <a:srgbClr val="000000"/>
                </a:solidFill>
              </a:rPr>
              <a:t>使用私钥生成签名；</a:t>
            </a:r>
          </a:p>
          <a:p>
            <a:pPr marL="457200" lvl="1" indent="0">
              <a:lnSpc>
                <a:spcPct val="120000"/>
              </a:lnSpc>
              <a:buFont typeface="Arial" panose="020B0604020202090204"/>
              <a:buChar char="•"/>
            </a:pPr>
            <a:r>
              <a:rPr lang="zh-CN" altLang="en-US" b="0" i="0">
                <a:solidFill>
                  <a:srgbClr val="000000"/>
                </a:solidFill>
              </a:rPr>
              <a:t>使用公钥验证签名；</a:t>
            </a:r>
          </a:p>
          <a:p>
            <a:pPr marL="457200" lvl="1" indent="0">
              <a:lnSpc>
                <a:spcPct val="120000"/>
              </a:lnSpc>
              <a:buFont typeface="Arial" panose="020B0604020202090204"/>
              <a:buChar char="•"/>
            </a:pPr>
            <a:r>
              <a:rPr lang="zh-CN" altLang="en-US" b="0" i="0">
                <a:solidFill>
                  <a:srgbClr val="000000"/>
                </a:solidFill>
              </a:rPr>
              <a:t>具有不可伪造性与完整性保证。</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494030" y="90805"/>
            <a:ext cx="9768840" cy="534670"/>
          </a:xfrm>
        </p:spPr>
        <p:txBody>
          <a:bodyPr/>
          <a:lstStyle/>
          <a:p>
            <a:r>
              <a:rPr lang="zh-CN" altLang="en-US">
                <a:sym typeface="+mn-ea"/>
              </a:rPr>
              <a:t>ECC 小结</a:t>
            </a:r>
            <a:endParaRPr lang="zh-CN" altLang="en-US"/>
          </a:p>
          <a:p>
            <a:endParaRPr lang="zh-CN" altLang="en-US"/>
          </a:p>
        </p:txBody>
      </p:sp>
      <p:sp>
        <p:nvSpPr>
          <p:cNvPr id="4" name="文本占位符 3"/>
          <p:cNvSpPr>
            <a:spLocks noGrp="1"/>
          </p:cNvSpPr>
          <p:nvPr>
            <p:ph type="body" sz="quarter" idx="15"/>
          </p:nvPr>
        </p:nvSpPr>
        <p:spPr/>
        <p:txBody>
          <a:bodyPr/>
          <a:lstStyle/>
          <a:p>
            <a:endParaRPr lang="zh-CN" altLang="en-US"/>
          </a:p>
        </p:txBody>
      </p:sp>
      <p:graphicFrame>
        <p:nvGraphicFramePr>
          <p:cNvPr id="6" name="表格 5"/>
          <p:cNvGraphicFramePr/>
          <p:nvPr>
            <p:custDataLst>
              <p:tags r:id="rId1"/>
            </p:custDataLst>
          </p:nvPr>
        </p:nvGraphicFramePr>
        <p:xfrm>
          <a:off x="7392035" y="1207135"/>
          <a:ext cx="4610735" cy="2806700"/>
        </p:xfrm>
        <a:graphic>
          <a:graphicData uri="http://schemas.openxmlformats.org/drawingml/2006/table">
            <a:tbl>
              <a:tblPr firstRow="1" bandRow="1">
                <a:tableStyleId>{5C22544A-7EE6-4342-B048-85BDC9FD1C3A}</a:tableStyleId>
              </a:tblPr>
              <a:tblGrid>
                <a:gridCol w="1610995">
                  <a:extLst>
                    <a:ext uri="{9D8B030D-6E8A-4147-A177-3AD203B41FA5}">
                      <a16:colId xmlns:a16="http://schemas.microsoft.com/office/drawing/2014/main" val="20000"/>
                    </a:ext>
                  </a:extLst>
                </a:gridCol>
                <a:gridCol w="1736090">
                  <a:extLst>
                    <a:ext uri="{9D8B030D-6E8A-4147-A177-3AD203B41FA5}">
                      <a16:colId xmlns:a16="http://schemas.microsoft.com/office/drawing/2014/main" val="20001"/>
                    </a:ext>
                  </a:extLst>
                </a:gridCol>
                <a:gridCol w="1263650">
                  <a:extLst>
                    <a:ext uri="{9D8B030D-6E8A-4147-A177-3AD203B41FA5}">
                      <a16:colId xmlns:a16="http://schemas.microsoft.com/office/drawing/2014/main" val="20002"/>
                    </a:ext>
                  </a:extLst>
                </a:gridCol>
              </a:tblGrid>
              <a:tr h="403860">
                <a:tc>
                  <a:txBody>
                    <a:bodyPr/>
                    <a:lstStyle/>
                    <a:p>
                      <a:pPr>
                        <a:buNone/>
                      </a:pPr>
                      <a:r>
                        <a:rPr lang="zh-CN" altLang="en-US"/>
                        <a:t>特性</a:t>
                      </a:r>
                    </a:p>
                  </a:txBody>
                  <a:tcPr/>
                </a:tc>
                <a:tc>
                  <a:txBody>
                    <a:bodyPr/>
                    <a:lstStyle/>
                    <a:p>
                      <a:pPr>
                        <a:buNone/>
                      </a:pPr>
                      <a:r>
                        <a:rPr lang="zh-CN" altLang="en-US"/>
                        <a:t>ECC</a:t>
                      </a:r>
                    </a:p>
                  </a:txBody>
                  <a:tcPr/>
                </a:tc>
                <a:tc>
                  <a:txBody>
                    <a:bodyPr/>
                    <a:lstStyle/>
                    <a:p>
                      <a:pPr>
                        <a:buNone/>
                      </a:pPr>
                      <a:r>
                        <a:rPr lang="zh-CN" altLang="en-US"/>
                        <a:t>RSA</a:t>
                      </a:r>
                    </a:p>
                  </a:txBody>
                  <a:tcPr/>
                </a:tc>
                <a:extLst>
                  <a:ext uri="{0D108BD9-81ED-4DB2-BD59-A6C34878D82A}">
                    <a16:rowId xmlns:a16="http://schemas.microsoft.com/office/drawing/2014/main" val="10000"/>
                  </a:ext>
                </a:extLst>
              </a:tr>
              <a:tr h="640080">
                <a:tc>
                  <a:txBody>
                    <a:bodyPr/>
                    <a:lstStyle/>
                    <a:p>
                      <a:pPr>
                        <a:buNone/>
                      </a:pPr>
                      <a:r>
                        <a:rPr lang="zh-CN" altLang="en-US"/>
                        <a:t>基础问题</a:t>
                      </a:r>
                    </a:p>
                  </a:txBody>
                  <a:tcPr/>
                </a:tc>
                <a:tc>
                  <a:txBody>
                    <a:bodyPr/>
                    <a:lstStyle/>
                    <a:p>
                      <a:pPr>
                        <a:buNone/>
                      </a:pPr>
                      <a:r>
                        <a:rPr lang="zh-CN" altLang="en-US"/>
                        <a:t>椭圆曲线离散对数</a:t>
                      </a:r>
                    </a:p>
                  </a:txBody>
                  <a:tcPr/>
                </a:tc>
                <a:tc>
                  <a:txBody>
                    <a:bodyPr/>
                    <a:lstStyle/>
                    <a:p>
                      <a:pPr>
                        <a:buNone/>
                      </a:pPr>
                      <a:r>
                        <a:rPr lang="zh-CN" altLang="en-US"/>
                        <a:t>大数分解</a:t>
                      </a:r>
                    </a:p>
                  </a:txBody>
                  <a:tcPr/>
                </a:tc>
                <a:extLst>
                  <a:ext uri="{0D108BD9-81ED-4DB2-BD59-A6C34878D82A}">
                    <a16:rowId xmlns:a16="http://schemas.microsoft.com/office/drawing/2014/main" val="10001"/>
                  </a:ext>
                </a:extLst>
              </a:tr>
              <a:tr h="640080">
                <a:tc>
                  <a:txBody>
                    <a:bodyPr/>
                    <a:lstStyle/>
                    <a:p>
                      <a:pPr>
                        <a:buNone/>
                      </a:pPr>
                      <a:r>
                        <a:rPr lang="zh-CN" altLang="en-US"/>
                        <a:t>密钥长度</a:t>
                      </a:r>
                    </a:p>
                  </a:txBody>
                  <a:tcPr/>
                </a:tc>
                <a:tc>
                  <a:txBody>
                    <a:bodyPr/>
                    <a:lstStyle/>
                    <a:p>
                      <a:pPr>
                        <a:buNone/>
                      </a:pPr>
                      <a:r>
                        <a:rPr lang="zh-CN" altLang="en-US"/>
                        <a:t>256-bit ECC ≈ 3072-bit RSA</a:t>
                      </a:r>
                    </a:p>
                  </a:txBody>
                  <a:tcPr/>
                </a:tc>
                <a:tc>
                  <a:txBody>
                    <a:bodyPr/>
                    <a:lstStyle/>
                    <a:p>
                      <a:pPr>
                        <a:buNone/>
                      </a:pPr>
                      <a:r>
                        <a:rPr lang="zh-CN" altLang="en-US"/>
                        <a:t>长得多</a:t>
                      </a:r>
                    </a:p>
                  </a:txBody>
                  <a:tcPr/>
                </a:tc>
                <a:extLst>
                  <a:ext uri="{0D108BD9-81ED-4DB2-BD59-A6C34878D82A}">
                    <a16:rowId xmlns:a16="http://schemas.microsoft.com/office/drawing/2014/main" val="10002"/>
                  </a:ext>
                </a:extLst>
              </a:tr>
              <a:tr h="378460">
                <a:tc>
                  <a:txBody>
                    <a:bodyPr/>
                    <a:lstStyle/>
                    <a:p>
                      <a:pPr>
                        <a:buNone/>
                      </a:pPr>
                      <a:r>
                        <a:rPr lang="zh-CN" altLang="en-US"/>
                        <a:t>计算速度</a:t>
                      </a:r>
                    </a:p>
                  </a:txBody>
                  <a:tcPr/>
                </a:tc>
                <a:tc>
                  <a:txBody>
                    <a:bodyPr/>
                    <a:lstStyle/>
                    <a:p>
                      <a:pPr>
                        <a:buNone/>
                      </a:pPr>
                      <a:r>
                        <a:rPr lang="zh-CN" altLang="en-US"/>
                        <a:t>快</a:t>
                      </a:r>
                    </a:p>
                  </a:txBody>
                  <a:tcPr/>
                </a:tc>
                <a:tc>
                  <a:txBody>
                    <a:bodyPr/>
                    <a:lstStyle/>
                    <a:p>
                      <a:pPr>
                        <a:buNone/>
                      </a:pPr>
                      <a:r>
                        <a:rPr lang="zh-CN" altLang="en-US"/>
                        <a:t>慢</a:t>
                      </a:r>
                    </a:p>
                  </a:txBody>
                  <a:tcPr/>
                </a:tc>
                <a:extLst>
                  <a:ext uri="{0D108BD9-81ED-4DB2-BD59-A6C34878D82A}">
                    <a16:rowId xmlns:a16="http://schemas.microsoft.com/office/drawing/2014/main" val="10003"/>
                  </a:ext>
                </a:extLst>
              </a:tr>
              <a:tr h="335280">
                <a:tc>
                  <a:txBody>
                    <a:bodyPr/>
                    <a:lstStyle/>
                    <a:p>
                      <a:pPr>
                        <a:buNone/>
                      </a:pPr>
                      <a:r>
                        <a:rPr lang="zh-CN" altLang="en-US"/>
                        <a:t>内存与带宽</a:t>
                      </a:r>
                    </a:p>
                  </a:txBody>
                  <a:tcPr/>
                </a:tc>
                <a:tc>
                  <a:txBody>
                    <a:bodyPr/>
                    <a:lstStyle/>
                    <a:p>
                      <a:pPr>
                        <a:buNone/>
                      </a:pPr>
                      <a:r>
                        <a:rPr lang="zh-CN" altLang="en-US"/>
                        <a:t>小</a:t>
                      </a:r>
                    </a:p>
                  </a:txBody>
                  <a:tcPr/>
                </a:tc>
                <a:tc>
                  <a:txBody>
                    <a:bodyPr/>
                    <a:lstStyle/>
                    <a:p>
                      <a:pPr>
                        <a:buNone/>
                      </a:pPr>
                      <a:r>
                        <a:rPr lang="zh-CN" altLang="en-US"/>
                        <a:t>大</a:t>
                      </a:r>
                    </a:p>
                  </a:txBody>
                  <a:tcPr/>
                </a:tc>
                <a:extLst>
                  <a:ext uri="{0D108BD9-81ED-4DB2-BD59-A6C34878D82A}">
                    <a16:rowId xmlns:a16="http://schemas.microsoft.com/office/drawing/2014/main" val="10004"/>
                  </a:ext>
                </a:extLst>
              </a:tr>
              <a:tr h="378460">
                <a:tc>
                  <a:txBody>
                    <a:bodyPr/>
                    <a:lstStyle/>
                    <a:p>
                      <a:pPr>
                        <a:buNone/>
                      </a:pPr>
                      <a:r>
                        <a:rPr lang="zh-CN" altLang="en-US"/>
                        <a:t>安全性</a:t>
                      </a:r>
                    </a:p>
                  </a:txBody>
                  <a:tcPr/>
                </a:tc>
                <a:tc>
                  <a:txBody>
                    <a:bodyPr/>
                    <a:lstStyle/>
                    <a:p>
                      <a:pPr>
                        <a:buNone/>
                      </a:pPr>
                      <a:r>
                        <a:rPr lang="zh-CN" altLang="en-US"/>
                        <a:t>更强</a:t>
                      </a:r>
                    </a:p>
                  </a:txBody>
                  <a:tcPr/>
                </a:tc>
                <a:tc>
                  <a:txBody>
                    <a:bodyPr/>
                    <a:lstStyle/>
                    <a:p>
                      <a:pPr>
                        <a:buNone/>
                      </a:pPr>
                      <a:r>
                        <a:rPr lang="zh-CN" altLang="en-US"/>
                        <a:t>较弱</a:t>
                      </a:r>
                    </a:p>
                  </a:txBody>
                  <a:tcPr/>
                </a:tc>
                <a:extLst>
                  <a:ext uri="{0D108BD9-81ED-4DB2-BD59-A6C34878D82A}">
                    <a16:rowId xmlns:a16="http://schemas.microsoft.com/office/drawing/2014/main" val="10005"/>
                  </a:ext>
                </a:extLst>
              </a:tr>
            </a:tbl>
          </a:graphicData>
        </a:graphic>
      </p:graphicFrame>
      <p:sp>
        <p:nvSpPr>
          <p:cNvPr id="7" name="文本框 6"/>
          <p:cNvSpPr txBox="1"/>
          <p:nvPr/>
        </p:nvSpPr>
        <p:spPr>
          <a:xfrm>
            <a:off x="7847965" y="4852035"/>
            <a:ext cx="3996690" cy="1170305"/>
          </a:xfrm>
          <a:prstGeom prst="rect">
            <a:avLst/>
          </a:prstGeom>
          <a:solidFill>
            <a:schemeClr val="accent2">
              <a:lumMod val="20000"/>
              <a:lumOff val="80000"/>
            </a:schemeClr>
          </a:solidFill>
        </p:spPr>
        <p:txBody>
          <a:bodyPr wrap="square" rtlCol="0" anchor="t">
            <a:spAutoFit/>
          </a:bodyPr>
          <a:lstStyle/>
          <a:p>
            <a:pPr>
              <a:lnSpc>
                <a:spcPct val="130000"/>
              </a:lnSpc>
              <a:buNone/>
            </a:pPr>
            <a:r>
              <a:rPr lang="zh-CN" altLang="en-US">
                <a:sym typeface="+mn-ea"/>
              </a:rPr>
              <a:t>因此，ECC 是现代移动设备、TLS（Transport Layer Security）、比特币（Bitcoin）与 WebAuthn 等场景的首选。</a:t>
            </a:r>
          </a:p>
        </p:txBody>
      </p:sp>
      <p:sp>
        <p:nvSpPr>
          <p:cNvPr id="8" name="文本框 7"/>
          <p:cNvSpPr txBox="1"/>
          <p:nvPr/>
        </p:nvSpPr>
        <p:spPr>
          <a:xfrm>
            <a:off x="101600" y="4341495"/>
            <a:ext cx="7416800" cy="2191385"/>
          </a:xfrm>
          <a:prstGeom prst="rect">
            <a:avLst/>
          </a:prstGeom>
        </p:spPr>
        <p:txBody>
          <a:bodyPr wrap="square">
            <a:spAutoFit/>
          </a:bodyPr>
          <a:lstStyle/>
          <a:p>
            <a:pPr marL="342900" indent="-342900">
              <a:lnSpc>
                <a:spcPct val="130000"/>
              </a:lnSpc>
              <a:buFont typeface="Arial" panose="020B0604020202090204" pitchFamily="34" charset="0"/>
              <a:buChar char="•"/>
            </a:pPr>
            <a:r>
              <a:rPr lang="zh-CN" altLang="en-US" sz="2100" b="0" i="0">
                <a:solidFill>
                  <a:srgbClr val="000000"/>
                </a:solidFill>
              </a:rPr>
              <a:t>“椭圆曲线”是一族曲线，每个曲线通过参数</a:t>
            </a:r>
            <a:r>
              <a:rPr lang="en-US" altLang="zh-CN" sz="2100" b="0" i="0">
                <a:solidFill>
                  <a:srgbClr val="000000"/>
                </a:solidFill>
              </a:rPr>
              <a:t> a,b,p </a:t>
            </a:r>
            <a:r>
              <a:rPr lang="zh-CN" altLang="en-US" sz="2100" b="0" i="0">
                <a:solidFill>
                  <a:srgbClr val="000000"/>
                </a:solidFill>
              </a:rPr>
              <a:t>唯一定义；</a:t>
            </a:r>
          </a:p>
          <a:p>
            <a:pPr marL="342900" indent="-342900">
              <a:lnSpc>
                <a:spcPct val="130000"/>
              </a:lnSpc>
              <a:buFont typeface="Arial" panose="020B0604020202090204" pitchFamily="34" charset="0"/>
              <a:buChar char="•"/>
            </a:pPr>
            <a:r>
              <a:rPr lang="zh-CN" altLang="en-US" sz="2100" b="0" i="0">
                <a:solidFill>
                  <a:srgbClr val="000000"/>
                </a:solidFill>
              </a:rPr>
              <a:t>加密过程基于椭圆曲线点加法与模运算；</a:t>
            </a:r>
          </a:p>
          <a:p>
            <a:pPr marL="342900" indent="-342900">
              <a:lnSpc>
                <a:spcPct val="130000"/>
              </a:lnSpc>
              <a:buFont typeface="Arial" panose="020B0604020202090204" pitchFamily="34" charset="0"/>
              <a:buChar char="•"/>
            </a:pPr>
            <a:r>
              <a:rPr lang="zh-CN" altLang="en-US" sz="2100" b="0" i="0">
                <a:solidFill>
                  <a:srgbClr val="000000"/>
                </a:solidFill>
              </a:rPr>
              <a:t>私钥不是直接“反推”明文，而是通过椭圆曲线群运算，重建共享密钥或验证签名；</a:t>
            </a:r>
          </a:p>
          <a:p>
            <a:pPr marL="342900" indent="-342900">
              <a:lnSpc>
                <a:spcPct val="130000"/>
              </a:lnSpc>
              <a:buFont typeface="Arial" panose="020B0604020202090204" pitchFamily="34" charset="0"/>
              <a:buChar char="•"/>
            </a:pPr>
            <a:r>
              <a:rPr lang="zh-CN" altLang="en-US" sz="2100" b="0" i="0">
                <a:solidFill>
                  <a:srgbClr val="000000"/>
                </a:solidFill>
              </a:rPr>
              <a:t>安全性完全依赖于</a:t>
            </a:r>
            <a:r>
              <a:rPr lang="en-US" altLang="zh-CN" sz="2100" b="0" i="0">
                <a:solidFill>
                  <a:srgbClr val="000000"/>
                </a:solidFill>
              </a:rPr>
              <a:t> </a:t>
            </a:r>
            <a:r>
              <a:rPr lang="zh-CN" altLang="en-US" sz="2100" b="0" i="0">
                <a:solidFill>
                  <a:srgbClr val="000000"/>
                </a:solidFill>
              </a:rPr>
              <a:t>椭圆曲线离散对数问题</a:t>
            </a:r>
            <a:r>
              <a:rPr lang="en-US" altLang="zh-CN" sz="2100" b="0" i="0">
                <a:solidFill>
                  <a:srgbClr val="000000"/>
                </a:solidFill>
              </a:rPr>
              <a:t> </a:t>
            </a:r>
            <a:r>
              <a:rPr lang="zh-CN" altLang="en-US" sz="2100" b="0" i="0">
                <a:solidFill>
                  <a:srgbClr val="000000"/>
                </a:solidFill>
              </a:rPr>
              <a:t>的计算不可行性。</a:t>
            </a:r>
          </a:p>
        </p:txBody>
      </p:sp>
      <p:sp>
        <p:nvSpPr>
          <p:cNvPr id="9" name="文本框 8"/>
          <p:cNvSpPr txBox="1"/>
          <p:nvPr/>
        </p:nvSpPr>
        <p:spPr>
          <a:xfrm>
            <a:off x="6883400" y="819150"/>
            <a:ext cx="5309235" cy="368300"/>
          </a:xfrm>
          <a:prstGeom prst="rect">
            <a:avLst/>
          </a:prstGeom>
          <a:noFill/>
        </p:spPr>
        <p:txBody>
          <a:bodyPr wrap="square" rtlCol="0" anchor="t">
            <a:spAutoFit/>
          </a:bodyPr>
          <a:lstStyle/>
          <a:p>
            <a:pPr algn="ctr"/>
            <a:r>
              <a:rPr lang="zh-CN" altLang="en-US">
                <a:sym typeface="+mn-ea"/>
              </a:rPr>
              <a:t>ECC 与 RSA 的比较</a:t>
            </a:r>
          </a:p>
        </p:txBody>
      </p:sp>
      <p:graphicFrame>
        <p:nvGraphicFramePr>
          <p:cNvPr id="17" name="表格 16"/>
          <p:cNvGraphicFramePr/>
          <p:nvPr>
            <p:custDataLst>
              <p:tags r:id="rId2"/>
            </p:custDataLst>
          </p:nvPr>
        </p:nvGraphicFramePr>
        <p:xfrm>
          <a:off x="101600" y="1207135"/>
          <a:ext cx="6982460" cy="2901950"/>
        </p:xfrm>
        <a:graphic>
          <a:graphicData uri="http://schemas.openxmlformats.org/drawingml/2006/table">
            <a:tbl>
              <a:tblPr firstRow="1" bandRow="1">
                <a:tableStyleId>{5C22544A-7EE6-4342-B048-85BDC9FD1C3A}</a:tableStyleId>
              </a:tblPr>
              <a:tblGrid>
                <a:gridCol w="920115">
                  <a:extLst>
                    <a:ext uri="{9D8B030D-6E8A-4147-A177-3AD203B41FA5}">
                      <a16:colId xmlns:a16="http://schemas.microsoft.com/office/drawing/2014/main" val="20000"/>
                    </a:ext>
                  </a:extLst>
                </a:gridCol>
                <a:gridCol w="2939415">
                  <a:extLst>
                    <a:ext uri="{9D8B030D-6E8A-4147-A177-3AD203B41FA5}">
                      <a16:colId xmlns:a16="http://schemas.microsoft.com/office/drawing/2014/main" val="20001"/>
                    </a:ext>
                  </a:extLst>
                </a:gridCol>
                <a:gridCol w="1376680">
                  <a:extLst>
                    <a:ext uri="{9D8B030D-6E8A-4147-A177-3AD203B41FA5}">
                      <a16:colId xmlns:a16="http://schemas.microsoft.com/office/drawing/2014/main" val="20002"/>
                    </a:ext>
                  </a:extLst>
                </a:gridCol>
                <a:gridCol w="1746250">
                  <a:extLst>
                    <a:ext uri="{9D8B030D-6E8A-4147-A177-3AD203B41FA5}">
                      <a16:colId xmlns:a16="http://schemas.microsoft.com/office/drawing/2014/main" val="20003"/>
                    </a:ext>
                  </a:extLst>
                </a:gridCol>
              </a:tblGrid>
              <a:tr h="607060">
                <a:tc>
                  <a:txBody>
                    <a:bodyPr/>
                    <a:lstStyle/>
                    <a:p>
                      <a:r>
                        <a:rPr lang="zh-CN" altLang="en-US" sz="1800" b="0" i="0">
                          <a:solidFill>
                            <a:schemeClr val="bg1"/>
                          </a:solidFill>
                        </a:rPr>
                        <a:t>项目</a:t>
                      </a:r>
                    </a:p>
                  </a:txBody>
                  <a:tcPr anchor="ctr"/>
                </a:tc>
                <a:tc>
                  <a:txBody>
                    <a:bodyPr/>
                    <a:lstStyle/>
                    <a:p>
                      <a:r>
                        <a:rPr lang="zh-CN" altLang="en-US" sz="1800" b="0" i="0">
                          <a:solidFill>
                            <a:schemeClr val="bg1"/>
                          </a:solidFill>
                        </a:rPr>
                        <a:t>椭圆曲线家族</a:t>
                      </a:r>
                    </a:p>
                  </a:txBody>
                  <a:tcPr anchor="ctr"/>
                </a:tc>
                <a:tc>
                  <a:txBody>
                    <a:bodyPr/>
                    <a:lstStyle/>
                    <a:p>
                      <a:r>
                        <a:rPr lang="zh-CN" altLang="en-US" sz="1800" b="0" i="0">
                          <a:solidFill>
                            <a:schemeClr val="bg1"/>
                          </a:solidFill>
                        </a:rPr>
                        <a:t>加密原理</a:t>
                      </a:r>
                    </a:p>
                  </a:txBody>
                  <a:tcPr anchor="ctr"/>
                </a:tc>
                <a:tc>
                  <a:txBody>
                    <a:bodyPr/>
                    <a:lstStyle/>
                    <a:p>
                      <a:r>
                        <a:rPr lang="zh-CN" altLang="en-US" sz="1800" b="0" i="0">
                          <a:solidFill>
                            <a:schemeClr val="bg1"/>
                          </a:solidFill>
                        </a:rPr>
                        <a:t>解密原理</a:t>
                      </a:r>
                    </a:p>
                  </a:txBody>
                  <a:tcPr anchor="ctr"/>
                </a:tc>
                <a:extLst>
                  <a:ext uri="{0D108BD9-81ED-4DB2-BD59-A6C34878D82A}">
                    <a16:rowId xmlns:a16="http://schemas.microsoft.com/office/drawing/2014/main" val="10000"/>
                  </a:ext>
                </a:extLst>
              </a:tr>
              <a:tr h="962660">
                <a:tc>
                  <a:txBody>
                    <a:bodyPr/>
                    <a:lstStyle/>
                    <a:p>
                      <a:pPr>
                        <a:buNone/>
                      </a:pPr>
                      <a:r>
                        <a:rPr lang="zh-CN" altLang="en-US" sz="1800">
                          <a:sym typeface="+mn-ea"/>
                        </a:rPr>
                        <a:t>定义  </a:t>
                      </a:r>
                    </a:p>
                  </a:txBody>
                  <a:tcPr/>
                </a:tc>
                <a:tc>
                  <a:txBody>
                    <a:bodyPr/>
                    <a:lstStyle/>
                    <a:p>
                      <a:pPr>
                        <a:buNone/>
                      </a:pPr>
                      <a:r>
                        <a:rPr lang="zh-CN" altLang="en-US" sz="1800">
                          <a:sym typeface="+mn-ea"/>
                        </a:rPr>
                        <a:t>(y^2 = x^3 + ax + b)，</a:t>
                      </a:r>
                    </a:p>
                    <a:p>
                      <a:pPr>
                        <a:buNone/>
                      </a:pPr>
                      <a:r>
                        <a:rPr lang="zh-CN" altLang="en-US" sz="1800">
                          <a:sym typeface="+mn-ea"/>
                        </a:rPr>
                        <a:t>参数 a,b 不同 → 不同曲线</a:t>
                      </a:r>
                    </a:p>
                  </a:txBody>
                  <a:tcPr/>
                </a:tc>
                <a:tc>
                  <a:txBody>
                    <a:bodyPr/>
                    <a:lstStyle/>
                    <a:p>
                      <a:pPr>
                        <a:buNone/>
                      </a:pPr>
                      <a:r>
                        <a:rPr lang="zh-CN" altLang="en-US" sz="1800">
                          <a:sym typeface="+mn-ea"/>
                        </a:rPr>
                        <a:t>基于点加、点倍运算的群结构</a:t>
                      </a:r>
                    </a:p>
                  </a:txBody>
                  <a:tcPr/>
                </a:tc>
                <a:tc>
                  <a:txBody>
                    <a:bodyPr/>
                    <a:lstStyle/>
                    <a:p>
                      <a:pPr>
                        <a:buNone/>
                      </a:pPr>
                      <a:r>
                        <a:rPr lang="zh-CN" altLang="en-US" sz="1800">
                          <a:sym typeface="+mn-ea"/>
                        </a:rPr>
                        <a:t>使用私钥参与同样的群运算恢复共享秘密</a:t>
                      </a:r>
                    </a:p>
                  </a:txBody>
                  <a:tcPr/>
                </a:tc>
                <a:extLst>
                  <a:ext uri="{0D108BD9-81ED-4DB2-BD59-A6C34878D82A}">
                    <a16:rowId xmlns:a16="http://schemas.microsoft.com/office/drawing/2014/main" val="10001"/>
                  </a:ext>
                </a:extLst>
              </a:tr>
              <a:tr h="692150">
                <a:tc>
                  <a:txBody>
                    <a:bodyPr/>
                    <a:lstStyle/>
                    <a:p>
                      <a:pPr>
                        <a:buNone/>
                      </a:pPr>
                      <a:r>
                        <a:rPr lang="zh-CN" altLang="en-US" sz="1800">
                          <a:sym typeface="+mn-ea"/>
                        </a:rPr>
                        <a:t>安全性来源</a:t>
                      </a:r>
                    </a:p>
                  </a:txBody>
                  <a:tcPr/>
                </a:tc>
                <a:tc>
                  <a:txBody>
                    <a:bodyPr/>
                    <a:lstStyle/>
                    <a:p>
                      <a:pPr>
                        <a:buNone/>
                      </a:pPr>
                      <a:r>
                        <a:rPr lang="zh-CN" altLang="en-US" sz="1800">
                          <a:sym typeface="+mn-ea"/>
                        </a:rPr>
                        <a:t>椭圆曲线离散对数问题 (ECDLP)</a:t>
                      </a:r>
                    </a:p>
                  </a:txBody>
                  <a:tcPr/>
                </a:tc>
                <a:tc>
                  <a:txBody>
                    <a:bodyPr/>
                    <a:lstStyle/>
                    <a:p>
                      <a:pPr>
                        <a:buNone/>
                      </a:pPr>
                      <a:r>
                        <a:rPr lang="zh-CN" altLang="en-US" sz="1800">
                          <a:sym typeface="+mn-ea"/>
                        </a:rPr>
                        <a:t>计算 (kG) 容易</a:t>
                      </a:r>
                    </a:p>
                  </a:txBody>
                  <a:tcPr/>
                </a:tc>
                <a:tc>
                  <a:txBody>
                    <a:bodyPr/>
                    <a:lstStyle/>
                    <a:p>
                      <a:pPr>
                        <a:buNone/>
                      </a:pPr>
                      <a:r>
                        <a:rPr lang="zh-CN" altLang="en-US" sz="1800">
                          <a:sym typeface="+mn-ea"/>
                        </a:rPr>
                        <a:t>从 (Q=kG) 求 (k) 极难</a:t>
                      </a:r>
                    </a:p>
                  </a:txBody>
                  <a:tcPr/>
                </a:tc>
                <a:extLst>
                  <a:ext uri="{0D108BD9-81ED-4DB2-BD59-A6C34878D82A}">
                    <a16:rowId xmlns:a16="http://schemas.microsoft.com/office/drawing/2014/main" val="10002"/>
                  </a:ext>
                </a:extLst>
              </a:tr>
              <a:tr h="640080">
                <a:tc>
                  <a:txBody>
                    <a:bodyPr/>
                    <a:lstStyle/>
                    <a:p>
                      <a:pPr>
                        <a:buNone/>
                      </a:pPr>
                      <a:r>
                        <a:rPr lang="zh-CN" altLang="en-US" sz="1800">
                          <a:sym typeface="+mn-ea"/>
                        </a:rPr>
                        <a:t>典型算法</a:t>
                      </a:r>
                    </a:p>
                  </a:txBody>
                  <a:tcPr/>
                </a:tc>
                <a:tc>
                  <a:txBody>
                    <a:bodyPr/>
                    <a:lstStyle/>
                    <a:p>
                      <a:pPr>
                        <a:buNone/>
                      </a:pPr>
                      <a:r>
                        <a:rPr lang="zh-CN" altLang="en-US" sz="1800">
                          <a:sym typeface="+mn-ea"/>
                        </a:rPr>
                        <a:t>ECDH, ECIES, ECDSA  </a:t>
                      </a:r>
                    </a:p>
                  </a:txBody>
                  <a:tcPr/>
                </a:tc>
                <a:tc>
                  <a:txBody>
                    <a:bodyPr/>
                    <a:lstStyle/>
                    <a:p>
                      <a:pPr>
                        <a:buNone/>
                      </a:pPr>
                      <a:r>
                        <a:rPr lang="zh-CN" altLang="en-US" sz="1800">
                          <a:sym typeface="+mn-ea"/>
                        </a:rPr>
                        <a:t>公钥参与加密 </a:t>
                      </a:r>
                    </a:p>
                  </a:txBody>
                  <a:tcPr/>
                </a:tc>
                <a:tc>
                  <a:txBody>
                    <a:bodyPr/>
                    <a:lstStyle/>
                    <a:p>
                      <a:pPr>
                        <a:buNone/>
                      </a:pPr>
                      <a:r>
                        <a:rPr lang="zh-CN" altLang="en-US" sz="1800">
                          <a:sym typeface="+mn-ea"/>
                        </a:rPr>
                        <a:t>私钥参与解密或签名</a:t>
                      </a:r>
                    </a:p>
                  </a:txBody>
                  <a:tcPr/>
                </a:tc>
                <a:extLst>
                  <a:ext uri="{0D108BD9-81ED-4DB2-BD59-A6C34878D82A}">
                    <a16:rowId xmlns:a16="http://schemas.microsoft.com/office/drawing/2014/main" val="10003"/>
                  </a:ext>
                </a:extLst>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a:t>对称加密</a:t>
            </a:r>
            <a:r>
              <a:rPr lang="en-US" altLang="zh-CN"/>
              <a:t> vs </a:t>
            </a:r>
            <a:r>
              <a:rPr lang="zh-CN" altLang="en-US"/>
              <a:t>非对称加密</a:t>
            </a:r>
          </a:p>
        </p:txBody>
      </p:sp>
      <p:sp>
        <p:nvSpPr>
          <p:cNvPr id="3" name="文本占位符 2"/>
          <p:cNvSpPr>
            <a:spLocks noGrp="1"/>
          </p:cNvSpPr>
          <p:nvPr>
            <p:ph type="body" sz="quarter" idx="13"/>
          </p:nvPr>
        </p:nvSpPr>
        <p:spPr/>
        <p:txBody>
          <a:bodyPr/>
          <a:lstStyle/>
          <a:p>
            <a:r>
              <a:rPr lang="zh-CN" altLang="en-US"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请从多个角度比较对称加密算法和非对称加密算法的区别</a:t>
            </a:r>
          </a:p>
        </p:txBody>
      </p:sp>
      <p:sp>
        <p:nvSpPr>
          <p:cNvPr id="4" name="文本占位符 3"/>
          <p:cNvSpPr>
            <a:spLocks noGrp="1"/>
          </p:cNvSpPr>
          <p:nvPr>
            <p:ph type="body" sz="quarter" idx="15"/>
          </p:nvPr>
        </p:nvSpPr>
        <p:spPr/>
        <p:txBody>
          <a:bodyPr/>
          <a:lstStyle/>
          <a:p>
            <a:r>
              <a:rPr lang="en-US" altLang="zh-CN" dirty="0"/>
              <a:t>37</a:t>
            </a:r>
            <a:endParaRPr lang="zh-CN" altLang="en-US" dirty="0"/>
          </a:p>
        </p:txBody>
      </p:sp>
      <p:pic>
        <p:nvPicPr>
          <p:cNvPr id="7" name="图片 6"/>
          <p:cNvPicPr>
            <a:picLocks noChangeAspect="1"/>
          </p:cNvPicPr>
          <p:nvPr>
            <p:custDataLst>
              <p:tags r:id="rId1"/>
            </p:custDataLst>
          </p:nvPr>
        </p:nvPicPr>
        <p:blipFill>
          <a:blip r:embed="rId4"/>
          <a:stretch>
            <a:fillRect/>
          </a:stretch>
        </p:blipFill>
        <p:spPr>
          <a:xfrm>
            <a:off x="201930" y="2254250"/>
            <a:ext cx="6369050" cy="3395980"/>
          </a:xfrm>
          <a:prstGeom prst="rect">
            <a:avLst/>
          </a:prstGeom>
        </p:spPr>
      </p:pic>
      <p:graphicFrame>
        <p:nvGraphicFramePr>
          <p:cNvPr id="8" name="表格 7"/>
          <p:cNvGraphicFramePr/>
          <p:nvPr>
            <p:custDataLst>
              <p:tags r:id="rId2"/>
            </p:custDataLst>
          </p:nvPr>
        </p:nvGraphicFramePr>
        <p:xfrm>
          <a:off x="43180" y="625475"/>
          <a:ext cx="11801475" cy="6202680"/>
        </p:xfrm>
        <a:graphic>
          <a:graphicData uri="http://schemas.openxmlformats.org/drawingml/2006/table">
            <a:tbl>
              <a:tblPr firstRow="1" bandRow="1">
                <a:tableStyleId>{5C22544A-7EE6-4342-B048-85BDC9FD1C3A}</a:tableStyleId>
              </a:tblPr>
              <a:tblGrid>
                <a:gridCol w="1851660">
                  <a:extLst>
                    <a:ext uri="{9D8B030D-6E8A-4147-A177-3AD203B41FA5}">
                      <a16:colId xmlns:a16="http://schemas.microsoft.com/office/drawing/2014/main" val="20000"/>
                    </a:ext>
                  </a:extLst>
                </a:gridCol>
                <a:gridCol w="4897120">
                  <a:extLst>
                    <a:ext uri="{9D8B030D-6E8A-4147-A177-3AD203B41FA5}">
                      <a16:colId xmlns:a16="http://schemas.microsoft.com/office/drawing/2014/main" val="20001"/>
                    </a:ext>
                  </a:extLst>
                </a:gridCol>
                <a:gridCol w="5052695">
                  <a:extLst>
                    <a:ext uri="{9D8B030D-6E8A-4147-A177-3AD203B41FA5}">
                      <a16:colId xmlns:a16="http://schemas.microsoft.com/office/drawing/2014/main" val="20002"/>
                    </a:ext>
                  </a:extLst>
                </a:gridCol>
              </a:tblGrid>
              <a:tr h="387985">
                <a:tc>
                  <a:txBody>
                    <a:bodyPr/>
                    <a:lstStyle/>
                    <a:p>
                      <a:pPr>
                        <a:buNone/>
                      </a:pPr>
                      <a:r>
                        <a:rPr lang="zh-CN" altLang="en-US"/>
                        <a:t>特性</a:t>
                      </a:r>
                    </a:p>
                  </a:txBody>
                  <a:tcPr/>
                </a:tc>
                <a:tc>
                  <a:txBody>
                    <a:bodyPr/>
                    <a:lstStyle/>
                    <a:p>
                      <a:pPr>
                        <a:buNone/>
                      </a:pPr>
                      <a:r>
                        <a:rPr lang="zh-CN" altLang="en-US"/>
                        <a:t>对称加密</a:t>
                      </a:r>
                    </a:p>
                  </a:txBody>
                  <a:tcPr/>
                </a:tc>
                <a:tc>
                  <a:txBody>
                    <a:bodyPr/>
                    <a:lstStyle/>
                    <a:p>
                      <a:pPr>
                        <a:buNone/>
                      </a:pPr>
                      <a:r>
                        <a:rPr lang="zh-CN" altLang="en-US"/>
                        <a:t>非对称加密</a:t>
                      </a:r>
                    </a:p>
                  </a:txBody>
                  <a:tcPr/>
                </a:tc>
                <a:extLst>
                  <a:ext uri="{0D108BD9-81ED-4DB2-BD59-A6C34878D82A}">
                    <a16:rowId xmlns:a16="http://schemas.microsoft.com/office/drawing/2014/main" val="10000"/>
                  </a:ext>
                </a:extLst>
              </a:tr>
              <a:tr h="914400">
                <a:tc>
                  <a:txBody>
                    <a:bodyPr/>
                    <a:lstStyle/>
                    <a:p>
                      <a:pPr>
                        <a:buNone/>
                      </a:pPr>
                      <a:r>
                        <a:rPr lang="zh-CN" altLang="en-US"/>
                        <a:t>🔑 密钥数量</a:t>
                      </a:r>
                    </a:p>
                  </a:txBody>
                  <a:tcPr/>
                </a:tc>
                <a:tc>
                  <a:txBody>
                    <a:bodyPr/>
                    <a:lstStyle/>
                    <a:p>
                      <a:pPr>
                        <a:buNone/>
                      </a:pPr>
                      <a:r>
                        <a:rPr lang="zh-CN" altLang="en-US"/>
                        <a:t>一个密钥（加密与解密相同）</a:t>
                      </a:r>
                      <a:r>
                        <a:rPr lang="en-US" altLang="zh-CN"/>
                        <a:t>；n</a:t>
                      </a:r>
                      <a:r>
                        <a:rPr lang="zh-CN" altLang="en-US"/>
                        <a:t>个用户间的保密通信需要的密钥数量</a:t>
                      </a:r>
                      <a:r>
                        <a:rPr lang="en-US" altLang="zh-CN"/>
                        <a:t>：n*(n-1)/2， </a:t>
                      </a:r>
                      <a:r>
                        <a:rPr lang="zh-CN" altLang="en-US"/>
                        <a:t>理论上</a:t>
                      </a:r>
                      <a:r>
                        <a:rPr lang="en-US" altLang="zh-CN"/>
                        <a:t>，</a:t>
                      </a:r>
                      <a:r>
                        <a:rPr lang="zh-CN" altLang="en-US"/>
                        <a:t>每个用户需要</a:t>
                      </a:r>
                      <a:r>
                        <a:rPr lang="en-US" altLang="zh-CN"/>
                        <a:t> </a:t>
                      </a:r>
                      <a:r>
                        <a:rPr lang="zh-CN" altLang="en-US"/>
                        <a:t>保留</a:t>
                      </a:r>
                      <a:r>
                        <a:rPr lang="en-US" altLang="zh-CN"/>
                        <a:t>n-1</a:t>
                      </a:r>
                      <a:r>
                        <a:rPr lang="zh-CN" altLang="en-US"/>
                        <a:t>个用户的密钥</a:t>
                      </a:r>
                    </a:p>
                  </a:txBody>
                  <a:tcPr/>
                </a:tc>
                <a:tc>
                  <a:txBody>
                    <a:bodyPr/>
                    <a:lstStyle/>
                    <a:p>
                      <a:pPr>
                        <a:buNone/>
                      </a:pPr>
                      <a:r>
                        <a:rPr lang="zh-CN" altLang="en-US"/>
                        <a:t>一对密钥（公钥 + 私钥）</a:t>
                      </a:r>
                      <a:r>
                        <a:rPr lang="en-US" altLang="zh-CN"/>
                        <a:t>，n</a:t>
                      </a:r>
                      <a:r>
                        <a:rPr lang="zh-CN" altLang="en-US"/>
                        <a:t>个用户间的保密通信所需密钥量</a:t>
                      </a:r>
                      <a:r>
                        <a:rPr lang="en-US" altLang="zh-CN"/>
                        <a:t>：2n</a:t>
                      </a:r>
                    </a:p>
                  </a:txBody>
                  <a:tcPr/>
                </a:tc>
                <a:extLst>
                  <a:ext uri="{0D108BD9-81ED-4DB2-BD59-A6C34878D82A}">
                    <a16:rowId xmlns:a16="http://schemas.microsoft.com/office/drawing/2014/main" val="10001"/>
                  </a:ext>
                </a:extLst>
              </a:tr>
              <a:tr h="387350">
                <a:tc>
                  <a:txBody>
                    <a:bodyPr/>
                    <a:lstStyle/>
                    <a:p>
                      <a:pPr>
                        <a:buNone/>
                      </a:pPr>
                      <a:r>
                        <a:rPr lang="zh-CN" altLang="en-US"/>
                        <a:t>📤 密钥分发</a:t>
                      </a:r>
                    </a:p>
                  </a:txBody>
                  <a:tcPr/>
                </a:tc>
                <a:tc>
                  <a:txBody>
                    <a:bodyPr/>
                    <a:lstStyle/>
                    <a:p>
                      <a:pPr>
                        <a:buNone/>
                      </a:pPr>
                      <a:r>
                        <a:rPr lang="zh-CN" altLang="en-US"/>
                        <a:t>需要安全地传递密钥</a:t>
                      </a:r>
                    </a:p>
                  </a:txBody>
                  <a:tcPr/>
                </a:tc>
                <a:tc>
                  <a:txBody>
                    <a:bodyPr/>
                    <a:lstStyle/>
                    <a:p>
                      <a:pPr>
                        <a:buNone/>
                      </a:pPr>
                      <a:r>
                        <a:rPr lang="zh-CN" altLang="en-US"/>
                        <a:t>公钥可公开，私钥保密</a:t>
                      </a:r>
                    </a:p>
                  </a:txBody>
                  <a:tcPr/>
                </a:tc>
                <a:extLst>
                  <a:ext uri="{0D108BD9-81ED-4DB2-BD59-A6C34878D82A}">
                    <a16:rowId xmlns:a16="http://schemas.microsoft.com/office/drawing/2014/main" val="10002"/>
                  </a:ext>
                </a:extLst>
              </a:tr>
              <a:tr h="346710">
                <a:tc>
                  <a:txBody>
                    <a:bodyPr/>
                    <a:lstStyle/>
                    <a:p>
                      <a:pPr>
                        <a:buNone/>
                      </a:pPr>
                      <a:r>
                        <a:rPr lang="zh-CN" altLang="en-US"/>
                        <a:t>⚡ 加密速度</a:t>
                      </a:r>
                    </a:p>
                  </a:txBody>
                  <a:tcPr/>
                </a:tc>
                <a:tc>
                  <a:txBody>
                    <a:bodyPr/>
                    <a:lstStyle/>
                    <a:p>
                      <a:pPr>
                        <a:buNone/>
                      </a:pPr>
                      <a:r>
                        <a:rPr lang="zh-CN" altLang="en-US"/>
                        <a:t>快（10⁴~10⁶倍更快）</a:t>
                      </a:r>
                    </a:p>
                  </a:txBody>
                  <a:tcPr/>
                </a:tc>
                <a:tc>
                  <a:txBody>
                    <a:bodyPr/>
                    <a:lstStyle/>
                    <a:p>
                      <a:pPr>
                        <a:buNone/>
                      </a:pPr>
                      <a:r>
                        <a:rPr lang="zh-CN" altLang="en-US"/>
                        <a:t>慢（运算复杂，基于大数分解或椭圆曲线）</a:t>
                      </a:r>
                    </a:p>
                  </a:txBody>
                  <a:tcPr/>
                </a:tc>
                <a:extLst>
                  <a:ext uri="{0D108BD9-81ED-4DB2-BD59-A6C34878D82A}">
                    <a16:rowId xmlns:a16="http://schemas.microsoft.com/office/drawing/2014/main" val="10003"/>
                  </a:ext>
                </a:extLst>
              </a:tr>
              <a:tr h="334645">
                <a:tc>
                  <a:txBody>
                    <a:bodyPr/>
                    <a:lstStyle/>
                    <a:p>
                      <a:pPr>
                        <a:buNone/>
                      </a:pPr>
                      <a:r>
                        <a:rPr lang="zh-CN" altLang="en-US"/>
                        <a:t>🔐 安全性</a:t>
                      </a:r>
                    </a:p>
                  </a:txBody>
                  <a:tcPr/>
                </a:tc>
                <a:tc>
                  <a:txBody>
                    <a:bodyPr/>
                    <a:lstStyle/>
                    <a:p>
                      <a:pPr>
                        <a:buNone/>
                      </a:pPr>
                      <a:r>
                        <a:rPr lang="zh-CN" altLang="en-US"/>
                        <a:t>取决于密钥是否泄露</a:t>
                      </a:r>
                    </a:p>
                  </a:txBody>
                  <a:tcPr/>
                </a:tc>
                <a:tc>
                  <a:txBody>
                    <a:bodyPr/>
                    <a:lstStyle/>
                    <a:p>
                      <a:pPr>
                        <a:buNone/>
                      </a:pPr>
                      <a:r>
                        <a:rPr lang="zh-CN" altLang="en-US"/>
                        <a:t>即使公钥公开也安全（数学困难问题）</a:t>
                      </a:r>
                    </a:p>
                  </a:txBody>
                  <a:tcPr/>
                </a:tc>
                <a:extLst>
                  <a:ext uri="{0D108BD9-81ED-4DB2-BD59-A6C34878D82A}">
                    <a16:rowId xmlns:a16="http://schemas.microsoft.com/office/drawing/2014/main" val="10004"/>
                  </a:ext>
                </a:extLst>
              </a:tr>
              <a:tr h="986155">
                <a:tc>
                  <a:txBody>
                    <a:bodyPr/>
                    <a:lstStyle/>
                    <a:p>
                      <a:pPr>
                        <a:buNone/>
                      </a:pPr>
                      <a:r>
                        <a:rPr lang="zh-CN" altLang="en-US"/>
                        <a:t>📦 常见算法</a:t>
                      </a:r>
                    </a:p>
                  </a:txBody>
                  <a:tcPr/>
                </a:tc>
                <a:tc>
                  <a:txBody>
                    <a:bodyPr/>
                    <a:lstStyle/>
                    <a:p>
                      <a:pPr>
                        <a:buNone/>
                      </a:pPr>
                      <a:r>
                        <a:rPr lang="zh-CN" altLang="en-US"/>
                        <a:t>AES（Advanced Encryption Standard 高级加密标准）、DES（Data Encryption Standard 数据加密标准）、ChaCha20</a:t>
                      </a:r>
                    </a:p>
                  </a:txBody>
                  <a:tcPr/>
                </a:tc>
                <a:tc>
                  <a:txBody>
                    <a:bodyPr/>
                    <a:lstStyle/>
                    <a:p>
                      <a:pPr>
                        <a:buNone/>
                      </a:pPr>
                      <a:r>
                        <a:rPr lang="zh-CN" altLang="en-US"/>
                        <a:t>RSA（Rivest–Shamir–Adleman）、ECC（Elliptic Curve Cryptography 椭圆曲线密码学）、DSA（Digital Signature Algorithm 数字签名算法）</a:t>
                      </a:r>
                    </a:p>
                  </a:txBody>
                  <a:tcPr/>
                </a:tc>
                <a:extLst>
                  <a:ext uri="{0D108BD9-81ED-4DB2-BD59-A6C34878D82A}">
                    <a16:rowId xmlns:a16="http://schemas.microsoft.com/office/drawing/2014/main" val="10005"/>
                  </a:ext>
                </a:extLst>
              </a:tr>
              <a:tr h="435610">
                <a:tc>
                  <a:txBody>
                    <a:bodyPr/>
                    <a:lstStyle/>
                    <a:p>
                      <a:pPr>
                        <a:buNone/>
                      </a:pPr>
                      <a:r>
                        <a:rPr lang="zh-CN" altLang="en-US"/>
                        <a:t>💬 应用场景</a:t>
                      </a:r>
                    </a:p>
                  </a:txBody>
                  <a:tcPr/>
                </a:tc>
                <a:tc>
                  <a:txBody>
                    <a:bodyPr/>
                    <a:lstStyle/>
                    <a:p>
                      <a:pPr>
                        <a:buNone/>
                      </a:pPr>
                      <a:r>
                        <a:rPr lang="zh-CN" altLang="en-US"/>
                        <a:t>本地数据加密、大文件加密、磁盘/数据库保护</a:t>
                      </a:r>
                    </a:p>
                  </a:txBody>
                  <a:tcPr/>
                </a:tc>
                <a:tc>
                  <a:txBody>
                    <a:bodyPr/>
                    <a:lstStyle/>
                    <a:p>
                      <a:pPr>
                        <a:buNone/>
                      </a:pPr>
                      <a:r>
                        <a:rPr lang="zh-CN" altLang="en-US"/>
                        <a:t>数字签名、密钥交换、身份认证、SSL/TLS 握手</a:t>
                      </a:r>
                    </a:p>
                  </a:txBody>
                  <a:tcPr/>
                </a:tc>
                <a:extLst>
                  <a:ext uri="{0D108BD9-81ED-4DB2-BD59-A6C34878D82A}">
                    <a16:rowId xmlns:a16="http://schemas.microsoft.com/office/drawing/2014/main" val="10006"/>
                  </a:ext>
                </a:extLst>
              </a:tr>
              <a:tr h="387985">
                <a:tc>
                  <a:txBody>
                    <a:bodyPr/>
                    <a:lstStyle/>
                    <a:p>
                      <a:pPr>
                        <a:buNone/>
                      </a:pPr>
                      <a:r>
                        <a:rPr lang="zh-CN" altLang="en-US"/>
                        <a:t>🔁 加解密对称性</a:t>
                      </a:r>
                    </a:p>
                  </a:txBody>
                  <a:tcPr/>
                </a:tc>
                <a:tc>
                  <a:txBody>
                    <a:bodyPr/>
                    <a:lstStyle/>
                    <a:p>
                      <a:pPr>
                        <a:buNone/>
                      </a:pPr>
                      <a:r>
                        <a:rPr lang="zh-CN" altLang="en-US"/>
                        <a:t>完全对称</a:t>
                      </a:r>
                    </a:p>
                  </a:txBody>
                  <a:tcPr/>
                </a:tc>
                <a:tc>
                  <a:txBody>
                    <a:bodyPr/>
                    <a:lstStyle/>
                    <a:p>
                      <a:pPr>
                        <a:buNone/>
                      </a:pPr>
                      <a:r>
                        <a:rPr lang="zh-CN" altLang="en-US"/>
                        <a:t>完全不对称</a:t>
                      </a:r>
                    </a:p>
                  </a:txBody>
                  <a:tcPr/>
                </a:tc>
                <a:extLst>
                  <a:ext uri="{0D108BD9-81ED-4DB2-BD59-A6C34878D82A}">
                    <a16:rowId xmlns:a16="http://schemas.microsoft.com/office/drawing/2014/main" val="10007"/>
                  </a:ext>
                </a:extLst>
              </a:tr>
              <a:tr h="600075">
                <a:tc>
                  <a:txBody>
                    <a:bodyPr/>
                    <a:lstStyle/>
                    <a:p>
                      <a:pPr>
                        <a:buNone/>
                      </a:pPr>
                      <a:r>
                        <a:rPr lang="zh-CN" altLang="en-US"/>
                        <a:t>🧩 数学基础</a:t>
                      </a:r>
                    </a:p>
                  </a:txBody>
                  <a:tcPr/>
                </a:tc>
                <a:tc>
                  <a:txBody>
                    <a:bodyPr/>
                    <a:lstStyle/>
                    <a:p>
                      <a:pPr>
                        <a:buNone/>
                      </a:pPr>
                      <a:r>
                        <a:rPr lang="zh-CN" altLang="en-US"/>
                        <a:t>代换/置换等数据混淆</a:t>
                      </a:r>
                    </a:p>
                  </a:txBody>
                  <a:tcPr/>
                </a:tc>
                <a:tc>
                  <a:txBody>
                    <a:bodyPr/>
                    <a:lstStyle/>
                    <a:p>
                      <a:pPr>
                        <a:buNone/>
                      </a:pPr>
                      <a:r>
                        <a:rPr lang="zh-CN" altLang="en-US"/>
                        <a:t>大数分解（RSA）、离散对数（Diffie–Hellman）、椭圆曲线问题（ECC）</a:t>
                      </a:r>
                    </a:p>
                  </a:txBody>
                  <a:tcPr/>
                </a:tc>
                <a:extLst>
                  <a:ext uri="{0D108BD9-81ED-4DB2-BD59-A6C34878D82A}">
                    <a16:rowId xmlns:a16="http://schemas.microsoft.com/office/drawing/2014/main" val="10008"/>
                  </a:ext>
                </a:extLst>
              </a:tr>
              <a:tr h="417195">
                <a:tc>
                  <a:txBody>
                    <a:bodyPr/>
                    <a:lstStyle/>
                    <a:p>
                      <a:pPr>
                        <a:buNone/>
                      </a:pPr>
                      <a:r>
                        <a:rPr lang="zh-CN" altLang="en-US"/>
                        <a:t>🛡️ 抗攻击性</a:t>
                      </a:r>
                    </a:p>
                  </a:txBody>
                  <a:tcPr/>
                </a:tc>
                <a:tc>
                  <a:txBody>
                    <a:bodyPr/>
                    <a:lstStyle/>
                    <a:p>
                      <a:pPr>
                        <a:buNone/>
                      </a:pPr>
                      <a:r>
                        <a:rPr lang="zh-CN" altLang="en-US"/>
                        <a:t>一旦密钥泄露则完全失效</a:t>
                      </a:r>
                    </a:p>
                  </a:txBody>
                  <a:tcPr/>
                </a:tc>
                <a:tc>
                  <a:txBody>
                    <a:bodyPr/>
                    <a:lstStyle/>
                    <a:p>
                      <a:pPr>
                        <a:buNone/>
                      </a:pPr>
                      <a:r>
                        <a:rPr lang="zh-CN" altLang="en-US"/>
                        <a:t>私钥泄露才失效，公钥公开无影响</a:t>
                      </a:r>
                    </a:p>
                  </a:txBody>
                  <a:tcPr/>
                </a:tc>
                <a:extLst>
                  <a:ext uri="{0D108BD9-81ED-4DB2-BD59-A6C34878D82A}">
                    <a16:rowId xmlns:a16="http://schemas.microsoft.com/office/drawing/2014/main" val="10009"/>
                  </a:ext>
                </a:extLst>
              </a:tr>
              <a:tr h="387985">
                <a:tc>
                  <a:txBody>
                    <a:bodyPr/>
                    <a:lstStyle/>
                    <a:p>
                      <a:pPr>
                        <a:buNone/>
                      </a:pPr>
                      <a:r>
                        <a:rPr lang="zh-CN" altLang="en-US"/>
                        <a:t>实际</a:t>
                      </a:r>
                      <a:r>
                        <a:rPr lang="zh-CN" altLang="en-US" sz="1800">
                          <a:sym typeface="+mn-ea"/>
                        </a:rPr>
                        <a:t>（混合方案）</a:t>
                      </a:r>
                    </a:p>
                  </a:txBody>
                  <a:tcPr/>
                </a:tc>
                <a:tc gridSpan="2">
                  <a:txBody>
                    <a:bodyPr/>
                    <a:lstStyle/>
                    <a:p>
                      <a:pPr>
                        <a:buNone/>
                      </a:pPr>
                      <a:r>
                        <a:rPr lang="zh-CN" altLang="en-US"/>
                        <a:t>现实系统通常采用混合：用非对称（PKI）来安全分发会话密钥，实际数据用对称算法（AES）加密。这样：总长期密钥为 n对（公/私），数据加密用短期会话对称密钥（按会话生成，寿命短）。</a:t>
                      </a:r>
                    </a:p>
                    <a:p>
                      <a:pPr>
                        <a:buNone/>
                      </a:pPr>
                      <a:r>
                        <a:rPr lang="zh-CN" altLang="en-US"/>
                        <a:t>这样既保持了对称加密的高性能，又享受非对称的简便分发与认证。</a:t>
                      </a:r>
                    </a:p>
                  </a:txBody>
                  <a:tcPr/>
                </a:tc>
                <a:tc hMerge="1">
                  <a:txBody>
                    <a:bodyPr/>
                    <a:lstStyle/>
                    <a:p>
                      <a:endParaRPr lang="zh-CN"/>
                    </a:p>
                  </a:txBody>
                  <a:tcPr/>
                </a:tc>
                <a:extLst>
                  <a:ext uri="{0D108BD9-81ED-4DB2-BD59-A6C34878D82A}">
                    <a16:rowId xmlns:a16="http://schemas.microsoft.com/office/drawing/2014/main" val="10010"/>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a:t>现代系统中</a:t>
            </a:r>
            <a:r>
              <a:rPr lang="en-US" altLang="zh-CN"/>
              <a:t> RSA </a:t>
            </a:r>
            <a:r>
              <a:rPr lang="zh-CN" altLang="en-US"/>
              <a:t>和</a:t>
            </a:r>
            <a:r>
              <a:rPr lang="en-US" altLang="zh-CN"/>
              <a:t> ECC </a:t>
            </a:r>
            <a:r>
              <a:rPr lang="zh-CN" altLang="en-US"/>
              <a:t>角色</a:t>
            </a:r>
          </a:p>
        </p:txBody>
      </p:sp>
      <p:sp>
        <p:nvSpPr>
          <p:cNvPr id="4" name="文本占位符 3"/>
          <p:cNvSpPr>
            <a:spLocks noGrp="1"/>
          </p:cNvSpPr>
          <p:nvPr>
            <p:ph type="body" sz="quarter" idx="15"/>
          </p:nvPr>
        </p:nvSpPr>
        <p:spPr/>
        <p:txBody>
          <a:bodyPr/>
          <a:lstStyle/>
          <a:p>
            <a:r>
              <a:rPr lang="en-US" altLang="zh-CN" dirty="0"/>
              <a:t>37</a:t>
            </a:r>
            <a:endParaRPr lang="zh-CN" altLang="en-US" dirty="0"/>
          </a:p>
        </p:txBody>
      </p:sp>
      <p:graphicFrame>
        <p:nvGraphicFramePr>
          <p:cNvPr id="6" name="表格 5"/>
          <p:cNvGraphicFramePr/>
          <p:nvPr/>
        </p:nvGraphicFramePr>
        <p:xfrm>
          <a:off x="1828800" y="2146300"/>
          <a:ext cx="8534400" cy="2286000"/>
        </p:xfrm>
        <a:graphic>
          <a:graphicData uri="http://schemas.openxmlformats.org/drawingml/2006/table">
            <a:tbl>
              <a:tblPr firstRow="1" bandRow="1">
                <a:tableStyleId>{5C22544A-7EE6-4342-B048-85BDC9FD1C3A}</a:tableStyleId>
              </a:tblPr>
              <a:tblGrid>
                <a:gridCol w="2311400">
                  <a:extLst>
                    <a:ext uri="{9D8B030D-6E8A-4147-A177-3AD203B41FA5}">
                      <a16:colId xmlns:a16="http://schemas.microsoft.com/office/drawing/2014/main" val="20000"/>
                    </a:ext>
                  </a:extLst>
                </a:gridCol>
                <a:gridCol w="2717800">
                  <a:extLst>
                    <a:ext uri="{9D8B030D-6E8A-4147-A177-3AD203B41FA5}">
                      <a16:colId xmlns:a16="http://schemas.microsoft.com/office/drawing/2014/main" val="20001"/>
                    </a:ext>
                  </a:extLst>
                </a:gridCol>
                <a:gridCol w="3505200">
                  <a:extLst>
                    <a:ext uri="{9D8B030D-6E8A-4147-A177-3AD203B41FA5}">
                      <a16:colId xmlns:a16="http://schemas.microsoft.com/office/drawing/2014/main" val="20002"/>
                    </a:ext>
                  </a:extLst>
                </a:gridCol>
              </a:tblGrid>
              <a:tr h="381000">
                <a:tc>
                  <a:txBody>
                    <a:bodyPr/>
                    <a:lstStyle/>
                    <a:p>
                      <a:pPr>
                        <a:buNone/>
                      </a:pPr>
                      <a:r>
                        <a:rPr lang="zh-CN" altLang="en-US"/>
                        <a:t>场景</a:t>
                      </a:r>
                    </a:p>
                  </a:txBody>
                  <a:tcPr/>
                </a:tc>
                <a:tc>
                  <a:txBody>
                    <a:bodyPr/>
                    <a:lstStyle/>
                    <a:p>
                      <a:pPr>
                        <a:buNone/>
                      </a:pPr>
                      <a:r>
                        <a:rPr lang="zh-CN" altLang="en-US"/>
                        <a:t>是否使用 RSA</a:t>
                      </a:r>
                    </a:p>
                  </a:txBody>
                  <a:tcPr/>
                </a:tc>
                <a:tc>
                  <a:txBody>
                    <a:bodyPr/>
                    <a:lstStyle/>
                    <a:p>
                      <a:pPr>
                        <a:buNone/>
                      </a:pPr>
                      <a:r>
                        <a:rPr lang="zh-CN" altLang="en-US"/>
                        <a:t>替代算法</a:t>
                      </a:r>
                    </a:p>
                  </a:txBody>
                  <a:tcPr/>
                </a:tc>
                <a:extLst>
                  <a:ext uri="{0D108BD9-81ED-4DB2-BD59-A6C34878D82A}">
                    <a16:rowId xmlns:a16="http://schemas.microsoft.com/office/drawing/2014/main" val="10000"/>
                  </a:ext>
                </a:extLst>
              </a:tr>
              <a:tr h="381000">
                <a:tc>
                  <a:txBody>
                    <a:bodyPr/>
                    <a:lstStyle/>
                    <a:p>
                      <a:pPr>
                        <a:buNone/>
                      </a:pPr>
                      <a:r>
                        <a:rPr lang="zh-CN" altLang="en-US"/>
                        <a:t>TLS 1.2/1.3 握手</a:t>
                      </a:r>
                    </a:p>
                  </a:txBody>
                  <a:tcPr/>
                </a:tc>
                <a:tc>
                  <a:txBody>
                    <a:bodyPr/>
                    <a:lstStyle/>
                    <a:p>
                      <a:pPr>
                        <a:buNone/>
                      </a:pPr>
                      <a:r>
                        <a:rPr lang="zh-CN" altLang="en-US"/>
                        <a:t>✅（部分）</a:t>
                      </a:r>
                    </a:p>
                  </a:txBody>
                  <a:tcPr/>
                </a:tc>
                <a:tc>
                  <a:txBody>
                    <a:bodyPr/>
                    <a:lstStyle/>
                    <a:p>
                      <a:pPr>
                        <a:buNone/>
                      </a:pPr>
                      <a:r>
                        <a:rPr lang="zh-CN" altLang="en-US"/>
                        <a:t>✅ ECDHE + AES-GCM</a:t>
                      </a:r>
                    </a:p>
                  </a:txBody>
                  <a:tcPr/>
                </a:tc>
                <a:extLst>
                  <a:ext uri="{0D108BD9-81ED-4DB2-BD59-A6C34878D82A}">
                    <a16:rowId xmlns:a16="http://schemas.microsoft.com/office/drawing/2014/main" val="10001"/>
                  </a:ext>
                </a:extLst>
              </a:tr>
              <a:tr h="381000">
                <a:tc>
                  <a:txBody>
                    <a:bodyPr/>
                    <a:lstStyle/>
                    <a:p>
                      <a:pPr>
                        <a:buNone/>
                      </a:pPr>
                      <a:r>
                        <a:rPr lang="zh-CN" altLang="en-US"/>
                        <a:t>数字证书</a:t>
                      </a:r>
                    </a:p>
                  </a:txBody>
                  <a:tcPr/>
                </a:tc>
                <a:tc>
                  <a:txBody>
                    <a:bodyPr/>
                    <a:lstStyle/>
                    <a:p>
                      <a:pPr>
                        <a:buNone/>
                      </a:pPr>
                      <a:r>
                        <a:rPr lang="zh-CN" altLang="en-US"/>
                        <a:t>✅ 常见</a:t>
                      </a:r>
                    </a:p>
                  </a:txBody>
                  <a:tcPr/>
                </a:tc>
                <a:tc>
                  <a:txBody>
                    <a:bodyPr/>
                    <a:lstStyle/>
                    <a:p>
                      <a:pPr>
                        <a:buNone/>
                      </a:pPr>
                      <a:r>
                        <a:rPr lang="zh-CN" altLang="en-US"/>
                        <a:t>⬆️ Ed25519 / ECDSA 正在替代</a:t>
                      </a:r>
                    </a:p>
                  </a:txBody>
                  <a:tcPr/>
                </a:tc>
                <a:extLst>
                  <a:ext uri="{0D108BD9-81ED-4DB2-BD59-A6C34878D82A}">
                    <a16:rowId xmlns:a16="http://schemas.microsoft.com/office/drawing/2014/main" val="10002"/>
                  </a:ext>
                </a:extLst>
              </a:tr>
              <a:tr h="381000">
                <a:tc>
                  <a:txBody>
                    <a:bodyPr/>
                    <a:lstStyle/>
                    <a:p>
                      <a:pPr>
                        <a:buNone/>
                      </a:pPr>
                      <a:r>
                        <a:rPr lang="zh-CN" altLang="en-US"/>
                        <a:t>PGP 加密</a:t>
                      </a:r>
                    </a:p>
                  </a:txBody>
                  <a:tcPr/>
                </a:tc>
                <a:tc>
                  <a:txBody>
                    <a:bodyPr/>
                    <a:lstStyle/>
                    <a:p>
                      <a:pPr>
                        <a:buNone/>
                      </a:pPr>
                      <a:r>
                        <a:rPr lang="zh-CN" altLang="en-US"/>
                        <a:t>✅（仍广泛使用）</a:t>
                      </a:r>
                    </a:p>
                  </a:txBody>
                  <a:tcPr/>
                </a:tc>
                <a:tc>
                  <a:txBody>
                    <a:bodyPr/>
                    <a:lstStyle/>
                    <a:p>
                      <a:pPr>
                        <a:buNone/>
                      </a:pPr>
                      <a:r>
                        <a:rPr lang="zh-CN" altLang="en-US"/>
                        <a:t>ECC 替代中</a:t>
                      </a:r>
                    </a:p>
                  </a:txBody>
                  <a:tcPr/>
                </a:tc>
                <a:extLst>
                  <a:ext uri="{0D108BD9-81ED-4DB2-BD59-A6C34878D82A}">
                    <a16:rowId xmlns:a16="http://schemas.microsoft.com/office/drawing/2014/main" val="10003"/>
                  </a:ext>
                </a:extLst>
              </a:tr>
              <a:tr h="381000">
                <a:tc>
                  <a:txBody>
                    <a:bodyPr/>
                    <a:lstStyle/>
                    <a:p>
                      <a:pPr>
                        <a:buNone/>
                      </a:pPr>
                      <a:r>
                        <a:rPr lang="zh-CN" altLang="en-US"/>
                        <a:t>SSH 密钥</a:t>
                      </a:r>
                    </a:p>
                  </a:txBody>
                  <a:tcPr/>
                </a:tc>
                <a:tc>
                  <a:txBody>
                    <a:bodyPr/>
                    <a:lstStyle/>
                    <a:p>
                      <a:pPr>
                        <a:buNone/>
                      </a:pPr>
                      <a:r>
                        <a:rPr lang="zh-CN" altLang="en-US"/>
                        <a:t>✅ 可选</a:t>
                      </a:r>
                    </a:p>
                  </a:txBody>
                  <a:tcPr/>
                </a:tc>
                <a:tc>
                  <a:txBody>
                    <a:bodyPr/>
                    <a:lstStyle/>
                    <a:p>
                      <a:pPr>
                        <a:buNone/>
                      </a:pPr>
                      <a:r>
                        <a:rPr lang="zh-CN" altLang="en-US"/>
                        <a:t>Ed25519 推荐</a:t>
                      </a:r>
                    </a:p>
                  </a:txBody>
                  <a:tcPr/>
                </a:tc>
                <a:extLst>
                  <a:ext uri="{0D108BD9-81ED-4DB2-BD59-A6C34878D82A}">
                    <a16:rowId xmlns:a16="http://schemas.microsoft.com/office/drawing/2014/main" val="10004"/>
                  </a:ext>
                </a:extLst>
              </a:tr>
              <a:tr h="381000">
                <a:tc>
                  <a:txBody>
                    <a:bodyPr/>
                    <a:lstStyle/>
                    <a:p>
                      <a:pPr>
                        <a:buNone/>
                      </a:pPr>
                      <a:r>
                        <a:rPr lang="zh-CN" altLang="en-US"/>
                        <a:t>JWT 签名</a:t>
                      </a:r>
                    </a:p>
                  </a:txBody>
                  <a:tcPr/>
                </a:tc>
                <a:tc>
                  <a:txBody>
                    <a:bodyPr/>
                    <a:lstStyle/>
                    <a:p>
                      <a:pPr>
                        <a:buNone/>
                      </a:pPr>
                      <a:r>
                        <a:rPr lang="zh-CN" altLang="en-US"/>
                        <a:t>✅ RS256 / RS512</a:t>
                      </a:r>
                    </a:p>
                  </a:txBody>
                  <a:tcPr/>
                </a:tc>
                <a:tc>
                  <a:txBody>
                    <a:bodyPr/>
                    <a:lstStyle/>
                    <a:p>
                      <a:pPr>
                        <a:buNone/>
                      </a:pPr>
                      <a:r>
                        <a:rPr lang="zh-CN" altLang="en-US"/>
                        <a:t>✅ EdDSA 推荐</a:t>
                      </a:r>
                    </a:p>
                  </a:txBody>
                  <a:tcPr/>
                </a:tc>
                <a:extLst>
                  <a:ext uri="{0D108BD9-81ED-4DB2-BD59-A6C34878D82A}">
                    <a16:rowId xmlns:a16="http://schemas.microsoft.com/office/drawing/2014/main" val="10005"/>
                  </a:ext>
                </a:extLst>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393065" y="90805"/>
            <a:ext cx="9717405" cy="534670"/>
          </a:xfrm>
        </p:spPr>
        <p:txBody>
          <a:bodyPr/>
          <a:lstStyle/>
          <a:p>
            <a:r>
              <a:rPr lang="zh-CN" altLang="en-US"/>
              <a:t>现代加密通信系统的核心逻辑</a:t>
            </a:r>
            <a:r>
              <a:rPr lang="en-US" altLang="zh-CN"/>
              <a:t>： </a:t>
            </a:r>
            <a:r>
              <a:rPr lang="zh-CN" altLang="en-US"/>
              <a:t>混合加密</a:t>
            </a:r>
          </a:p>
        </p:txBody>
      </p:sp>
      <p:sp>
        <p:nvSpPr>
          <p:cNvPr id="4" name="文本占位符 3"/>
          <p:cNvSpPr>
            <a:spLocks noGrp="1"/>
          </p:cNvSpPr>
          <p:nvPr>
            <p:ph type="body" sz="quarter" idx="15"/>
          </p:nvPr>
        </p:nvSpPr>
        <p:spPr/>
        <p:txBody>
          <a:bodyPr/>
          <a:lstStyle/>
          <a:p>
            <a:r>
              <a:rPr lang="en-US" altLang="zh-CN" dirty="0"/>
              <a:t>37</a:t>
            </a:r>
            <a:endParaRPr lang="zh-CN" altLang="en-US" dirty="0"/>
          </a:p>
        </p:txBody>
      </p:sp>
      <p:sp>
        <p:nvSpPr>
          <p:cNvPr id="9" name="文本框 8"/>
          <p:cNvSpPr txBox="1"/>
          <p:nvPr/>
        </p:nvSpPr>
        <p:spPr>
          <a:xfrm>
            <a:off x="1228090" y="701675"/>
            <a:ext cx="9879330" cy="1362075"/>
          </a:xfrm>
          <a:prstGeom prst="rect">
            <a:avLst/>
          </a:prstGeom>
        </p:spPr>
        <p:txBody>
          <a:bodyPr wrap="square">
            <a:spAutoFit/>
          </a:bodyPr>
          <a:lstStyle/>
          <a:p>
            <a:pPr indent="0" fontAlgn="auto">
              <a:spcAft>
                <a:spcPts val="600"/>
              </a:spcAft>
            </a:pPr>
            <a:r>
              <a:rPr lang="zh-CN" altLang="en-US" sz="2300" b="1" i="0">
                <a:solidFill>
                  <a:srgbClr val="000000"/>
                </a:solidFill>
              </a:rPr>
              <a:t>整体思路：混合加密（</a:t>
            </a:r>
            <a:r>
              <a:rPr lang="en-US" altLang="zh-CN" sz="2300" b="1" i="0">
                <a:solidFill>
                  <a:srgbClr val="000000"/>
                </a:solidFill>
              </a:rPr>
              <a:t>Hybrid Encryption</a:t>
            </a:r>
            <a:r>
              <a:rPr lang="zh-CN" altLang="en-US" sz="2300" b="1" i="0">
                <a:solidFill>
                  <a:srgbClr val="000000"/>
                </a:solidFill>
              </a:rPr>
              <a:t>）</a:t>
            </a:r>
          </a:p>
          <a:p>
            <a:pPr marL="0" indent="0">
              <a:lnSpc>
                <a:spcPct val="130000"/>
              </a:lnSpc>
            </a:pPr>
            <a:r>
              <a:rPr lang="zh-CN" altLang="en-US" sz="2100" b="0" i="0">
                <a:solidFill>
                  <a:srgbClr val="000000"/>
                </a:solidFill>
              </a:rPr>
              <a:t>现代通信系统采用一种混合加密模型（</a:t>
            </a:r>
            <a:r>
              <a:rPr lang="en-US" altLang="zh-CN" sz="2100" b="0" i="0">
                <a:solidFill>
                  <a:srgbClr val="000000"/>
                </a:solidFill>
              </a:rPr>
              <a:t>Hybrid Encryption Model</a:t>
            </a:r>
            <a:r>
              <a:rPr lang="zh-CN" altLang="en-US" sz="2100" b="0" i="0">
                <a:solidFill>
                  <a:srgbClr val="000000"/>
                </a:solidFill>
              </a:rPr>
              <a:t>），即：</a:t>
            </a:r>
          </a:p>
          <a:p>
            <a:pPr marL="0" indent="0">
              <a:lnSpc>
                <a:spcPct val="130000"/>
              </a:lnSpc>
            </a:pPr>
            <a:r>
              <a:rPr lang="zh-CN" altLang="en-US" sz="2100" b="0" i="0">
                <a:solidFill>
                  <a:srgbClr val="000000"/>
                </a:solidFill>
              </a:rPr>
              <a:t>🔐 “用非对称加密保护对称密钥，</a:t>
            </a:r>
            <a:r>
              <a:rPr lang="en-US" altLang="zh-CN" sz="2100" b="0" i="0">
                <a:solidFill>
                  <a:srgbClr val="000000"/>
                </a:solidFill>
              </a:rPr>
              <a:t>           </a:t>
            </a:r>
            <a:r>
              <a:rPr lang="zh-CN" altLang="en-US" sz="2100" b="0" i="0">
                <a:solidFill>
                  <a:srgbClr val="000000"/>
                </a:solidFill>
              </a:rPr>
              <a:t>💨 用对称加密保护大数据内容。”</a:t>
            </a:r>
          </a:p>
        </p:txBody>
      </p:sp>
      <p:cxnSp>
        <p:nvCxnSpPr>
          <p:cNvPr id="22" name="直接连接符 21"/>
          <p:cNvCxnSpPr/>
          <p:nvPr>
            <p:custDataLst>
              <p:tags r:id="rId1"/>
            </p:custDataLst>
          </p:nvPr>
        </p:nvCxnSpPr>
        <p:spPr>
          <a:xfrm flipH="1">
            <a:off x="12700" y="5499099"/>
            <a:ext cx="12192000" cy="0"/>
          </a:xfrm>
          <a:prstGeom prst="line">
            <a:avLst/>
          </a:prstGeom>
          <a:ln w="19050">
            <a:solidFill>
              <a:srgbClr val="000000">
                <a:lumMod val="50000"/>
                <a:lumOff val="50000"/>
              </a:srgbClr>
            </a:solidFill>
          </a:ln>
        </p:spPr>
        <p:style>
          <a:lnRef idx="1">
            <a:srgbClr val="1F74AD"/>
          </a:lnRef>
          <a:fillRef idx="0">
            <a:srgbClr val="1F74AD"/>
          </a:fillRef>
          <a:effectRef idx="0">
            <a:srgbClr val="1F74AD"/>
          </a:effectRef>
          <a:fontRef idx="minor">
            <a:srgbClr val="000000"/>
          </a:fontRef>
        </p:style>
      </p:cxnSp>
      <p:sp>
        <p:nvSpPr>
          <p:cNvPr id="10" name="圆角矩形 9"/>
          <p:cNvSpPr/>
          <p:nvPr>
            <p:custDataLst>
              <p:tags r:id="rId2"/>
            </p:custDataLst>
          </p:nvPr>
        </p:nvSpPr>
        <p:spPr>
          <a:xfrm>
            <a:off x="796290" y="2133600"/>
            <a:ext cx="3273425" cy="2746375"/>
          </a:xfrm>
          <a:prstGeom prst="roundRect">
            <a:avLst/>
          </a:prstGeom>
          <a:solidFill>
            <a:srgbClr val="1F74AD">
              <a:lumMod val="20000"/>
              <a:lumOff val="80000"/>
            </a:srgbClr>
          </a:solidFill>
          <a:ln w="38100">
            <a:noFill/>
          </a:ln>
        </p:spPr>
        <p:style>
          <a:lnRef idx="2">
            <a:srgbClr val="1F74AD">
              <a:shade val="50000"/>
            </a:srgbClr>
          </a:lnRef>
          <a:fillRef idx="1">
            <a:srgbClr val="1F74AD"/>
          </a:fillRef>
          <a:effectRef idx="0">
            <a:srgbClr val="1F74AD"/>
          </a:effectRef>
          <a:fontRef idx="minor">
            <a:sysClr val="window" lastClr="FFFFFF"/>
          </a:fontRef>
        </p:style>
        <p:txBody>
          <a:bodyPr rtlCol="0" anchor="ctr">
            <a:normAutofit lnSpcReduction="20000"/>
            <a:scene3d>
              <a:camera prst="orthographicFront"/>
              <a:lightRig rig="threePt" dir="t"/>
            </a:scene3d>
          </a:bodyPr>
          <a:lstStyle/>
          <a:p>
            <a:pPr marL="285750" indent="-285750" algn="just">
              <a:buFont typeface="Arial" panose="020B0604020202090204" pitchFamily="34" charset="0"/>
              <a:buChar char="•"/>
            </a:pPr>
            <a:r>
              <a:rPr lang="zh-CN" altLang="en-US">
                <a:ln/>
                <a:solidFill>
                  <a:schemeClr val="tx1"/>
                </a:solidFill>
                <a:effectLst>
                  <a:outerShdw blurRad="38100" dist="19050" dir="2700000" algn="tl" rotWithShape="0">
                    <a:schemeClr val="dk1">
                      <a:alpha val="40000"/>
                      <a:alpha val="40000"/>
                    </a:schemeClr>
                  </a:outerShdw>
                </a:effectLst>
                <a:sym typeface="+mn-ea"/>
              </a:rPr>
              <a:t>A（发送方）拥有 B 的公钥 </a:t>
            </a:r>
            <a:r>
              <a:rPr lang="en-US" altLang="zh-CN">
                <a:ln/>
                <a:solidFill>
                  <a:schemeClr val="tx1"/>
                </a:solidFill>
                <a:effectLst>
                  <a:outerShdw blurRad="38100" dist="19050" dir="2700000" algn="tl" rotWithShape="0">
                    <a:schemeClr val="dk1">
                      <a:alpha val="40000"/>
                      <a:alpha val="40000"/>
                    </a:schemeClr>
                  </a:outerShdw>
                </a:effectLst>
                <a:sym typeface="+mn-ea"/>
              </a:rPr>
              <a:t>Kpub,B</a:t>
            </a:r>
          </a:p>
          <a:p>
            <a:pPr marL="285750" indent="-285750" algn="just">
              <a:buFont typeface="Arial" panose="020B0604020202090204" pitchFamily="34" charset="0"/>
              <a:buChar char="•"/>
            </a:pPr>
            <a:r>
              <a:rPr lang="zh-CN" altLang="en-US">
                <a:ln/>
                <a:solidFill>
                  <a:schemeClr val="tx1"/>
                </a:solidFill>
                <a:effectLst>
                  <a:outerShdw blurRad="38100" dist="19050" dir="2700000" algn="tl" rotWithShape="0">
                    <a:schemeClr val="dk1">
                      <a:alpha val="40000"/>
                      <a:alpha val="40000"/>
                    </a:schemeClr>
                  </a:outerShdw>
                </a:effectLst>
                <a:sym typeface="+mn-ea"/>
              </a:rPr>
              <a:t>A 生成一个随机会话密钥 </a:t>
            </a:r>
            <a:r>
              <a:rPr lang="en-US" altLang="zh-CN">
                <a:ln/>
                <a:solidFill>
                  <a:schemeClr val="tx1"/>
                </a:solidFill>
                <a:effectLst>
                  <a:outerShdw blurRad="38100" dist="19050" dir="2700000" algn="tl" rotWithShape="0">
                    <a:schemeClr val="dk1">
                      <a:alpha val="40000"/>
                      <a:alpha val="40000"/>
                    </a:schemeClr>
                  </a:outerShdw>
                </a:effectLst>
                <a:sym typeface="+mn-ea"/>
              </a:rPr>
              <a:t> Ksym</a:t>
            </a:r>
            <a:endParaRPr lang="en-US" altLang="zh-CN">
              <a:ln/>
              <a:solidFill>
                <a:schemeClr val="tx1"/>
              </a:solidFill>
              <a:effectLst>
                <a:outerShdw blurRad="38100" dist="19050" dir="2700000" algn="tl" rotWithShape="0">
                  <a:schemeClr val="dk1">
                    <a:alpha val="40000"/>
                    <a:alpha val="40000"/>
                  </a:schemeClr>
                </a:outerShdw>
              </a:effectLst>
            </a:endParaRPr>
          </a:p>
          <a:p>
            <a:pPr marL="285750" indent="-285750" algn="just">
              <a:buFont typeface="Arial" panose="020B0604020202090204" pitchFamily="34" charset="0"/>
              <a:buChar char="•"/>
            </a:pPr>
            <a:r>
              <a:rPr lang="zh-CN" altLang="en-US">
                <a:ln/>
                <a:solidFill>
                  <a:schemeClr val="tx1"/>
                </a:solidFill>
                <a:effectLst>
                  <a:outerShdw blurRad="38100" dist="19050" dir="2700000" algn="tl" rotWithShape="0">
                    <a:schemeClr val="dk1">
                      <a:alpha val="40000"/>
                      <a:alpha val="40000"/>
                    </a:schemeClr>
                  </a:outerShdw>
                </a:effectLst>
                <a:sym typeface="+mn-ea"/>
              </a:rPr>
              <a:t>A 用 </a:t>
            </a:r>
            <a:r>
              <a:rPr lang="en-US" altLang="zh-CN">
                <a:ln/>
                <a:solidFill>
                  <a:schemeClr val="tx1"/>
                </a:solidFill>
                <a:effectLst>
                  <a:outerShdw blurRad="38100" dist="19050" dir="2700000" algn="tl" rotWithShape="0">
                    <a:schemeClr val="dk1">
                      <a:alpha val="40000"/>
                      <a:alpha val="40000"/>
                    </a:schemeClr>
                  </a:outerShdw>
                </a:effectLst>
                <a:sym typeface="+mn-ea"/>
              </a:rPr>
              <a:t>Kpub,B</a:t>
            </a:r>
            <a:r>
              <a:rPr lang="zh-CN" altLang="en-US">
                <a:ln/>
                <a:solidFill>
                  <a:schemeClr val="tx1"/>
                </a:solidFill>
                <a:effectLst>
                  <a:outerShdw blurRad="38100" dist="19050" dir="2700000" algn="tl" rotWithShape="0">
                    <a:schemeClr val="dk1">
                      <a:alpha val="40000"/>
                      <a:alpha val="40000"/>
                    </a:schemeClr>
                  </a:outerShdw>
                </a:effectLst>
                <a:sym typeface="+mn-ea"/>
              </a:rPr>
              <a:t>加密这个对称密钥</a:t>
            </a:r>
            <a:r>
              <a:rPr lang="en-US" altLang="zh-CN">
                <a:ln/>
                <a:solidFill>
                  <a:schemeClr val="tx1"/>
                </a:solidFill>
                <a:effectLst>
                  <a:outerShdw blurRad="38100" dist="19050" dir="2700000" algn="tl" rotWithShape="0">
                    <a:schemeClr val="dk1">
                      <a:alpha val="40000"/>
                      <a:alpha val="40000"/>
                    </a:schemeClr>
                  </a:outerShdw>
                </a:effectLst>
                <a:sym typeface="+mn-ea"/>
              </a:rPr>
              <a:t> E = Encrypt(Kysm, Kpub,B)</a:t>
            </a:r>
            <a:endParaRPr lang="en-US" altLang="zh-CN">
              <a:ln/>
              <a:solidFill>
                <a:schemeClr val="tx1"/>
              </a:solidFill>
              <a:effectLst>
                <a:outerShdw blurRad="38100" dist="19050" dir="2700000" algn="tl" rotWithShape="0">
                  <a:schemeClr val="dk1">
                    <a:alpha val="40000"/>
                    <a:alpha val="40000"/>
                  </a:schemeClr>
                </a:outerShdw>
              </a:effectLst>
            </a:endParaRPr>
          </a:p>
          <a:p>
            <a:pPr marL="285750" indent="-285750" algn="just">
              <a:buFont typeface="Arial" panose="020B0604020202090204" pitchFamily="34" charset="0"/>
              <a:buChar char="•"/>
            </a:pPr>
            <a:r>
              <a:rPr lang="zh-CN" altLang="en-US">
                <a:ln/>
                <a:solidFill>
                  <a:schemeClr val="tx1"/>
                </a:solidFill>
                <a:effectLst>
                  <a:outerShdw blurRad="38100" dist="19050" dir="2700000" algn="tl" rotWithShape="0">
                    <a:schemeClr val="dk1">
                      <a:alpha val="40000"/>
                      <a:alpha val="40000"/>
                    </a:schemeClr>
                  </a:outerShdw>
                </a:effectLst>
                <a:sym typeface="+mn-ea"/>
              </a:rPr>
              <a:t>A 将密文 </a:t>
            </a:r>
            <a:r>
              <a:rPr lang="en-US" altLang="zh-CN">
                <a:ln/>
                <a:solidFill>
                  <a:schemeClr val="tx1"/>
                </a:solidFill>
                <a:effectLst>
                  <a:outerShdw blurRad="38100" dist="19050" dir="2700000" algn="tl" rotWithShape="0">
                    <a:schemeClr val="dk1">
                      <a:alpha val="40000"/>
                      <a:alpha val="40000"/>
                    </a:schemeClr>
                  </a:outerShdw>
                </a:effectLst>
                <a:sym typeface="+mn-ea"/>
              </a:rPr>
              <a:t>E </a:t>
            </a:r>
            <a:r>
              <a:rPr lang="zh-CN" altLang="en-US">
                <a:ln/>
                <a:solidFill>
                  <a:schemeClr val="tx1"/>
                </a:solidFill>
                <a:effectLst>
                  <a:outerShdw blurRad="38100" dist="19050" dir="2700000" algn="tl" rotWithShape="0">
                    <a:schemeClr val="dk1">
                      <a:alpha val="40000"/>
                      <a:alpha val="40000"/>
                    </a:schemeClr>
                  </a:outerShdw>
                </a:effectLst>
                <a:sym typeface="+mn-ea"/>
              </a:rPr>
              <a:t>发送给</a:t>
            </a:r>
            <a:r>
              <a:rPr lang="en-US" altLang="zh-CN">
                <a:ln/>
                <a:solidFill>
                  <a:schemeClr val="tx1"/>
                </a:solidFill>
                <a:effectLst>
                  <a:outerShdw blurRad="38100" dist="19050" dir="2700000" algn="tl" rotWithShape="0">
                    <a:schemeClr val="dk1">
                      <a:alpha val="40000"/>
                      <a:alpha val="40000"/>
                    </a:schemeClr>
                  </a:outerShdw>
                </a:effectLst>
                <a:sym typeface="+mn-ea"/>
              </a:rPr>
              <a:t> B</a:t>
            </a:r>
          </a:p>
          <a:p>
            <a:pPr marL="285750" indent="-285750" algn="just">
              <a:buFont typeface="Wingdings" panose="05000000000000000000" charset="0"/>
              <a:buChar char=""/>
            </a:pPr>
            <a:endParaRPr lang="en-US" altLang="zh-CN" spc="150">
              <a:ln/>
              <a:solidFill>
                <a:schemeClr val="tx1"/>
              </a:solidFill>
              <a:effectLst>
                <a:outerShdw blurRad="38100" dist="19050" dir="2700000" algn="tl" rotWithShape="0">
                  <a:schemeClr val="dk1">
                    <a:alpha val="40000"/>
                    <a:alpha val="40000"/>
                  </a:schemeClr>
                </a:outerShdw>
              </a:effectLst>
              <a:latin typeface="Arial" panose="020B0604020202090204" pitchFamily="34" charset="0"/>
              <a:ea typeface="微软雅黑" panose="020B0503020204020204" pitchFamily="34" charset="-122"/>
              <a:sym typeface="+mn-ea"/>
            </a:endParaRPr>
          </a:p>
        </p:txBody>
      </p:sp>
      <p:sp>
        <p:nvSpPr>
          <p:cNvPr id="11" name="泪滴形 10"/>
          <p:cNvSpPr/>
          <p:nvPr>
            <p:custDataLst>
              <p:tags r:id="rId3"/>
            </p:custDataLst>
          </p:nvPr>
        </p:nvSpPr>
        <p:spPr>
          <a:xfrm rot="8100000">
            <a:off x="2757366" y="4596630"/>
            <a:ext cx="569048" cy="569048"/>
          </a:xfrm>
          <a:prstGeom prst="teardrop">
            <a:avLst>
              <a:gd name="adj" fmla="val 125412"/>
            </a:avLst>
          </a:prstGeom>
          <a:solidFill>
            <a:srgbClr val="1F74AD"/>
          </a:solidFill>
          <a:ln w="38100">
            <a:solidFill>
              <a:sysClr val="window" lastClr="FFFFFF">
                <a:lumMod val="95000"/>
              </a:sysClr>
            </a:solidFill>
          </a:ln>
        </p:spPr>
        <p:style>
          <a:lnRef idx="2">
            <a:srgbClr val="1F74AD">
              <a:shade val="50000"/>
            </a:srgbClr>
          </a:lnRef>
          <a:fillRef idx="1">
            <a:srgbClr val="1F74AD"/>
          </a:fillRef>
          <a:effectRef idx="0">
            <a:srgbClr val="1F74AD"/>
          </a:effectRef>
          <a:fontRef idx="minor">
            <a:sysClr val="window" lastClr="FFFFFF"/>
          </a:fontRef>
        </p:style>
        <p:txBody>
          <a:bodyPr rtlCol="0" anchor="ctr">
            <a:normAutofit lnSpcReduction="10000"/>
          </a:bodyPr>
          <a:lstStyle/>
          <a:p>
            <a:pPr algn="ctr">
              <a:lnSpc>
                <a:spcPct val="120000"/>
              </a:lnSpc>
            </a:pPr>
            <a:endParaRPr lang="zh-CN" altLang="en-US">
              <a:solidFill>
                <a:sysClr val="window" lastClr="FFFFFF"/>
              </a:solidFill>
              <a:latin typeface="Arial" panose="020B0604020202090204" pitchFamily="34" charset="0"/>
              <a:ea typeface="微软雅黑" panose="020B0503020204020204" pitchFamily="34" charset="-122"/>
              <a:sym typeface="Arial" panose="020B0604020202090204" pitchFamily="34" charset="0"/>
            </a:endParaRPr>
          </a:p>
        </p:txBody>
      </p:sp>
      <p:sp>
        <p:nvSpPr>
          <p:cNvPr id="12" name="椭圆 11"/>
          <p:cNvSpPr/>
          <p:nvPr>
            <p:custDataLst>
              <p:tags r:id="rId4"/>
            </p:custDataLst>
          </p:nvPr>
        </p:nvSpPr>
        <p:spPr>
          <a:xfrm rot="8100000">
            <a:off x="2889434" y="4728699"/>
            <a:ext cx="295552" cy="295552"/>
          </a:xfrm>
          <a:prstGeom prst="ellipse">
            <a:avLst/>
          </a:prstGeom>
          <a:solidFill>
            <a:sysClr val="window" lastClr="FFFFFF">
              <a:lumMod val="95000"/>
            </a:sysClr>
          </a:solidFill>
          <a:ln>
            <a:noFill/>
          </a:ln>
        </p:spPr>
        <p:style>
          <a:lnRef idx="2">
            <a:srgbClr val="1F74AD">
              <a:shade val="50000"/>
            </a:srgbClr>
          </a:lnRef>
          <a:fillRef idx="1">
            <a:srgbClr val="1F74AD"/>
          </a:fillRef>
          <a:effectRef idx="0">
            <a:srgbClr val="1F74AD"/>
          </a:effectRef>
          <a:fontRef idx="minor">
            <a:sysClr val="window" lastClr="FFFFFF"/>
          </a:fontRef>
        </p:style>
        <p:txBody>
          <a:bodyPr rtlCol="0" anchor="ctr">
            <a:normAutofit fontScale="30000" lnSpcReduction="20000"/>
          </a:bodyPr>
          <a:lstStyle/>
          <a:p>
            <a:pPr algn="ctr">
              <a:lnSpc>
                <a:spcPct val="140000"/>
              </a:lnSpc>
            </a:pPr>
            <a:endParaRPr lang="zh-CN" altLang="en-US">
              <a:solidFill>
                <a:sysClr val="window" lastClr="FFFFFF"/>
              </a:solidFill>
              <a:latin typeface="Arial" panose="020B0604020202090204" pitchFamily="34" charset="0"/>
              <a:ea typeface="微软雅黑" panose="020B0503020204020204" pitchFamily="34" charset="-122"/>
              <a:sym typeface="Arial" panose="020B0604020202090204" pitchFamily="34" charset="0"/>
            </a:endParaRPr>
          </a:p>
        </p:txBody>
      </p:sp>
      <p:sp>
        <p:nvSpPr>
          <p:cNvPr id="13" name="椭圆 12"/>
          <p:cNvSpPr/>
          <p:nvPr>
            <p:custDataLst>
              <p:tags r:id="rId5"/>
            </p:custDataLst>
          </p:nvPr>
        </p:nvSpPr>
        <p:spPr>
          <a:xfrm>
            <a:off x="2983970" y="5441179"/>
            <a:ext cx="115840" cy="115840"/>
          </a:xfrm>
          <a:prstGeom prst="ellipse">
            <a:avLst/>
          </a:prstGeom>
          <a:solidFill>
            <a:sysClr val="window" lastClr="FFFFFF">
              <a:lumMod val="95000"/>
            </a:sysClr>
          </a:solidFill>
          <a:ln w="38100">
            <a:solidFill>
              <a:srgbClr val="000000">
                <a:lumMod val="50000"/>
                <a:lumOff val="50000"/>
              </a:srgbClr>
            </a:solidFill>
          </a:ln>
        </p:spPr>
        <p:style>
          <a:lnRef idx="2">
            <a:srgbClr val="1F74AD">
              <a:shade val="50000"/>
            </a:srgbClr>
          </a:lnRef>
          <a:fillRef idx="1">
            <a:srgbClr val="1F74AD"/>
          </a:fillRef>
          <a:effectRef idx="0">
            <a:srgbClr val="1F74AD"/>
          </a:effectRef>
          <a:fontRef idx="minor">
            <a:sysClr val="window" lastClr="FFFFFF"/>
          </a:fontRef>
        </p:style>
        <p:txBody>
          <a:bodyPr rtlCol="0" anchor="ctr">
            <a:normAutofit fontScale="25000" lnSpcReduction="20000"/>
          </a:bodyPr>
          <a:lstStyle/>
          <a:p>
            <a:pPr algn="ctr">
              <a:lnSpc>
                <a:spcPct val="140000"/>
              </a:lnSpc>
            </a:pPr>
            <a:endParaRPr lang="zh-CN" altLang="en-US">
              <a:solidFill>
                <a:sysClr val="window" lastClr="FFFFFF"/>
              </a:solidFill>
              <a:latin typeface="Arial" panose="020B0604020202090204" pitchFamily="34" charset="0"/>
              <a:ea typeface="微软雅黑" panose="020B0503020204020204" pitchFamily="34" charset="-122"/>
              <a:sym typeface="Arial" panose="020B0604020202090204" pitchFamily="34" charset="0"/>
            </a:endParaRPr>
          </a:p>
        </p:txBody>
      </p:sp>
      <p:sp>
        <p:nvSpPr>
          <p:cNvPr id="27" name="文本框 26"/>
          <p:cNvSpPr txBox="1"/>
          <p:nvPr>
            <p:custDataLst>
              <p:tags r:id="rId6"/>
            </p:custDataLst>
          </p:nvPr>
        </p:nvSpPr>
        <p:spPr>
          <a:xfrm>
            <a:off x="1997934" y="5894914"/>
            <a:ext cx="2072292" cy="861775"/>
          </a:xfrm>
          <a:prstGeom prst="rect">
            <a:avLst/>
          </a:prstGeom>
          <a:noFill/>
        </p:spPr>
        <p:txBody>
          <a:bodyPr wrap="square" rtlCol="0">
            <a:noAutofit/>
          </a:bodyPr>
          <a:lstStyle/>
          <a:p>
            <a:pPr algn="ctr">
              <a:lnSpc>
                <a:spcPct val="120000"/>
              </a:lnSpc>
            </a:pPr>
            <a:r>
              <a:rPr lang="en-US" altLang="zh-CN" sz="1700" b="1" spc="300">
                <a:solidFill>
                  <a:srgbClr val="000000">
                    <a:lumMod val="75000"/>
                    <a:lumOff val="25000"/>
                  </a:srgbClr>
                </a:solidFill>
                <a:latin typeface="Arial" panose="020B0604020202090204" pitchFamily="34" charset="0"/>
                <a:ea typeface="微软雅黑" panose="020B0503020204020204" pitchFamily="34" charset="-122"/>
                <a:sym typeface="Arial" panose="020B0604020202090204" pitchFamily="34" charset="0"/>
              </a:rPr>
              <a:t>1.</a:t>
            </a:r>
            <a:r>
              <a:rPr lang="zh-CN" altLang="en-US" sz="1700" b="1" spc="300">
                <a:solidFill>
                  <a:srgbClr val="000000">
                    <a:lumMod val="75000"/>
                    <a:lumOff val="25000"/>
                  </a:srgbClr>
                </a:solidFill>
                <a:latin typeface="Arial" panose="020B0604020202090204" pitchFamily="34" charset="0"/>
                <a:ea typeface="微软雅黑" panose="020B0503020204020204" pitchFamily="34" charset="-122"/>
                <a:sym typeface="Arial" panose="020B0604020202090204" pitchFamily="34" charset="0"/>
              </a:rPr>
              <a:t>建立阶段</a:t>
            </a:r>
          </a:p>
          <a:p>
            <a:pPr algn="ctr">
              <a:lnSpc>
                <a:spcPct val="120000"/>
              </a:lnSpc>
            </a:pPr>
            <a:r>
              <a:rPr lang="en-US" altLang="zh-CN" sz="1700" spc="300">
                <a:solidFill>
                  <a:srgbClr val="000000">
                    <a:lumMod val="75000"/>
                    <a:lumOff val="25000"/>
                  </a:srgbClr>
                </a:solidFill>
                <a:latin typeface="Times New Roman Regular" panose="02020703060505090304" charset="0"/>
                <a:ea typeface="微软雅黑" panose="020B0503020204020204" pitchFamily="34" charset="-122"/>
                <a:cs typeface="Times New Roman Regular" panose="02020703060505090304" charset="0"/>
                <a:sym typeface="Arial" panose="020B0604020202090204" pitchFamily="34" charset="0"/>
              </a:rPr>
              <a:t>Key Exchange</a:t>
            </a:r>
          </a:p>
        </p:txBody>
      </p:sp>
      <p:sp>
        <p:nvSpPr>
          <p:cNvPr id="18" name="圆角矩形 17"/>
          <p:cNvSpPr/>
          <p:nvPr>
            <p:custDataLst>
              <p:tags r:id="rId7"/>
            </p:custDataLst>
          </p:nvPr>
        </p:nvSpPr>
        <p:spPr>
          <a:xfrm>
            <a:off x="4455160" y="2133600"/>
            <a:ext cx="3366135" cy="2746375"/>
          </a:xfrm>
          <a:prstGeom prst="roundRect">
            <a:avLst/>
          </a:prstGeom>
          <a:solidFill>
            <a:srgbClr val="3498DB">
              <a:lumMod val="20000"/>
              <a:lumOff val="80000"/>
            </a:srgbClr>
          </a:solidFill>
          <a:ln w="38100">
            <a:noFill/>
          </a:ln>
        </p:spPr>
        <p:style>
          <a:lnRef idx="2">
            <a:srgbClr val="1F74AD">
              <a:shade val="50000"/>
            </a:srgbClr>
          </a:lnRef>
          <a:fillRef idx="1">
            <a:srgbClr val="1F74AD"/>
          </a:fillRef>
          <a:effectRef idx="0">
            <a:srgbClr val="1F74AD"/>
          </a:effectRef>
          <a:fontRef idx="minor">
            <a:sysClr val="window" lastClr="FFFFFF"/>
          </a:fontRef>
        </p:style>
        <p:txBody>
          <a:bodyPr rtlCol="0" anchor="ctr">
            <a:normAutofit/>
          </a:bodyPr>
          <a:lstStyle/>
          <a:p>
            <a:pPr marL="285750" indent="-285750" algn="l">
              <a:lnSpc>
                <a:spcPct val="110000"/>
              </a:lnSpc>
              <a:buFont typeface="Arial" panose="020B0604020202090204" pitchFamily="34" charset="0"/>
              <a:buChar char="•"/>
            </a:pPr>
            <a:r>
              <a:rPr lang="en-US" altLang="zh-CN" spc="150">
                <a:solidFill>
                  <a:srgbClr val="000000">
                    <a:lumMod val="75000"/>
                    <a:lumOff val="25000"/>
                  </a:srgbClr>
                </a:solidFill>
                <a:latin typeface="Arial" panose="020B0604020202090204" pitchFamily="34" charset="0"/>
                <a:ea typeface="微软雅黑" panose="020B0503020204020204" pitchFamily="34" charset="-122"/>
                <a:sym typeface="Arial" panose="020B0604020202090204" pitchFamily="34" charset="0"/>
              </a:rPr>
              <a:t>B</a:t>
            </a:r>
            <a:r>
              <a:rPr lang="zh-CN" altLang="en-US" spc="150">
                <a:solidFill>
                  <a:srgbClr val="000000">
                    <a:lumMod val="75000"/>
                    <a:lumOff val="25000"/>
                  </a:srgbClr>
                </a:solidFill>
                <a:latin typeface="Arial" panose="020B0604020202090204" pitchFamily="34" charset="0"/>
                <a:ea typeface="微软雅黑" panose="020B0503020204020204" pitchFamily="34" charset="-122"/>
                <a:sym typeface="Arial" panose="020B0604020202090204" pitchFamily="34" charset="0"/>
              </a:rPr>
              <a:t>收到对称密钥的密文</a:t>
            </a:r>
            <a:r>
              <a:rPr lang="en-US" altLang="zh-CN" spc="150">
                <a:solidFill>
                  <a:srgbClr val="000000">
                    <a:lumMod val="75000"/>
                    <a:lumOff val="25000"/>
                  </a:srgbClr>
                </a:solidFill>
                <a:latin typeface="Arial" panose="020B0604020202090204" pitchFamily="34" charset="0"/>
                <a:ea typeface="微软雅黑" panose="020B0503020204020204" pitchFamily="34" charset="-122"/>
                <a:sym typeface="Arial" panose="020B0604020202090204" pitchFamily="34" charset="0"/>
              </a:rPr>
              <a:t>E,</a:t>
            </a:r>
            <a:r>
              <a:rPr lang="zh-CN" altLang="en-US" spc="150">
                <a:solidFill>
                  <a:srgbClr val="000000">
                    <a:lumMod val="75000"/>
                    <a:lumOff val="25000"/>
                  </a:srgbClr>
                </a:solidFill>
                <a:latin typeface="Arial" panose="020B0604020202090204" pitchFamily="34" charset="0"/>
                <a:ea typeface="微软雅黑" panose="020B0503020204020204" pitchFamily="34" charset="-122"/>
                <a:sym typeface="Arial" panose="020B0604020202090204" pitchFamily="34" charset="0"/>
              </a:rPr>
              <a:t>用自己的私钥</a:t>
            </a:r>
            <a:r>
              <a:rPr lang="en-US" altLang="zh-CN" spc="150">
                <a:solidFill>
                  <a:srgbClr val="000000">
                    <a:lumMod val="75000"/>
                    <a:lumOff val="25000"/>
                  </a:srgbClr>
                </a:solidFill>
                <a:latin typeface="Arial" panose="020B0604020202090204" pitchFamily="34" charset="0"/>
                <a:ea typeface="微软雅黑" panose="020B0503020204020204" pitchFamily="34" charset="-122"/>
                <a:sym typeface="Arial" panose="020B0604020202090204" pitchFamily="34" charset="0"/>
              </a:rPr>
              <a:t>Kpriv,B</a:t>
            </a:r>
            <a:r>
              <a:rPr lang="zh-CN" altLang="en-US" spc="150">
                <a:solidFill>
                  <a:srgbClr val="000000">
                    <a:lumMod val="75000"/>
                    <a:lumOff val="25000"/>
                  </a:srgbClr>
                </a:solidFill>
                <a:latin typeface="Arial" panose="020B0604020202090204" pitchFamily="34" charset="0"/>
                <a:ea typeface="微软雅黑" panose="020B0503020204020204" pitchFamily="34" charset="-122"/>
                <a:sym typeface="Arial" panose="020B0604020202090204" pitchFamily="34" charset="0"/>
              </a:rPr>
              <a:t>解密</a:t>
            </a:r>
            <a:r>
              <a:rPr lang="en-US" altLang="zh-CN" spc="150">
                <a:solidFill>
                  <a:srgbClr val="000000">
                    <a:lumMod val="75000"/>
                    <a:lumOff val="25000"/>
                  </a:srgbClr>
                </a:solidFill>
                <a:latin typeface="Arial" panose="020B0604020202090204" pitchFamily="34" charset="0"/>
                <a:ea typeface="微软雅黑" panose="020B0503020204020204" pitchFamily="34" charset="-122"/>
                <a:sym typeface="Arial" panose="020B0604020202090204" pitchFamily="34" charset="0"/>
              </a:rPr>
              <a:t>：Ksym=  Decrypt(E,Kpriv,B)</a:t>
            </a:r>
          </a:p>
          <a:p>
            <a:pPr marL="285750" indent="-285750" algn="just">
              <a:lnSpc>
                <a:spcPct val="110000"/>
              </a:lnSpc>
              <a:buFont typeface="Arial" panose="020B0604020202090204" pitchFamily="34" charset="0"/>
              <a:buChar char="•"/>
            </a:pPr>
            <a:r>
              <a:rPr lang="zh-CN" altLang="en-US" spc="150">
                <a:solidFill>
                  <a:srgbClr val="000000">
                    <a:lumMod val="75000"/>
                    <a:lumOff val="25000"/>
                  </a:srgbClr>
                </a:solidFill>
                <a:latin typeface="Arial" panose="020B0604020202090204" pitchFamily="34" charset="0"/>
                <a:ea typeface="微软雅黑" panose="020B0503020204020204" pitchFamily="34" charset="-122"/>
                <a:sym typeface="Arial" panose="020B0604020202090204" pitchFamily="34" charset="0"/>
              </a:rPr>
              <a:t>这样</a:t>
            </a:r>
            <a:r>
              <a:rPr lang="en-US" altLang="zh-CN" spc="150">
                <a:solidFill>
                  <a:srgbClr val="000000">
                    <a:lumMod val="75000"/>
                    <a:lumOff val="25000"/>
                  </a:srgbClr>
                </a:solidFill>
                <a:latin typeface="Arial" panose="020B0604020202090204" pitchFamily="34" charset="0"/>
                <a:ea typeface="微软雅黑" panose="020B0503020204020204" pitchFamily="34" charset="-122"/>
                <a:sym typeface="Arial" panose="020B0604020202090204" pitchFamily="34" charset="0"/>
              </a:rPr>
              <a:t>B</a:t>
            </a:r>
            <a:r>
              <a:rPr lang="zh-CN" altLang="en-US" spc="150">
                <a:solidFill>
                  <a:srgbClr val="000000">
                    <a:lumMod val="75000"/>
                    <a:lumOff val="25000"/>
                  </a:srgbClr>
                </a:solidFill>
                <a:latin typeface="Arial" panose="020B0604020202090204" pitchFamily="34" charset="0"/>
                <a:ea typeface="微软雅黑" panose="020B0503020204020204" pitchFamily="34" charset="-122"/>
                <a:sym typeface="Arial" panose="020B0604020202090204" pitchFamily="34" charset="0"/>
              </a:rPr>
              <a:t>直到对称密钥的明文</a:t>
            </a:r>
          </a:p>
        </p:txBody>
      </p:sp>
      <p:sp>
        <p:nvSpPr>
          <p:cNvPr id="19" name="泪滴形 18"/>
          <p:cNvSpPr/>
          <p:nvPr>
            <p:custDataLst>
              <p:tags r:id="rId8"/>
            </p:custDataLst>
          </p:nvPr>
        </p:nvSpPr>
        <p:spPr>
          <a:xfrm rot="8100000">
            <a:off x="5828855" y="4596630"/>
            <a:ext cx="569048" cy="569048"/>
          </a:xfrm>
          <a:prstGeom prst="teardrop">
            <a:avLst>
              <a:gd name="adj" fmla="val 125412"/>
            </a:avLst>
          </a:prstGeom>
          <a:solidFill>
            <a:srgbClr val="3498DB"/>
          </a:solidFill>
          <a:ln w="38100">
            <a:solidFill>
              <a:sysClr val="window" lastClr="FFFFFF">
                <a:lumMod val="95000"/>
              </a:sysClr>
            </a:solidFill>
          </a:ln>
        </p:spPr>
        <p:style>
          <a:lnRef idx="2">
            <a:srgbClr val="1F74AD">
              <a:shade val="50000"/>
            </a:srgbClr>
          </a:lnRef>
          <a:fillRef idx="1">
            <a:srgbClr val="1F74AD"/>
          </a:fillRef>
          <a:effectRef idx="0">
            <a:srgbClr val="1F74AD"/>
          </a:effectRef>
          <a:fontRef idx="minor">
            <a:sysClr val="window" lastClr="FFFFFF"/>
          </a:fontRef>
        </p:style>
        <p:txBody>
          <a:bodyPr rtlCol="0" anchor="ctr">
            <a:normAutofit/>
          </a:bodyPr>
          <a:lstStyle/>
          <a:p>
            <a:pPr algn="ctr">
              <a:lnSpc>
                <a:spcPct val="120000"/>
              </a:lnSpc>
            </a:pPr>
            <a:endParaRPr lang="zh-CN" altLang="en-US" sz="1400">
              <a:solidFill>
                <a:sysClr val="window" lastClr="FFFFFF"/>
              </a:solidFill>
              <a:latin typeface="Arial" panose="020B0604020202090204" pitchFamily="34" charset="0"/>
              <a:ea typeface="微软雅黑" panose="020B0503020204020204" pitchFamily="34" charset="-122"/>
              <a:sym typeface="Arial" panose="020B0604020202090204" pitchFamily="34" charset="0"/>
            </a:endParaRPr>
          </a:p>
        </p:txBody>
      </p:sp>
      <p:sp>
        <p:nvSpPr>
          <p:cNvPr id="20" name="椭圆 19"/>
          <p:cNvSpPr/>
          <p:nvPr>
            <p:custDataLst>
              <p:tags r:id="rId9"/>
            </p:custDataLst>
          </p:nvPr>
        </p:nvSpPr>
        <p:spPr>
          <a:xfrm rot="8100000">
            <a:off x="5960923" y="4728699"/>
            <a:ext cx="295552" cy="295552"/>
          </a:xfrm>
          <a:prstGeom prst="ellipse">
            <a:avLst/>
          </a:prstGeom>
          <a:solidFill>
            <a:sysClr val="window" lastClr="FFFFFF">
              <a:lumMod val="95000"/>
            </a:sysClr>
          </a:solidFill>
          <a:ln>
            <a:noFill/>
          </a:ln>
        </p:spPr>
        <p:style>
          <a:lnRef idx="2">
            <a:srgbClr val="1F74AD">
              <a:shade val="50000"/>
            </a:srgbClr>
          </a:lnRef>
          <a:fillRef idx="1">
            <a:srgbClr val="1F74AD"/>
          </a:fillRef>
          <a:effectRef idx="0">
            <a:srgbClr val="1F74AD"/>
          </a:effectRef>
          <a:fontRef idx="minor">
            <a:sysClr val="window" lastClr="FFFFFF"/>
          </a:fontRef>
        </p:style>
        <p:txBody>
          <a:bodyPr rtlCol="0" anchor="ctr">
            <a:normAutofit fontScale="37500" lnSpcReduction="20000"/>
          </a:bodyPr>
          <a:lstStyle/>
          <a:p>
            <a:pPr algn="ctr">
              <a:lnSpc>
                <a:spcPct val="140000"/>
              </a:lnSpc>
            </a:pPr>
            <a:endParaRPr lang="zh-CN" altLang="en-US" sz="1400">
              <a:solidFill>
                <a:sysClr val="window" lastClr="FFFFFF"/>
              </a:solidFill>
              <a:latin typeface="Arial" panose="020B0604020202090204" pitchFamily="34" charset="0"/>
              <a:ea typeface="微软雅黑" panose="020B0503020204020204" pitchFamily="34" charset="-122"/>
              <a:sym typeface="Arial" panose="020B0604020202090204" pitchFamily="34" charset="0"/>
            </a:endParaRPr>
          </a:p>
        </p:txBody>
      </p:sp>
      <p:sp>
        <p:nvSpPr>
          <p:cNvPr id="21" name="椭圆 20"/>
          <p:cNvSpPr/>
          <p:nvPr>
            <p:custDataLst>
              <p:tags r:id="rId10"/>
            </p:custDataLst>
          </p:nvPr>
        </p:nvSpPr>
        <p:spPr>
          <a:xfrm>
            <a:off x="6055459" y="5441179"/>
            <a:ext cx="115840" cy="115840"/>
          </a:xfrm>
          <a:prstGeom prst="ellipse">
            <a:avLst/>
          </a:prstGeom>
          <a:solidFill>
            <a:sysClr val="window" lastClr="FFFFFF">
              <a:lumMod val="95000"/>
            </a:sysClr>
          </a:solidFill>
          <a:ln w="38100">
            <a:solidFill>
              <a:srgbClr val="000000">
                <a:lumMod val="50000"/>
                <a:lumOff val="50000"/>
              </a:srgbClr>
            </a:solidFill>
          </a:ln>
        </p:spPr>
        <p:style>
          <a:lnRef idx="2">
            <a:srgbClr val="1F74AD">
              <a:shade val="50000"/>
            </a:srgbClr>
          </a:lnRef>
          <a:fillRef idx="1">
            <a:srgbClr val="1F74AD"/>
          </a:fillRef>
          <a:effectRef idx="0">
            <a:srgbClr val="1F74AD"/>
          </a:effectRef>
          <a:fontRef idx="minor">
            <a:sysClr val="window" lastClr="FFFFFF"/>
          </a:fontRef>
        </p:style>
        <p:txBody>
          <a:bodyPr rtlCol="0" anchor="ctr">
            <a:normAutofit fontScale="25000" lnSpcReduction="20000"/>
          </a:bodyPr>
          <a:lstStyle/>
          <a:p>
            <a:pPr algn="ctr">
              <a:lnSpc>
                <a:spcPct val="140000"/>
              </a:lnSpc>
            </a:pPr>
            <a:endParaRPr lang="zh-CN" altLang="en-US" sz="1400">
              <a:solidFill>
                <a:sysClr val="window" lastClr="FFFFFF"/>
              </a:solidFill>
              <a:latin typeface="Arial" panose="020B0604020202090204" pitchFamily="34" charset="0"/>
              <a:ea typeface="微软雅黑" panose="020B0503020204020204" pitchFamily="34" charset="-122"/>
              <a:sym typeface="Arial" panose="020B0604020202090204" pitchFamily="34" charset="0"/>
            </a:endParaRPr>
          </a:p>
        </p:txBody>
      </p:sp>
      <p:sp>
        <p:nvSpPr>
          <p:cNvPr id="49" name="文本框 48"/>
          <p:cNvSpPr txBox="1"/>
          <p:nvPr>
            <p:custDataLst>
              <p:tags r:id="rId11"/>
            </p:custDataLst>
          </p:nvPr>
        </p:nvSpPr>
        <p:spPr>
          <a:xfrm>
            <a:off x="5072554" y="5894914"/>
            <a:ext cx="2072292" cy="861775"/>
          </a:xfrm>
          <a:prstGeom prst="rect">
            <a:avLst/>
          </a:prstGeom>
          <a:noFill/>
        </p:spPr>
        <p:txBody>
          <a:bodyPr wrap="square" rtlCol="0">
            <a:normAutofit/>
          </a:bodyPr>
          <a:lstStyle/>
          <a:p>
            <a:pPr algn="ctr">
              <a:lnSpc>
                <a:spcPct val="120000"/>
              </a:lnSpc>
            </a:pPr>
            <a:r>
              <a:rPr lang="en-US" altLang="zh-CN" sz="2000" b="1" spc="300">
                <a:solidFill>
                  <a:srgbClr val="000000">
                    <a:lumMod val="75000"/>
                    <a:lumOff val="25000"/>
                  </a:srgbClr>
                </a:solidFill>
                <a:latin typeface="Arial" panose="020B0604020202090204" pitchFamily="34" charset="0"/>
                <a:ea typeface="微软雅黑" panose="020B0503020204020204" pitchFamily="34" charset="-122"/>
                <a:sym typeface="Arial" panose="020B0604020202090204" pitchFamily="34" charset="0"/>
              </a:rPr>
              <a:t>2.</a:t>
            </a:r>
            <a:r>
              <a:rPr lang="zh-CN" altLang="en-US" sz="2000" b="1" spc="300">
                <a:solidFill>
                  <a:srgbClr val="000000">
                    <a:lumMod val="75000"/>
                    <a:lumOff val="25000"/>
                  </a:srgbClr>
                </a:solidFill>
                <a:latin typeface="Arial" panose="020B0604020202090204" pitchFamily="34" charset="0"/>
                <a:ea typeface="微软雅黑" panose="020B0503020204020204" pitchFamily="34" charset="-122"/>
                <a:sym typeface="Arial" panose="020B0604020202090204" pitchFamily="34" charset="0"/>
              </a:rPr>
              <a:t>解密阶段</a:t>
            </a:r>
          </a:p>
          <a:p>
            <a:pPr algn="ctr">
              <a:lnSpc>
                <a:spcPct val="120000"/>
              </a:lnSpc>
            </a:pPr>
            <a:r>
              <a:rPr lang="en-US" altLang="zh-CN" sz="1700" spc="300">
                <a:solidFill>
                  <a:srgbClr val="000000">
                    <a:lumMod val="75000"/>
                    <a:lumOff val="25000"/>
                  </a:srgbClr>
                </a:solidFill>
                <a:latin typeface="Times New Roman Regular" panose="02020703060505090304" charset="0"/>
                <a:ea typeface="微软雅黑" panose="020B0503020204020204" pitchFamily="34" charset="-122"/>
                <a:cs typeface="Times New Roman Regular" panose="02020703060505090304" charset="0"/>
                <a:sym typeface="Arial" panose="020B0604020202090204" pitchFamily="34" charset="0"/>
              </a:rPr>
              <a:t>Receiver</a:t>
            </a:r>
            <a:endParaRPr lang="en-US" altLang="zh-CN" sz="2000" b="1" spc="300">
              <a:solidFill>
                <a:srgbClr val="000000">
                  <a:lumMod val="75000"/>
                  <a:lumOff val="25000"/>
                </a:srgbClr>
              </a:solidFill>
              <a:latin typeface="Arial" panose="020B0604020202090204" pitchFamily="34" charset="0"/>
              <a:ea typeface="微软雅黑" panose="020B0503020204020204" pitchFamily="34" charset="-122"/>
              <a:sym typeface="Arial" panose="020B0604020202090204" pitchFamily="34" charset="0"/>
            </a:endParaRPr>
          </a:p>
        </p:txBody>
      </p:sp>
      <p:sp>
        <p:nvSpPr>
          <p:cNvPr id="26" name="圆角矩形 25"/>
          <p:cNvSpPr/>
          <p:nvPr>
            <p:custDataLst>
              <p:tags r:id="rId12"/>
            </p:custDataLst>
          </p:nvPr>
        </p:nvSpPr>
        <p:spPr>
          <a:xfrm>
            <a:off x="7982585" y="2133600"/>
            <a:ext cx="3794125" cy="2746375"/>
          </a:xfrm>
          <a:prstGeom prst="roundRect">
            <a:avLst/>
          </a:prstGeom>
          <a:solidFill>
            <a:srgbClr val="1AA3AA">
              <a:lumMod val="20000"/>
              <a:lumOff val="80000"/>
            </a:srgbClr>
          </a:solidFill>
          <a:ln w="38100">
            <a:noFill/>
          </a:ln>
        </p:spPr>
        <p:style>
          <a:lnRef idx="2">
            <a:srgbClr val="1F74AD">
              <a:shade val="50000"/>
            </a:srgbClr>
          </a:lnRef>
          <a:fillRef idx="1">
            <a:srgbClr val="1F74AD"/>
          </a:fillRef>
          <a:effectRef idx="0">
            <a:srgbClr val="1F74AD"/>
          </a:effectRef>
          <a:fontRef idx="minor">
            <a:sysClr val="window" lastClr="FFFFFF"/>
          </a:fontRef>
        </p:style>
        <p:txBody>
          <a:bodyPr rtlCol="0" anchor="ctr">
            <a:normAutofit lnSpcReduction="20000"/>
          </a:bodyPr>
          <a:lstStyle/>
          <a:p>
            <a:pPr marL="285750" indent="-285750" algn="l">
              <a:lnSpc>
                <a:spcPct val="120000"/>
              </a:lnSpc>
              <a:buFont typeface="Arial" panose="020B0604020202090204" pitchFamily="34" charset="0"/>
              <a:buChar char="•"/>
            </a:pPr>
            <a:r>
              <a:rPr lang="zh-CN" altLang="en-US" spc="150">
                <a:solidFill>
                  <a:srgbClr val="000000">
                    <a:lumMod val="75000"/>
                    <a:lumOff val="25000"/>
                  </a:srgbClr>
                </a:solidFill>
                <a:latin typeface="Arial" panose="020B0604020202090204" pitchFamily="34" charset="0"/>
                <a:ea typeface="微软雅黑" panose="020B0503020204020204" pitchFamily="34" charset="-122"/>
                <a:sym typeface="Arial" panose="020B0604020202090204" pitchFamily="34" charset="0"/>
              </a:rPr>
              <a:t>密钥交换之后</a:t>
            </a:r>
            <a:r>
              <a:rPr lang="en-US" altLang="zh-CN" spc="150">
                <a:solidFill>
                  <a:srgbClr val="000000">
                    <a:lumMod val="75000"/>
                    <a:lumOff val="25000"/>
                  </a:srgbClr>
                </a:solidFill>
                <a:latin typeface="Arial" panose="020B0604020202090204" pitchFamily="34" charset="0"/>
                <a:ea typeface="微软雅黑" panose="020B0503020204020204" pitchFamily="34" charset="-122"/>
                <a:sym typeface="Arial" panose="020B0604020202090204" pitchFamily="34" charset="0"/>
              </a:rPr>
              <a:t>，A</a:t>
            </a:r>
            <a:r>
              <a:rPr lang="zh-CN" altLang="en-US" spc="150">
                <a:solidFill>
                  <a:srgbClr val="000000">
                    <a:lumMod val="75000"/>
                    <a:lumOff val="25000"/>
                  </a:srgbClr>
                </a:solidFill>
                <a:latin typeface="Arial" panose="020B0604020202090204" pitchFamily="34" charset="0"/>
                <a:ea typeface="微软雅黑" panose="020B0503020204020204" pitchFamily="34" charset="-122"/>
                <a:sym typeface="Arial" panose="020B0604020202090204" pitchFamily="34" charset="0"/>
              </a:rPr>
              <a:t>用对称密钥加密所要传输的数据</a:t>
            </a:r>
            <a:r>
              <a:rPr lang="en-US" altLang="zh-CN" spc="150">
                <a:solidFill>
                  <a:srgbClr val="000000">
                    <a:lumMod val="75000"/>
                    <a:lumOff val="25000"/>
                  </a:srgbClr>
                </a:solidFill>
                <a:latin typeface="Arial" panose="020B0604020202090204" pitchFamily="34" charset="0"/>
                <a:ea typeface="微软雅黑" panose="020B0503020204020204" pitchFamily="34" charset="-122"/>
                <a:sym typeface="Arial" panose="020B0604020202090204" pitchFamily="34" charset="0"/>
              </a:rPr>
              <a:t>：C=Encrypt_sym(M,Ksym);</a:t>
            </a:r>
          </a:p>
          <a:p>
            <a:pPr marL="285750" indent="-285750" algn="l">
              <a:lnSpc>
                <a:spcPct val="120000"/>
              </a:lnSpc>
              <a:buFont typeface="Arial" panose="020B0604020202090204" pitchFamily="34" charset="0"/>
              <a:buChar char="•"/>
            </a:pPr>
            <a:r>
              <a:rPr lang="zh-CN" altLang="en-US" spc="150">
                <a:solidFill>
                  <a:srgbClr val="000000">
                    <a:lumMod val="75000"/>
                    <a:lumOff val="25000"/>
                  </a:srgbClr>
                </a:solidFill>
                <a:latin typeface="Arial" panose="020B0604020202090204" pitchFamily="34" charset="0"/>
                <a:ea typeface="微软雅黑" panose="020B0503020204020204" pitchFamily="34" charset="-122"/>
                <a:sym typeface="Arial" panose="020B0604020202090204" pitchFamily="34" charset="0"/>
              </a:rPr>
              <a:t>接收方</a:t>
            </a:r>
            <a:r>
              <a:rPr lang="en-US" altLang="zh-CN" spc="150">
                <a:solidFill>
                  <a:srgbClr val="000000">
                    <a:lumMod val="75000"/>
                    <a:lumOff val="25000"/>
                  </a:srgbClr>
                </a:solidFill>
                <a:latin typeface="Arial" panose="020B0604020202090204" pitchFamily="34" charset="0"/>
                <a:ea typeface="微软雅黑" panose="020B0503020204020204" pitchFamily="34" charset="-122"/>
                <a:sym typeface="Arial" panose="020B0604020202090204" pitchFamily="34" charset="0"/>
              </a:rPr>
              <a:t>B</a:t>
            </a:r>
            <a:r>
              <a:rPr lang="zh-CN" altLang="en-US" spc="150">
                <a:solidFill>
                  <a:srgbClr val="000000">
                    <a:lumMod val="75000"/>
                    <a:lumOff val="25000"/>
                  </a:srgbClr>
                </a:solidFill>
                <a:latin typeface="Arial" panose="020B0604020202090204" pitchFamily="34" charset="0"/>
                <a:ea typeface="微软雅黑" panose="020B0503020204020204" pitchFamily="34" charset="-122"/>
                <a:sym typeface="Arial" panose="020B0604020202090204" pitchFamily="34" charset="0"/>
              </a:rPr>
              <a:t>解密</a:t>
            </a:r>
            <a:r>
              <a:rPr lang="en-US" altLang="zh-CN" spc="150">
                <a:solidFill>
                  <a:srgbClr val="000000">
                    <a:lumMod val="75000"/>
                    <a:lumOff val="25000"/>
                  </a:srgbClr>
                </a:solidFill>
                <a:latin typeface="Arial" panose="020B0604020202090204" pitchFamily="34" charset="0"/>
                <a:ea typeface="微软雅黑" panose="020B0503020204020204" pitchFamily="34" charset="-122"/>
                <a:sym typeface="Arial" panose="020B0604020202090204" pitchFamily="34" charset="0"/>
              </a:rPr>
              <a:t>：M=Decrypt_sym(C,Ksym)</a:t>
            </a:r>
          </a:p>
        </p:txBody>
      </p:sp>
      <p:sp>
        <p:nvSpPr>
          <p:cNvPr id="29" name="泪滴形 28"/>
          <p:cNvSpPr/>
          <p:nvPr>
            <p:custDataLst>
              <p:tags r:id="rId13"/>
            </p:custDataLst>
          </p:nvPr>
        </p:nvSpPr>
        <p:spPr>
          <a:xfrm rot="8100000">
            <a:off x="8900345" y="4596630"/>
            <a:ext cx="569048" cy="569048"/>
          </a:xfrm>
          <a:prstGeom prst="teardrop">
            <a:avLst>
              <a:gd name="adj" fmla="val 125412"/>
            </a:avLst>
          </a:prstGeom>
          <a:solidFill>
            <a:srgbClr val="1AA3AA"/>
          </a:solidFill>
          <a:ln w="38100">
            <a:solidFill>
              <a:sysClr val="window" lastClr="FFFFFF">
                <a:lumMod val="95000"/>
              </a:sysClr>
            </a:solidFill>
          </a:ln>
        </p:spPr>
        <p:style>
          <a:lnRef idx="2">
            <a:srgbClr val="1F74AD">
              <a:shade val="50000"/>
            </a:srgbClr>
          </a:lnRef>
          <a:fillRef idx="1">
            <a:srgbClr val="1F74AD"/>
          </a:fillRef>
          <a:effectRef idx="0">
            <a:srgbClr val="1F74AD"/>
          </a:effectRef>
          <a:fontRef idx="minor">
            <a:sysClr val="window" lastClr="FFFFFF"/>
          </a:fontRef>
        </p:style>
        <p:txBody>
          <a:bodyPr rtlCol="0" anchor="ctr">
            <a:normAutofit/>
          </a:bodyPr>
          <a:lstStyle/>
          <a:p>
            <a:pPr algn="ctr">
              <a:lnSpc>
                <a:spcPct val="120000"/>
              </a:lnSpc>
            </a:pPr>
            <a:endParaRPr lang="zh-CN" altLang="en-US" sz="1400">
              <a:solidFill>
                <a:sysClr val="window" lastClr="FFFFFF"/>
              </a:solidFill>
              <a:latin typeface="Arial" panose="020B0604020202090204" pitchFamily="34" charset="0"/>
              <a:ea typeface="微软雅黑" panose="020B0503020204020204" pitchFamily="34" charset="-122"/>
              <a:sym typeface="Arial" panose="020B0604020202090204" pitchFamily="34" charset="0"/>
            </a:endParaRPr>
          </a:p>
        </p:txBody>
      </p:sp>
      <p:sp>
        <p:nvSpPr>
          <p:cNvPr id="30" name="椭圆 29"/>
          <p:cNvSpPr/>
          <p:nvPr>
            <p:custDataLst>
              <p:tags r:id="rId14"/>
            </p:custDataLst>
          </p:nvPr>
        </p:nvSpPr>
        <p:spPr>
          <a:xfrm rot="8100000">
            <a:off x="9032413" y="4728699"/>
            <a:ext cx="295552" cy="295552"/>
          </a:xfrm>
          <a:prstGeom prst="ellipse">
            <a:avLst/>
          </a:prstGeom>
          <a:solidFill>
            <a:sysClr val="window" lastClr="FFFFFF">
              <a:lumMod val="95000"/>
            </a:sysClr>
          </a:solidFill>
          <a:ln>
            <a:noFill/>
          </a:ln>
        </p:spPr>
        <p:style>
          <a:lnRef idx="2">
            <a:srgbClr val="1F74AD">
              <a:shade val="50000"/>
            </a:srgbClr>
          </a:lnRef>
          <a:fillRef idx="1">
            <a:srgbClr val="1F74AD"/>
          </a:fillRef>
          <a:effectRef idx="0">
            <a:srgbClr val="1F74AD"/>
          </a:effectRef>
          <a:fontRef idx="minor">
            <a:sysClr val="window" lastClr="FFFFFF"/>
          </a:fontRef>
        </p:style>
        <p:txBody>
          <a:bodyPr rtlCol="0" anchor="ctr">
            <a:normAutofit fontScale="37500" lnSpcReduction="20000"/>
          </a:bodyPr>
          <a:lstStyle/>
          <a:p>
            <a:pPr algn="ctr">
              <a:lnSpc>
                <a:spcPct val="140000"/>
              </a:lnSpc>
            </a:pPr>
            <a:endParaRPr lang="zh-CN" altLang="en-US" sz="1400">
              <a:solidFill>
                <a:sysClr val="window" lastClr="FFFFFF"/>
              </a:solidFill>
              <a:latin typeface="Arial" panose="020B0604020202090204" pitchFamily="34" charset="0"/>
              <a:ea typeface="微软雅黑" panose="020B0503020204020204" pitchFamily="34" charset="-122"/>
              <a:sym typeface="Arial" panose="020B0604020202090204" pitchFamily="34" charset="0"/>
            </a:endParaRPr>
          </a:p>
        </p:txBody>
      </p:sp>
      <p:sp>
        <p:nvSpPr>
          <p:cNvPr id="33" name="椭圆 32"/>
          <p:cNvSpPr/>
          <p:nvPr>
            <p:custDataLst>
              <p:tags r:id="rId15"/>
            </p:custDataLst>
          </p:nvPr>
        </p:nvSpPr>
        <p:spPr>
          <a:xfrm>
            <a:off x="9126949" y="5441179"/>
            <a:ext cx="115840" cy="115840"/>
          </a:xfrm>
          <a:prstGeom prst="ellipse">
            <a:avLst/>
          </a:prstGeom>
          <a:solidFill>
            <a:sysClr val="window" lastClr="FFFFFF">
              <a:lumMod val="95000"/>
            </a:sysClr>
          </a:solidFill>
          <a:ln w="38100">
            <a:solidFill>
              <a:srgbClr val="000000">
                <a:lumMod val="50000"/>
                <a:lumOff val="50000"/>
              </a:srgbClr>
            </a:solidFill>
          </a:ln>
        </p:spPr>
        <p:style>
          <a:lnRef idx="2">
            <a:srgbClr val="1F74AD">
              <a:shade val="50000"/>
            </a:srgbClr>
          </a:lnRef>
          <a:fillRef idx="1">
            <a:srgbClr val="1F74AD"/>
          </a:fillRef>
          <a:effectRef idx="0">
            <a:srgbClr val="1F74AD"/>
          </a:effectRef>
          <a:fontRef idx="minor">
            <a:sysClr val="window" lastClr="FFFFFF"/>
          </a:fontRef>
        </p:style>
        <p:txBody>
          <a:bodyPr rtlCol="0" anchor="ctr">
            <a:normAutofit fontScale="25000" lnSpcReduction="20000"/>
          </a:bodyPr>
          <a:lstStyle/>
          <a:p>
            <a:pPr algn="ctr">
              <a:lnSpc>
                <a:spcPct val="140000"/>
              </a:lnSpc>
            </a:pPr>
            <a:endParaRPr lang="zh-CN" altLang="en-US" sz="1400">
              <a:solidFill>
                <a:sysClr val="window" lastClr="FFFFFF"/>
              </a:solidFill>
              <a:latin typeface="Arial" panose="020B0604020202090204" pitchFamily="34" charset="0"/>
              <a:ea typeface="微软雅黑" panose="020B0503020204020204" pitchFamily="34" charset="-122"/>
              <a:sym typeface="Arial" panose="020B0604020202090204" pitchFamily="34" charset="0"/>
            </a:endParaRPr>
          </a:p>
        </p:txBody>
      </p:sp>
      <p:sp>
        <p:nvSpPr>
          <p:cNvPr id="50" name="文本框 49"/>
          <p:cNvSpPr txBox="1"/>
          <p:nvPr>
            <p:custDataLst>
              <p:tags r:id="rId16"/>
            </p:custDataLst>
          </p:nvPr>
        </p:nvSpPr>
        <p:spPr>
          <a:xfrm>
            <a:off x="8147174" y="5894914"/>
            <a:ext cx="2072292" cy="861775"/>
          </a:xfrm>
          <a:prstGeom prst="rect">
            <a:avLst/>
          </a:prstGeom>
          <a:noFill/>
        </p:spPr>
        <p:txBody>
          <a:bodyPr wrap="square" rtlCol="0">
            <a:normAutofit/>
          </a:bodyPr>
          <a:lstStyle/>
          <a:p>
            <a:pPr algn="ctr">
              <a:lnSpc>
                <a:spcPct val="120000"/>
              </a:lnSpc>
            </a:pPr>
            <a:r>
              <a:rPr lang="en-US" altLang="zh-CN" sz="1700" b="1" spc="300">
                <a:solidFill>
                  <a:srgbClr val="000000">
                    <a:lumMod val="75000"/>
                    <a:lumOff val="25000"/>
                  </a:srgbClr>
                </a:solidFill>
                <a:latin typeface="Arial" panose="020B0604020202090204" pitchFamily="34" charset="0"/>
                <a:ea typeface="微软雅黑" panose="020B0503020204020204" pitchFamily="34" charset="-122"/>
                <a:sym typeface="Arial" panose="020B0604020202090204" pitchFamily="34" charset="0"/>
              </a:rPr>
              <a:t>3.</a:t>
            </a:r>
            <a:r>
              <a:rPr lang="zh-CN" altLang="en-US" sz="1700" b="1" spc="300">
                <a:solidFill>
                  <a:srgbClr val="000000">
                    <a:lumMod val="75000"/>
                    <a:lumOff val="25000"/>
                  </a:srgbClr>
                </a:solidFill>
                <a:latin typeface="Arial" panose="020B0604020202090204" pitchFamily="34" charset="0"/>
                <a:ea typeface="微软雅黑" panose="020B0503020204020204" pitchFamily="34" charset="-122"/>
                <a:sym typeface="Arial" panose="020B0604020202090204" pitchFamily="34" charset="0"/>
              </a:rPr>
              <a:t>数据传输阶段</a:t>
            </a:r>
          </a:p>
          <a:p>
            <a:pPr algn="ctr">
              <a:lnSpc>
                <a:spcPct val="120000"/>
              </a:lnSpc>
            </a:pPr>
            <a:r>
              <a:rPr lang="en-US" altLang="zh-CN" sz="1700" spc="300">
                <a:solidFill>
                  <a:srgbClr val="000000">
                    <a:lumMod val="75000"/>
                    <a:lumOff val="25000"/>
                  </a:srgbClr>
                </a:solidFill>
                <a:latin typeface="Times New Roman Regular" panose="02020703060505090304" charset="0"/>
                <a:ea typeface="微软雅黑" panose="020B0503020204020204" pitchFamily="34" charset="-122"/>
                <a:cs typeface="Times New Roman Regular" panose="02020703060505090304" charset="0"/>
                <a:sym typeface="Arial" panose="020B0604020202090204" pitchFamily="34" charset="0"/>
              </a:rPr>
              <a:t>Transportation</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a:t>现代保密通信系统的核心机制</a:t>
            </a:r>
          </a:p>
        </p:txBody>
      </p:sp>
      <p:sp>
        <p:nvSpPr>
          <p:cNvPr id="4" name="文本占位符 3"/>
          <p:cNvSpPr>
            <a:spLocks noGrp="1"/>
          </p:cNvSpPr>
          <p:nvPr>
            <p:ph type="body" sz="quarter" idx="15"/>
          </p:nvPr>
        </p:nvSpPr>
        <p:spPr/>
        <p:txBody>
          <a:bodyPr/>
          <a:lstStyle/>
          <a:p>
            <a:r>
              <a:rPr lang="en-US" altLang="zh-CN" dirty="0"/>
              <a:t>37</a:t>
            </a:r>
            <a:endParaRPr lang="zh-CN" altLang="en-US" dirty="0"/>
          </a:p>
        </p:txBody>
      </p:sp>
      <p:sp>
        <p:nvSpPr>
          <p:cNvPr id="5" name="文本占位符 4"/>
          <p:cNvSpPr>
            <a:spLocks noGrp="1"/>
          </p:cNvSpPr>
          <p:nvPr>
            <p:ph type="body" sz="quarter" idx="13"/>
          </p:nvPr>
        </p:nvSpPr>
        <p:spPr>
          <a:xfrm>
            <a:off x="1040765" y="1362075"/>
            <a:ext cx="4026535" cy="2585085"/>
          </a:xfrm>
        </p:spPr>
        <p:txBody>
          <a:bodyPr/>
          <a:lstStyle/>
          <a:p>
            <a:r>
              <a:rPr lang="zh-CN" altLang="en-US" sz="2100"/>
              <a:t>在实际系统中：</a:t>
            </a:r>
          </a:p>
          <a:p>
            <a:r>
              <a:rPr lang="zh-CN" altLang="en-US" sz="2100"/>
              <a:t>**非对称密钥对（公钥/私钥）**只负责安全地传递“会话密钥”；</a:t>
            </a:r>
          </a:p>
          <a:p>
            <a:r>
              <a:rPr lang="zh-CN" altLang="en-US" sz="2100"/>
              <a:t>对称密钥才是真正用于加密通信内容的“工作密钥”；</a:t>
            </a:r>
          </a:p>
          <a:p>
            <a:r>
              <a:rPr lang="zh-CN" altLang="en-US" sz="2100"/>
              <a:t>这种结构既安全又高效，是现代密码通信的标准模型。</a:t>
            </a:r>
          </a:p>
        </p:txBody>
      </p:sp>
      <p:pic>
        <p:nvPicPr>
          <p:cNvPr id="6" name="图片 5"/>
          <p:cNvPicPr>
            <a:picLocks noChangeAspect="1"/>
          </p:cNvPicPr>
          <p:nvPr>
            <p:custDataLst>
              <p:tags r:id="rId1"/>
            </p:custDataLst>
          </p:nvPr>
        </p:nvPicPr>
        <p:blipFill>
          <a:blip r:embed="rId4"/>
          <a:srcRect r="3864"/>
          <a:stretch>
            <a:fillRect/>
          </a:stretch>
        </p:blipFill>
        <p:spPr>
          <a:xfrm>
            <a:off x="5810250" y="699770"/>
            <a:ext cx="6267450" cy="3910330"/>
          </a:xfrm>
          <a:prstGeom prst="rect">
            <a:avLst/>
          </a:prstGeom>
        </p:spPr>
      </p:pic>
      <p:graphicFrame>
        <p:nvGraphicFramePr>
          <p:cNvPr id="8" name="表格 7"/>
          <p:cNvGraphicFramePr/>
          <p:nvPr>
            <p:custDataLst>
              <p:tags r:id="rId2"/>
            </p:custDataLst>
          </p:nvPr>
        </p:nvGraphicFramePr>
        <p:xfrm>
          <a:off x="786765" y="4749800"/>
          <a:ext cx="11135995" cy="1917065"/>
        </p:xfrm>
        <a:graphic>
          <a:graphicData uri="http://schemas.openxmlformats.org/drawingml/2006/table">
            <a:tbl>
              <a:tblPr firstRow="1" bandRow="1">
                <a:tableStyleId>{5C22544A-7EE6-4342-B048-85BDC9FD1C3A}</a:tableStyleId>
              </a:tblPr>
              <a:tblGrid>
                <a:gridCol w="2588260">
                  <a:extLst>
                    <a:ext uri="{9D8B030D-6E8A-4147-A177-3AD203B41FA5}">
                      <a16:colId xmlns:a16="http://schemas.microsoft.com/office/drawing/2014/main" val="20000"/>
                    </a:ext>
                  </a:extLst>
                </a:gridCol>
                <a:gridCol w="2575560">
                  <a:extLst>
                    <a:ext uri="{9D8B030D-6E8A-4147-A177-3AD203B41FA5}">
                      <a16:colId xmlns:a16="http://schemas.microsoft.com/office/drawing/2014/main" val="20001"/>
                    </a:ext>
                  </a:extLst>
                </a:gridCol>
                <a:gridCol w="3188335">
                  <a:extLst>
                    <a:ext uri="{9D8B030D-6E8A-4147-A177-3AD203B41FA5}">
                      <a16:colId xmlns:a16="http://schemas.microsoft.com/office/drawing/2014/main" val="20002"/>
                    </a:ext>
                  </a:extLst>
                </a:gridCol>
                <a:gridCol w="2783840">
                  <a:extLst>
                    <a:ext uri="{9D8B030D-6E8A-4147-A177-3AD203B41FA5}">
                      <a16:colId xmlns:a16="http://schemas.microsoft.com/office/drawing/2014/main" val="20003"/>
                    </a:ext>
                  </a:extLst>
                </a:gridCol>
              </a:tblGrid>
              <a:tr h="387350">
                <a:tc>
                  <a:txBody>
                    <a:bodyPr/>
                    <a:lstStyle/>
                    <a:p>
                      <a:pPr>
                        <a:buNone/>
                      </a:pPr>
                      <a:r>
                        <a:rPr lang="zh-CN" altLang="en-US"/>
                        <a:t>协议 / 系统</a:t>
                      </a:r>
                    </a:p>
                  </a:txBody>
                  <a:tcPr/>
                </a:tc>
                <a:tc>
                  <a:txBody>
                    <a:bodyPr/>
                    <a:lstStyle/>
                    <a:p>
                      <a:pPr>
                        <a:buNone/>
                      </a:pPr>
                      <a:r>
                        <a:rPr lang="zh-CN" altLang="en-US"/>
                        <a:t>对称算法</a:t>
                      </a:r>
                    </a:p>
                  </a:txBody>
                  <a:tcPr/>
                </a:tc>
                <a:tc>
                  <a:txBody>
                    <a:bodyPr/>
                    <a:lstStyle/>
                    <a:p>
                      <a:pPr>
                        <a:buNone/>
                      </a:pPr>
                      <a:r>
                        <a:rPr lang="zh-CN" altLang="en-US"/>
                        <a:t>非对称算法</a:t>
                      </a:r>
                    </a:p>
                  </a:txBody>
                  <a:tcPr/>
                </a:tc>
                <a:tc>
                  <a:txBody>
                    <a:bodyPr/>
                    <a:lstStyle/>
                    <a:p>
                      <a:pPr>
                        <a:buNone/>
                      </a:pPr>
                      <a:r>
                        <a:rPr lang="zh-CN" altLang="en-US"/>
                        <a:t>实现位置</a:t>
                      </a:r>
                    </a:p>
                  </a:txBody>
                  <a:tcPr/>
                </a:tc>
                <a:extLst>
                  <a:ext uri="{0D108BD9-81ED-4DB2-BD59-A6C34878D82A}">
                    <a16:rowId xmlns:a16="http://schemas.microsoft.com/office/drawing/2014/main" val="10000"/>
                  </a:ext>
                </a:extLst>
              </a:tr>
              <a:tr h="387985">
                <a:tc>
                  <a:txBody>
                    <a:bodyPr/>
                    <a:lstStyle/>
                    <a:p>
                      <a:pPr>
                        <a:buNone/>
                      </a:pPr>
                      <a:r>
                        <a:rPr lang="zh-CN" altLang="en-US"/>
                        <a:t>HTTPS (TLS)</a:t>
                      </a:r>
                    </a:p>
                  </a:txBody>
                  <a:tcPr/>
                </a:tc>
                <a:tc>
                  <a:txBody>
                    <a:bodyPr/>
                    <a:lstStyle/>
                    <a:p>
                      <a:pPr>
                        <a:buNone/>
                      </a:pPr>
                      <a:r>
                        <a:rPr lang="zh-CN" altLang="en-US"/>
                        <a:t>AES / ChaCha20</a:t>
                      </a:r>
                    </a:p>
                  </a:txBody>
                  <a:tcPr/>
                </a:tc>
                <a:tc>
                  <a:txBody>
                    <a:bodyPr/>
                    <a:lstStyle/>
                    <a:p>
                      <a:pPr>
                        <a:buNone/>
                      </a:pPr>
                      <a:r>
                        <a:rPr lang="zh-CN" altLang="en-US"/>
                        <a:t>RSA / ECDHE</a:t>
                      </a:r>
                    </a:p>
                  </a:txBody>
                  <a:tcPr/>
                </a:tc>
                <a:tc>
                  <a:txBody>
                    <a:bodyPr/>
                    <a:lstStyle/>
                    <a:p>
                      <a:pPr>
                        <a:buNone/>
                      </a:pPr>
                      <a:r>
                        <a:rPr lang="zh-CN" altLang="en-US"/>
                        <a:t>浏览器与服务器</a:t>
                      </a:r>
                    </a:p>
                  </a:txBody>
                  <a:tcPr/>
                </a:tc>
                <a:extLst>
                  <a:ext uri="{0D108BD9-81ED-4DB2-BD59-A6C34878D82A}">
                    <a16:rowId xmlns:a16="http://schemas.microsoft.com/office/drawing/2014/main" val="10001"/>
                  </a:ext>
                </a:extLst>
              </a:tr>
              <a:tr h="387350">
                <a:tc>
                  <a:txBody>
                    <a:bodyPr/>
                    <a:lstStyle/>
                    <a:p>
                      <a:pPr>
                        <a:buNone/>
                      </a:pPr>
                      <a:r>
                        <a:rPr lang="zh-CN" altLang="en-US"/>
                        <a:t>SSH</a:t>
                      </a:r>
                    </a:p>
                  </a:txBody>
                  <a:tcPr/>
                </a:tc>
                <a:tc>
                  <a:txBody>
                    <a:bodyPr/>
                    <a:lstStyle/>
                    <a:p>
                      <a:pPr>
                        <a:buNone/>
                      </a:pPr>
                      <a:r>
                        <a:rPr lang="zh-CN" altLang="en-US"/>
                        <a:t>AES / Blowfish</a:t>
                      </a:r>
                    </a:p>
                  </a:txBody>
                  <a:tcPr/>
                </a:tc>
                <a:tc>
                  <a:txBody>
                    <a:bodyPr/>
                    <a:lstStyle/>
                    <a:p>
                      <a:pPr>
                        <a:buNone/>
                      </a:pPr>
                      <a:r>
                        <a:rPr lang="zh-CN" altLang="en-US"/>
                        <a:t>RSA / Ed25519</a:t>
                      </a:r>
                    </a:p>
                  </a:txBody>
                  <a:tcPr/>
                </a:tc>
                <a:tc>
                  <a:txBody>
                    <a:bodyPr/>
                    <a:lstStyle/>
                    <a:p>
                      <a:pPr>
                        <a:buNone/>
                      </a:pPr>
                      <a:r>
                        <a:rPr lang="zh-CN" altLang="en-US"/>
                        <a:t>登录加密</a:t>
                      </a:r>
                    </a:p>
                  </a:txBody>
                  <a:tcPr/>
                </a:tc>
                <a:extLst>
                  <a:ext uri="{0D108BD9-81ED-4DB2-BD59-A6C34878D82A}">
                    <a16:rowId xmlns:a16="http://schemas.microsoft.com/office/drawing/2014/main" val="10002"/>
                  </a:ext>
                </a:extLst>
              </a:tr>
              <a:tr h="388620">
                <a:tc>
                  <a:txBody>
                    <a:bodyPr/>
                    <a:lstStyle/>
                    <a:p>
                      <a:pPr>
                        <a:buNone/>
                      </a:pPr>
                      <a:r>
                        <a:rPr lang="zh-CN" altLang="en-US"/>
                        <a:t>PGP / Email</a:t>
                      </a:r>
                    </a:p>
                  </a:txBody>
                  <a:tcPr/>
                </a:tc>
                <a:tc>
                  <a:txBody>
                    <a:bodyPr/>
                    <a:lstStyle/>
                    <a:p>
                      <a:pPr>
                        <a:buNone/>
                      </a:pPr>
                      <a:r>
                        <a:rPr lang="zh-CN" altLang="en-US"/>
                        <a:t>AES / CAST5</a:t>
                      </a:r>
                    </a:p>
                  </a:txBody>
                  <a:tcPr/>
                </a:tc>
                <a:tc>
                  <a:txBody>
                    <a:bodyPr/>
                    <a:lstStyle/>
                    <a:p>
                      <a:pPr>
                        <a:buNone/>
                      </a:pPr>
                      <a:r>
                        <a:rPr lang="zh-CN" altLang="en-US"/>
                        <a:t>RSA / ECC</a:t>
                      </a:r>
                    </a:p>
                  </a:txBody>
                  <a:tcPr/>
                </a:tc>
                <a:tc>
                  <a:txBody>
                    <a:bodyPr/>
                    <a:lstStyle/>
                    <a:p>
                      <a:pPr>
                        <a:buNone/>
                      </a:pPr>
                      <a:r>
                        <a:rPr lang="zh-CN" altLang="en-US"/>
                        <a:t>邮件加密</a:t>
                      </a:r>
                    </a:p>
                  </a:txBody>
                  <a:tcPr/>
                </a:tc>
                <a:extLst>
                  <a:ext uri="{0D108BD9-81ED-4DB2-BD59-A6C34878D82A}">
                    <a16:rowId xmlns:a16="http://schemas.microsoft.com/office/drawing/2014/main" val="10003"/>
                  </a:ext>
                </a:extLst>
              </a:tr>
              <a:tr h="346075">
                <a:tc>
                  <a:txBody>
                    <a:bodyPr/>
                    <a:lstStyle/>
                    <a:p>
                      <a:pPr>
                        <a:buNone/>
                      </a:pPr>
                      <a:r>
                        <a:rPr lang="zh-CN" altLang="en-US"/>
                        <a:t>Signal / WhatsApp</a:t>
                      </a:r>
                    </a:p>
                  </a:txBody>
                  <a:tcPr/>
                </a:tc>
                <a:tc>
                  <a:txBody>
                    <a:bodyPr/>
                    <a:lstStyle/>
                    <a:p>
                      <a:pPr>
                        <a:buNone/>
                      </a:pPr>
                      <a:r>
                        <a:rPr lang="zh-CN" altLang="en-US"/>
                        <a:t>AES / Curve25519</a:t>
                      </a:r>
                    </a:p>
                  </a:txBody>
                  <a:tcPr/>
                </a:tc>
                <a:tc>
                  <a:txBody>
                    <a:bodyPr/>
                    <a:lstStyle/>
                    <a:p>
                      <a:pPr>
                        <a:buNone/>
                      </a:pPr>
                      <a:r>
                        <a:rPr lang="zh-CN" altLang="en-US"/>
                        <a:t>ECC (Elliptic Curve Cryptography)</a:t>
                      </a:r>
                    </a:p>
                  </a:txBody>
                  <a:tcPr/>
                </a:tc>
                <a:tc>
                  <a:txBody>
                    <a:bodyPr/>
                    <a:lstStyle/>
                    <a:p>
                      <a:pPr>
                        <a:buNone/>
                      </a:pPr>
                      <a:r>
                        <a:rPr lang="zh-CN" altLang="en-US"/>
                        <a:t>即时通信端到端</a:t>
                      </a:r>
                    </a:p>
                  </a:txBody>
                  <a:tcPr/>
                </a:tc>
                <a:extLst>
                  <a:ext uri="{0D108BD9-81ED-4DB2-BD59-A6C34878D82A}">
                    <a16:rowId xmlns:a16="http://schemas.microsoft.com/office/drawing/2014/main" val="10004"/>
                  </a:ext>
                </a:extLst>
              </a:tr>
            </a:tbl>
          </a:graphicData>
        </a:graphic>
      </p:graphicFrame>
      <p:sp>
        <p:nvSpPr>
          <p:cNvPr id="3" name="文本框 2"/>
          <p:cNvSpPr txBox="1"/>
          <p:nvPr/>
        </p:nvSpPr>
        <p:spPr>
          <a:xfrm>
            <a:off x="901700" y="4070350"/>
            <a:ext cx="6096000" cy="368300"/>
          </a:xfrm>
          <a:prstGeom prst="rect">
            <a:avLst/>
          </a:prstGeom>
          <a:noFill/>
        </p:spPr>
        <p:txBody>
          <a:bodyPr wrap="square" rtlCol="0" anchor="t">
            <a:spAutoFit/>
          </a:bodyPr>
          <a:lstStyle/>
          <a:p>
            <a:r>
              <a:rPr lang="zh-CN" altLang="en-US" b="1">
                <a:sym typeface="+mn-ea"/>
              </a:rPr>
              <a:t>在实际协议中的体现</a:t>
            </a:r>
            <a:r>
              <a:rPr lang="en-US" altLang="zh-CN" b="1">
                <a:sym typeface="+mn-ea"/>
              </a:rPr>
              <a: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a:t>密码学基础概念</a:t>
            </a:r>
          </a:p>
        </p:txBody>
      </p:sp>
      <p:sp>
        <p:nvSpPr>
          <p:cNvPr id="4" name="文本占位符 3"/>
          <p:cNvSpPr>
            <a:spLocks noGrp="1"/>
          </p:cNvSpPr>
          <p:nvPr>
            <p:ph type="body" sz="quarter" idx="15"/>
          </p:nvPr>
        </p:nvSpPr>
        <p:spPr/>
        <p:txBody>
          <a:bodyPr/>
          <a:lstStyle/>
          <a:p>
            <a:r>
              <a:rPr lang="en-US" altLang="zh-CN" dirty="0"/>
              <a:t>37</a:t>
            </a:r>
            <a:endParaRPr lang="zh-CN" altLang="en-US" dirty="0"/>
          </a:p>
        </p:txBody>
      </p:sp>
      <p:sp>
        <p:nvSpPr>
          <p:cNvPr id="10" name="文本框 9"/>
          <p:cNvSpPr txBox="1"/>
          <p:nvPr/>
        </p:nvSpPr>
        <p:spPr>
          <a:xfrm>
            <a:off x="215900" y="920750"/>
            <a:ext cx="6984365" cy="5873750"/>
          </a:xfrm>
          <a:prstGeom prst="rect">
            <a:avLst/>
          </a:prstGeom>
        </p:spPr>
        <p:txBody>
          <a:bodyPr wrap="square">
            <a:spAutoFit/>
          </a:bodyPr>
          <a:lstStyle/>
          <a:p>
            <a:pPr marL="0" indent="0">
              <a:lnSpc>
                <a:spcPct val="110000"/>
              </a:lnSpc>
              <a:buFont typeface="Arial" panose="020B0604020202090204"/>
              <a:buChar char="•"/>
            </a:pPr>
            <a:r>
              <a:rPr lang="zh-CN" altLang="en-US" sz="1900" b="1" i="0">
                <a:solidFill>
                  <a:srgbClr val="000000"/>
                </a:solidFill>
                <a:latin typeface="标准粗黑" panose="02000503000000000000" charset="-122"/>
                <a:ea typeface="标准粗黑" panose="02000503000000000000" charset="-122"/>
              </a:rPr>
              <a:t>对称加密</a:t>
            </a:r>
            <a:r>
              <a:rPr lang="zh-CN" altLang="en-US" sz="1900" b="0" i="0">
                <a:solidFill>
                  <a:srgbClr val="000000"/>
                </a:solidFill>
              </a:rPr>
              <a:t>（</a:t>
            </a:r>
            <a:r>
              <a:rPr lang="en-US" altLang="zh-CN" sz="1900" b="0" i="0">
                <a:solidFill>
                  <a:srgbClr val="000000"/>
                </a:solidFill>
              </a:rPr>
              <a:t>Symmetric</a:t>
            </a:r>
            <a:r>
              <a:rPr lang="zh-CN" altLang="en-US" sz="1900" b="0" i="0">
                <a:solidFill>
                  <a:srgbClr val="000000"/>
                </a:solidFill>
              </a:rPr>
              <a:t>）：同一密钥加解密（例：</a:t>
            </a:r>
            <a:r>
              <a:rPr lang="en-US" altLang="zh-CN" sz="1900" b="0" i="0">
                <a:solidFill>
                  <a:srgbClr val="000000"/>
                </a:solidFill>
              </a:rPr>
              <a:t>AES</a:t>
            </a:r>
            <a:r>
              <a:rPr lang="zh-CN" altLang="en-US" sz="1900" b="0" i="0">
                <a:solidFill>
                  <a:srgbClr val="000000"/>
                </a:solidFill>
              </a:rPr>
              <a:t>、</a:t>
            </a:r>
            <a:r>
              <a:rPr lang="en-US" altLang="zh-CN" sz="1900" b="0" i="0">
                <a:solidFill>
                  <a:srgbClr val="000000"/>
                </a:solidFill>
              </a:rPr>
              <a:t>ChaCha20</a:t>
            </a:r>
            <a:r>
              <a:rPr lang="zh-CN" altLang="en-US" sz="1900" b="0" i="0">
                <a:solidFill>
                  <a:srgbClr val="000000"/>
                </a:solidFill>
              </a:rPr>
              <a:t>）。适合大量数据，要求密钥保密。</a:t>
            </a:r>
          </a:p>
          <a:p>
            <a:pPr marL="0" indent="0">
              <a:lnSpc>
                <a:spcPct val="110000"/>
              </a:lnSpc>
              <a:buFont typeface="Arial" panose="020B0604020202090204"/>
              <a:buChar char="•"/>
            </a:pPr>
            <a:r>
              <a:rPr lang="zh-CN" altLang="en-US" sz="1900" b="1" i="0">
                <a:solidFill>
                  <a:srgbClr val="000000"/>
                </a:solidFill>
                <a:latin typeface="标准粗黑" panose="02000503000000000000" charset="-122"/>
                <a:ea typeface="标准粗黑" panose="02000503000000000000" charset="-122"/>
              </a:rPr>
              <a:t>非对称（公钥）加密</a:t>
            </a:r>
            <a:r>
              <a:rPr lang="zh-CN" altLang="en-US" sz="1900" b="0" i="0">
                <a:solidFill>
                  <a:srgbClr val="000000"/>
                </a:solidFill>
              </a:rPr>
              <a:t>（</a:t>
            </a:r>
            <a:r>
              <a:rPr lang="en-US" altLang="zh-CN" sz="1900" b="0" i="0">
                <a:solidFill>
                  <a:srgbClr val="000000"/>
                </a:solidFill>
              </a:rPr>
              <a:t>Asymmetric</a:t>
            </a:r>
            <a:r>
              <a:rPr lang="zh-CN" altLang="en-US" sz="1900" b="0" i="0">
                <a:solidFill>
                  <a:srgbClr val="000000"/>
                </a:solidFill>
              </a:rPr>
              <a:t>）：公钥加密、私钥解密（例：</a:t>
            </a:r>
            <a:r>
              <a:rPr lang="en-US" altLang="zh-CN" sz="1900" b="0" i="0">
                <a:solidFill>
                  <a:srgbClr val="000000"/>
                </a:solidFill>
              </a:rPr>
              <a:t>RSA</a:t>
            </a:r>
            <a:r>
              <a:rPr lang="zh-CN" altLang="en-US" sz="1900" b="0" i="0">
                <a:solidFill>
                  <a:srgbClr val="000000"/>
                </a:solidFill>
              </a:rPr>
              <a:t>、</a:t>
            </a:r>
            <a:r>
              <a:rPr lang="en-US" altLang="zh-CN" sz="1900" b="0" i="0">
                <a:solidFill>
                  <a:srgbClr val="000000"/>
                </a:solidFill>
              </a:rPr>
              <a:t>ECC</a:t>
            </a:r>
            <a:r>
              <a:rPr lang="zh-CN" altLang="en-US" sz="1900" b="0" i="0">
                <a:solidFill>
                  <a:srgbClr val="000000"/>
                </a:solidFill>
              </a:rPr>
              <a:t>），用于密钥分发、签名、认证。</a:t>
            </a:r>
          </a:p>
          <a:p>
            <a:pPr marL="0" indent="0">
              <a:lnSpc>
                <a:spcPct val="110000"/>
              </a:lnSpc>
              <a:buFont typeface="Arial" panose="020B0604020202090204"/>
              <a:buChar char="•"/>
            </a:pPr>
            <a:r>
              <a:rPr lang="zh-CN" altLang="en-US" sz="1900" b="1" i="0">
                <a:solidFill>
                  <a:srgbClr val="000000"/>
                </a:solidFill>
                <a:latin typeface="标准粗黑" panose="02000503000000000000" charset="-122"/>
                <a:ea typeface="标准粗黑" panose="02000503000000000000" charset="-122"/>
              </a:rPr>
              <a:t>签名（Signature）</a:t>
            </a:r>
            <a:r>
              <a:rPr lang="zh-CN" altLang="en-US" sz="1900" b="0" i="0">
                <a:solidFill>
                  <a:srgbClr val="000000"/>
                </a:solidFill>
              </a:rPr>
              <a:t>：证明消息由私钥持有者生成（例：</a:t>
            </a:r>
            <a:r>
              <a:rPr lang="en-US" altLang="zh-CN" sz="1900" b="0" i="0">
                <a:solidFill>
                  <a:srgbClr val="000000"/>
                </a:solidFill>
              </a:rPr>
              <a:t>RSA-PSS</a:t>
            </a:r>
            <a:r>
              <a:rPr lang="zh-CN" altLang="en-US" sz="1900" b="0" i="0">
                <a:solidFill>
                  <a:srgbClr val="000000"/>
                </a:solidFill>
              </a:rPr>
              <a:t>、</a:t>
            </a:r>
            <a:r>
              <a:rPr lang="en-US" altLang="zh-CN" sz="1900" b="0" i="0">
                <a:solidFill>
                  <a:srgbClr val="000000"/>
                </a:solidFill>
              </a:rPr>
              <a:t>ECDSA</a:t>
            </a:r>
            <a:r>
              <a:rPr lang="zh-CN" altLang="en-US" sz="1900" b="0" i="0">
                <a:solidFill>
                  <a:srgbClr val="000000"/>
                </a:solidFill>
              </a:rPr>
              <a:t>、</a:t>
            </a:r>
            <a:r>
              <a:rPr lang="en-US" altLang="zh-CN" sz="1900" b="0" i="0">
                <a:solidFill>
                  <a:srgbClr val="000000"/>
                </a:solidFill>
              </a:rPr>
              <a:t>Ed25519</a:t>
            </a:r>
            <a:r>
              <a:rPr lang="zh-CN" altLang="en-US" sz="1900" b="0" i="0">
                <a:solidFill>
                  <a:srgbClr val="000000"/>
                </a:solidFill>
              </a:rPr>
              <a:t>）。安全目标：不可伪造（</a:t>
            </a:r>
            <a:r>
              <a:rPr lang="en-US" altLang="zh-CN" sz="1900" b="0" i="0">
                <a:solidFill>
                  <a:srgbClr val="000000"/>
                </a:solidFill>
              </a:rPr>
              <a:t>EUF-CMA</a:t>
            </a:r>
            <a:r>
              <a:rPr lang="zh-CN" altLang="en-US" sz="1900" b="0" i="0">
                <a:solidFill>
                  <a:srgbClr val="000000"/>
                </a:solidFill>
              </a:rPr>
              <a:t>）。</a:t>
            </a:r>
          </a:p>
          <a:p>
            <a:pPr marL="0" indent="0">
              <a:lnSpc>
                <a:spcPct val="110000"/>
              </a:lnSpc>
              <a:buFont typeface="Arial" panose="020B0604020202090204"/>
              <a:buChar char="•"/>
            </a:pPr>
            <a:r>
              <a:rPr lang="zh-CN" altLang="en-US" sz="1900" b="1" i="0">
                <a:solidFill>
                  <a:srgbClr val="000000"/>
                </a:solidFill>
                <a:latin typeface="标准粗黑" panose="02000503000000000000" charset="-122"/>
                <a:ea typeface="标准粗黑" panose="02000503000000000000" charset="-122"/>
              </a:rPr>
              <a:t>密钥交换（KEX）</a:t>
            </a:r>
            <a:r>
              <a:rPr lang="zh-CN" altLang="en-US" sz="1900" b="0" i="0">
                <a:solidFill>
                  <a:srgbClr val="000000"/>
                </a:solidFill>
              </a:rPr>
              <a:t>：双方通过 </a:t>
            </a:r>
            <a:r>
              <a:rPr lang="en-US" altLang="zh-CN" sz="1900" b="0" i="0">
                <a:solidFill>
                  <a:srgbClr val="000000"/>
                </a:solidFill>
              </a:rPr>
              <a:t>DH / ECDH </a:t>
            </a:r>
            <a:r>
              <a:rPr lang="zh-CN" altLang="en-US" sz="1900" b="0" i="0">
                <a:solidFill>
                  <a:srgbClr val="000000"/>
                </a:solidFill>
              </a:rPr>
              <a:t>获得共享密钥；改进：</a:t>
            </a:r>
            <a:r>
              <a:rPr lang="en-US" altLang="zh-CN" sz="1900" b="0" i="0">
                <a:solidFill>
                  <a:srgbClr val="000000"/>
                </a:solidFill>
              </a:rPr>
              <a:t>Ephemeral</a:t>
            </a:r>
            <a:r>
              <a:rPr lang="zh-CN" altLang="en-US" sz="1900" b="0" i="0">
                <a:solidFill>
                  <a:srgbClr val="000000"/>
                </a:solidFill>
              </a:rPr>
              <a:t>（临时）</a:t>
            </a:r>
            <a:r>
              <a:rPr lang="en-US" altLang="zh-CN" sz="1900" b="0" i="0">
                <a:solidFill>
                  <a:srgbClr val="000000"/>
                </a:solidFill>
              </a:rPr>
              <a:t>KEX </a:t>
            </a:r>
            <a:r>
              <a:rPr lang="zh-CN" altLang="en-US" sz="1900" b="0" i="0">
                <a:solidFill>
                  <a:srgbClr val="000000"/>
                </a:solidFill>
              </a:rPr>
              <a:t>提供前向安全。</a:t>
            </a:r>
          </a:p>
          <a:p>
            <a:pPr marL="0" indent="0">
              <a:lnSpc>
                <a:spcPct val="110000"/>
              </a:lnSpc>
              <a:buFont typeface="Arial" panose="020B0604020202090204"/>
              <a:buChar char="•"/>
            </a:pPr>
            <a:r>
              <a:rPr lang="zh-CN" altLang="en-US" sz="1900" b="1" i="0">
                <a:solidFill>
                  <a:srgbClr val="000000"/>
                </a:solidFill>
                <a:latin typeface="标准粗黑" panose="02000503000000000000" charset="-122"/>
                <a:ea typeface="标准粗黑" panose="02000503000000000000" charset="-122"/>
              </a:rPr>
              <a:t>密钥封装（KEM）</a:t>
            </a:r>
            <a:r>
              <a:rPr lang="zh-CN" altLang="en-US" sz="1900" b="0" i="0">
                <a:solidFill>
                  <a:srgbClr val="000000"/>
                </a:solidFill>
              </a:rPr>
              <a:t>：用于公钥将会话密钥封装（</a:t>
            </a:r>
            <a:r>
              <a:rPr lang="en-US" altLang="zh-CN" sz="1900" b="0" i="0">
                <a:solidFill>
                  <a:srgbClr val="000000"/>
                </a:solidFill>
              </a:rPr>
              <a:t>PQKEM </a:t>
            </a:r>
            <a:r>
              <a:rPr lang="zh-CN" altLang="en-US" sz="1900" b="0" i="0">
                <a:solidFill>
                  <a:srgbClr val="000000"/>
                </a:solidFill>
              </a:rPr>
              <a:t>如 </a:t>
            </a:r>
            <a:r>
              <a:rPr lang="en-US" altLang="zh-CN" sz="1900" b="0" i="0">
                <a:solidFill>
                  <a:srgbClr val="000000"/>
                </a:solidFill>
              </a:rPr>
              <a:t>Kyber</a:t>
            </a:r>
            <a:r>
              <a:rPr lang="zh-CN" altLang="en-US" sz="1900" b="0" i="0">
                <a:solidFill>
                  <a:srgbClr val="000000"/>
                </a:solidFill>
              </a:rPr>
              <a:t>）。</a:t>
            </a:r>
          </a:p>
          <a:p>
            <a:pPr marL="0" indent="0">
              <a:lnSpc>
                <a:spcPct val="110000"/>
              </a:lnSpc>
              <a:buFont typeface="Arial" panose="020B0604020202090204"/>
              <a:buChar char="•"/>
            </a:pPr>
            <a:r>
              <a:rPr lang="zh-CN" altLang="en-US" sz="1900" b="1" i="0">
                <a:solidFill>
                  <a:srgbClr val="000000"/>
                </a:solidFill>
                <a:latin typeface="标准粗黑" panose="02000503000000000000" charset="-122"/>
                <a:ea typeface="标准粗黑" panose="02000503000000000000" charset="-122"/>
              </a:rPr>
              <a:t>认证加密（AEAD）</a:t>
            </a:r>
            <a:r>
              <a:rPr lang="zh-CN" altLang="en-US" sz="1900" b="0" i="0">
                <a:solidFill>
                  <a:srgbClr val="000000"/>
                </a:solidFill>
              </a:rPr>
              <a:t>：加密并认证（完整性</a:t>
            </a:r>
            <a:r>
              <a:rPr lang="en-US" altLang="zh-CN" sz="1900" b="0" i="0">
                <a:solidFill>
                  <a:srgbClr val="000000"/>
                </a:solidFill>
              </a:rPr>
              <a:t>+</a:t>
            </a:r>
            <a:r>
              <a:rPr lang="zh-CN" altLang="en-US" sz="1900" b="0" i="0">
                <a:solidFill>
                  <a:srgbClr val="000000"/>
                </a:solidFill>
              </a:rPr>
              <a:t>防篡改），比如</a:t>
            </a:r>
            <a:r>
              <a:rPr lang="en-US" altLang="zh-CN" sz="1900" b="0" i="0">
                <a:solidFill>
                  <a:srgbClr val="000000"/>
                </a:solidFill>
              </a:rPr>
              <a:t> AES-GCM</a:t>
            </a:r>
            <a:r>
              <a:rPr lang="zh-CN" altLang="en-US" sz="1900" b="0" i="0">
                <a:solidFill>
                  <a:srgbClr val="000000"/>
                </a:solidFill>
              </a:rPr>
              <a:t>、</a:t>
            </a:r>
            <a:r>
              <a:rPr lang="en-US" altLang="zh-CN" sz="1900" b="0" i="0">
                <a:solidFill>
                  <a:srgbClr val="000000"/>
                </a:solidFill>
              </a:rPr>
              <a:t>ChaCha20-Poly1305</a:t>
            </a:r>
            <a:r>
              <a:rPr lang="zh-CN" altLang="en-US" sz="1900" b="0" i="0">
                <a:solidFill>
                  <a:srgbClr val="000000"/>
                </a:solidFill>
              </a:rPr>
              <a:t>。优先使用 </a:t>
            </a:r>
            <a:r>
              <a:rPr lang="en-US" altLang="zh-CN" sz="1900" b="0" i="0">
                <a:solidFill>
                  <a:srgbClr val="000000"/>
                </a:solidFill>
              </a:rPr>
              <a:t>AEAD</a:t>
            </a:r>
            <a:r>
              <a:rPr lang="zh-CN" altLang="en-US" sz="1900" b="0" i="0">
                <a:solidFill>
                  <a:srgbClr val="000000"/>
                </a:solidFill>
              </a:rPr>
              <a:t>。</a:t>
            </a:r>
          </a:p>
          <a:p>
            <a:pPr marL="0" indent="0">
              <a:lnSpc>
                <a:spcPct val="110000"/>
              </a:lnSpc>
              <a:buFont typeface="Arial" panose="020B0604020202090204"/>
              <a:buChar char="•"/>
            </a:pPr>
            <a:r>
              <a:rPr lang="zh-CN" altLang="en-US" sz="1900" b="1" i="0">
                <a:solidFill>
                  <a:srgbClr val="000000"/>
                </a:solidFill>
                <a:latin typeface="标准粗黑" panose="02000503000000000000" charset="-122"/>
                <a:ea typeface="标准粗黑" panose="02000503000000000000" charset="-122"/>
              </a:rPr>
              <a:t>KDF / HKDF</a:t>
            </a:r>
            <a:r>
              <a:rPr lang="zh-CN" altLang="en-US" sz="1900" b="0" i="0">
                <a:solidFill>
                  <a:srgbClr val="000000"/>
                </a:solidFill>
              </a:rPr>
              <a:t>：从共享秘密派生对称密钥（不要直接用原始共享值）。</a:t>
            </a:r>
          </a:p>
          <a:p>
            <a:pPr marL="0" indent="0">
              <a:lnSpc>
                <a:spcPct val="110000"/>
              </a:lnSpc>
              <a:buFont typeface="Arial" panose="020B0604020202090204"/>
              <a:buChar char="•"/>
            </a:pPr>
            <a:r>
              <a:rPr lang="zh-CN" altLang="en-US" sz="1900" b="1" i="0">
                <a:solidFill>
                  <a:srgbClr val="000000"/>
                </a:solidFill>
                <a:latin typeface="标准粗黑" panose="02000503000000000000" charset="-122"/>
                <a:ea typeface="标准粗黑" panose="02000503000000000000" charset="-122"/>
              </a:rPr>
              <a:t>安全定义</a:t>
            </a:r>
            <a:r>
              <a:rPr lang="zh-CN" altLang="en-US" sz="1900" b="0" i="0">
                <a:solidFill>
                  <a:srgbClr val="000000"/>
                </a:solidFill>
              </a:rPr>
              <a:t>：</a:t>
            </a:r>
            <a:r>
              <a:rPr lang="en-US" altLang="zh-CN" sz="1900" b="0" i="0">
                <a:solidFill>
                  <a:srgbClr val="000000"/>
                </a:solidFill>
              </a:rPr>
              <a:t>IND-CPA/IND-CCA</a:t>
            </a:r>
            <a:r>
              <a:rPr lang="zh-CN" altLang="en-US" sz="1900" b="0" i="0">
                <a:solidFill>
                  <a:srgbClr val="000000"/>
                </a:solidFill>
              </a:rPr>
              <a:t>（保密性），</a:t>
            </a:r>
            <a:r>
              <a:rPr lang="en-US" altLang="zh-CN" sz="1900" b="0" i="0">
                <a:solidFill>
                  <a:srgbClr val="000000"/>
                </a:solidFill>
              </a:rPr>
              <a:t>EUF-CMA</a:t>
            </a:r>
            <a:r>
              <a:rPr lang="zh-CN" altLang="en-US" sz="1900" b="0" i="0">
                <a:solidFill>
                  <a:srgbClr val="000000"/>
                </a:solidFill>
              </a:rPr>
              <a:t>（签名抗伪造）</a:t>
            </a:r>
            <a:r>
              <a:rPr lang="en-US" altLang="zh-CN" sz="1900" b="0" i="0">
                <a:solidFill>
                  <a:srgbClr val="000000"/>
                </a:solidFill>
              </a:rPr>
              <a:t>——</a:t>
            </a:r>
            <a:r>
              <a:rPr lang="zh-CN" altLang="en-US" sz="1900" b="0" i="0">
                <a:solidFill>
                  <a:srgbClr val="000000"/>
                </a:solidFill>
              </a:rPr>
              <a:t>选择算法要满足适当的定义。</a:t>
            </a:r>
          </a:p>
          <a:p>
            <a:pPr marL="0" indent="0">
              <a:lnSpc>
                <a:spcPct val="110000"/>
              </a:lnSpc>
              <a:buFont typeface="Arial" panose="020B0604020202090204"/>
              <a:buChar char="•"/>
            </a:pPr>
            <a:r>
              <a:rPr lang="zh-CN" altLang="en-US" sz="1900" b="1" i="0">
                <a:solidFill>
                  <a:srgbClr val="000000"/>
                </a:solidFill>
                <a:latin typeface="标准粗黑" panose="02000503000000000000" charset="-122"/>
                <a:ea typeface="标准粗黑" panose="02000503000000000000" charset="-122"/>
              </a:rPr>
              <a:t>攻击面</a:t>
            </a:r>
            <a:r>
              <a:rPr lang="zh-CN" altLang="en-US" sz="1900" b="0" i="0">
                <a:solidFill>
                  <a:srgbClr val="000000"/>
                </a:solidFill>
              </a:rPr>
              <a:t>：中间人（</a:t>
            </a:r>
            <a:r>
              <a:rPr lang="en-US" altLang="zh-CN" sz="1900" b="0" i="0">
                <a:solidFill>
                  <a:srgbClr val="000000"/>
                </a:solidFill>
              </a:rPr>
              <a:t>MITM</a:t>
            </a:r>
            <a:r>
              <a:rPr lang="zh-CN" altLang="en-US" sz="1900" b="0" i="0">
                <a:solidFill>
                  <a:srgbClr val="000000"/>
                </a:solidFill>
              </a:rPr>
              <a:t>）、重放、侧信道、密钥泄露、权限滥用、量子攻击。</a:t>
            </a:r>
          </a:p>
        </p:txBody>
      </p:sp>
      <p:sp>
        <p:nvSpPr>
          <p:cNvPr id="12" name="文本框 11"/>
          <p:cNvSpPr txBox="1"/>
          <p:nvPr/>
        </p:nvSpPr>
        <p:spPr>
          <a:xfrm>
            <a:off x="7580630" y="920750"/>
            <a:ext cx="4495800" cy="5771515"/>
          </a:xfrm>
          <a:prstGeom prst="rect">
            <a:avLst/>
          </a:prstGeom>
          <a:solidFill>
            <a:schemeClr val="accent2">
              <a:lumMod val="20000"/>
              <a:lumOff val="80000"/>
            </a:schemeClr>
          </a:solidFill>
        </p:spPr>
        <p:txBody>
          <a:bodyPr wrap="square">
            <a:noAutofit/>
          </a:bodyPr>
          <a:lstStyle/>
          <a:p>
            <a:pPr marL="0" indent="0">
              <a:spcAft>
                <a:spcPct val="60000"/>
              </a:spcAft>
            </a:pPr>
            <a:r>
              <a:rPr lang="zh-CN" altLang="en-US" sz="2500" b="1" i="0">
                <a:solidFill>
                  <a:srgbClr val="000000"/>
                </a:solidFill>
              </a:rPr>
              <a:t>常用与推荐的原语（工程清单）</a:t>
            </a:r>
          </a:p>
          <a:p>
            <a:pPr marL="0" indent="0">
              <a:lnSpc>
                <a:spcPct val="110000"/>
              </a:lnSpc>
              <a:buFont typeface="Arial" panose="020B0604020202090204"/>
              <a:buChar char="•"/>
            </a:pPr>
            <a:r>
              <a:rPr lang="zh-CN" altLang="en-US" b="1" i="0">
                <a:solidFill>
                  <a:srgbClr val="C00000"/>
                </a:solidFill>
              </a:rPr>
              <a:t>密钥交换</a:t>
            </a:r>
            <a:r>
              <a:rPr lang="zh-CN" altLang="en-US" b="0" i="0">
                <a:solidFill>
                  <a:srgbClr val="000000"/>
                </a:solidFill>
              </a:rPr>
              <a:t>：</a:t>
            </a:r>
            <a:r>
              <a:rPr lang="en-US" altLang="zh-CN" b="0" i="0">
                <a:solidFill>
                  <a:srgbClr val="000000"/>
                </a:solidFill>
              </a:rPr>
              <a:t>ECDHE</a:t>
            </a:r>
            <a:r>
              <a:rPr lang="zh-CN" altLang="en-US" b="0" i="0">
                <a:solidFill>
                  <a:srgbClr val="000000"/>
                </a:solidFill>
              </a:rPr>
              <a:t>（</a:t>
            </a:r>
            <a:r>
              <a:rPr lang="en-US" altLang="zh-CN" b="0" i="0">
                <a:solidFill>
                  <a:srgbClr val="000000"/>
                </a:solidFill>
              </a:rPr>
              <a:t>Curve25519 / P-256</a:t>
            </a:r>
            <a:r>
              <a:rPr lang="zh-CN" altLang="en-US" b="0" i="0">
                <a:solidFill>
                  <a:srgbClr val="000000"/>
                </a:solidFill>
              </a:rPr>
              <a:t>）；</a:t>
            </a:r>
            <a:r>
              <a:rPr lang="en-US" altLang="zh-CN" b="0" i="0">
                <a:solidFill>
                  <a:srgbClr val="000000"/>
                </a:solidFill>
              </a:rPr>
              <a:t>TLS1.3 </a:t>
            </a:r>
            <a:r>
              <a:rPr lang="zh-CN" altLang="en-US" b="0" i="0">
                <a:solidFill>
                  <a:srgbClr val="000000"/>
                </a:solidFill>
              </a:rPr>
              <a:t>默认 </a:t>
            </a:r>
            <a:r>
              <a:rPr lang="en-US" altLang="zh-CN" b="0" i="0">
                <a:solidFill>
                  <a:srgbClr val="000000"/>
                </a:solidFill>
              </a:rPr>
              <a:t>ECDHE</a:t>
            </a:r>
            <a:r>
              <a:rPr lang="zh-CN" altLang="en-US" b="0" i="0">
                <a:solidFill>
                  <a:srgbClr val="000000"/>
                </a:solidFill>
              </a:rPr>
              <a:t>。</a:t>
            </a:r>
          </a:p>
          <a:p>
            <a:pPr marL="0" indent="0">
              <a:lnSpc>
                <a:spcPct val="110000"/>
              </a:lnSpc>
              <a:buFont typeface="Arial" panose="020B0604020202090204"/>
              <a:buChar char="•"/>
            </a:pPr>
            <a:r>
              <a:rPr lang="zh-CN" altLang="en-US" b="0" i="0">
                <a:solidFill>
                  <a:srgbClr val="C00000"/>
                </a:solidFill>
              </a:rPr>
              <a:t>对称加密</a:t>
            </a:r>
            <a:r>
              <a:rPr lang="en-US" altLang="zh-CN" b="0" i="0">
                <a:solidFill>
                  <a:srgbClr val="000000"/>
                </a:solidFill>
              </a:rPr>
              <a:t>/AEAD</a:t>
            </a:r>
            <a:r>
              <a:rPr lang="zh-CN" altLang="en-US" b="0" i="0">
                <a:solidFill>
                  <a:srgbClr val="000000"/>
                </a:solidFill>
              </a:rPr>
              <a:t>：</a:t>
            </a:r>
            <a:r>
              <a:rPr lang="en-US" altLang="zh-CN" b="0" i="0">
                <a:solidFill>
                  <a:srgbClr val="000000"/>
                </a:solidFill>
              </a:rPr>
              <a:t>AES-GCM</a:t>
            </a:r>
            <a:r>
              <a:rPr lang="zh-CN" altLang="en-US" b="0" i="0">
                <a:solidFill>
                  <a:srgbClr val="000000"/>
                </a:solidFill>
              </a:rPr>
              <a:t>（硬件</a:t>
            </a:r>
            <a:r>
              <a:rPr lang="en-US" altLang="zh-CN" b="0" i="0">
                <a:solidFill>
                  <a:srgbClr val="000000"/>
                </a:solidFill>
              </a:rPr>
              <a:t>AES-NI</a:t>
            </a:r>
            <a:r>
              <a:rPr lang="zh-CN" altLang="en-US" b="0" i="0">
                <a:solidFill>
                  <a:srgbClr val="000000"/>
                </a:solidFill>
              </a:rPr>
              <a:t>），</a:t>
            </a:r>
            <a:r>
              <a:rPr lang="en-US" altLang="zh-CN" b="0" i="0">
                <a:solidFill>
                  <a:srgbClr val="000000"/>
                </a:solidFill>
              </a:rPr>
              <a:t>ChaCha20-Poly1305</a:t>
            </a:r>
            <a:r>
              <a:rPr lang="zh-CN" altLang="en-US" b="0" i="0">
                <a:solidFill>
                  <a:srgbClr val="000000"/>
                </a:solidFill>
              </a:rPr>
              <a:t>（移动设备优选）。</a:t>
            </a:r>
          </a:p>
          <a:p>
            <a:pPr marL="0" indent="0">
              <a:lnSpc>
                <a:spcPct val="110000"/>
              </a:lnSpc>
              <a:buFont typeface="Arial" panose="020B0604020202090204"/>
              <a:buChar char="•"/>
            </a:pPr>
            <a:r>
              <a:rPr lang="zh-CN" altLang="en-US" b="0" i="0">
                <a:solidFill>
                  <a:srgbClr val="C00000"/>
                </a:solidFill>
              </a:rPr>
              <a:t>签名</a:t>
            </a:r>
            <a:r>
              <a:rPr lang="zh-CN" altLang="en-US" b="0" i="0">
                <a:solidFill>
                  <a:srgbClr val="000000"/>
                </a:solidFill>
              </a:rPr>
              <a:t>：</a:t>
            </a:r>
            <a:r>
              <a:rPr lang="en-US" altLang="zh-CN" b="0" i="0">
                <a:solidFill>
                  <a:srgbClr val="000000"/>
                </a:solidFill>
              </a:rPr>
              <a:t>Ed25519</a:t>
            </a:r>
            <a:r>
              <a:rPr lang="zh-CN" altLang="en-US" b="0" i="0">
                <a:solidFill>
                  <a:srgbClr val="000000"/>
                </a:solidFill>
              </a:rPr>
              <a:t>（高性能、固定时长）、</a:t>
            </a:r>
            <a:r>
              <a:rPr lang="en-US" altLang="zh-CN" b="0" i="0">
                <a:solidFill>
                  <a:srgbClr val="000000"/>
                </a:solidFill>
              </a:rPr>
              <a:t>ECDSA</a:t>
            </a:r>
            <a:r>
              <a:rPr lang="zh-CN" altLang="en-US" b="0" i="0">
                <a:solidFill>
                  <a:srgbClr val="000000"/>
                </a:solidFill>
              </a:rPr>
              <a:t>（兼容旧体系）；证书请用 </a:t>
            </a:r>
            <a:r>
              <a:rPr lang="en-US" altLang="zh-CN" b="0" i="0">
                <a:solidFill>
                  <a:srgbClr val="000000"/>
                </a:solidFill>
              </a:rPr>
              <a:t>RSA-PSS </a:t>
            </a:r>
            <a:r>
              <a:rPr lang="zh-CN" altLang="en-US" b="0" i="0">
                <a:solidFill>
                  <a:srgbClr val="000000"/>
                </a:solidFill>
              </a:rPr>
              <a:t>或 </a:t>
            </a:r>
            <a:r>
              <a:rPr lang="en-US" altLang="zh-CN" b="0" i="0">
                <a:solidFill>
                  <a:srgbClr val="000000"/>
                </a:solidFill>
              </a:rPr>
              <a:t>ECDSA</a:t>
            </a:r>
            <a:r>
              <a:rPr lang="zh-CN" altLang="en-US" b="0" i="0">
                <a:solidFill>
                  <a:srgbClr val="000000"/>
                </a:solidFill>
              </a:rPr>
              <a:t>。</a:t>
            </a:r>
          </a:p>
          <a:p>
            <a:pPr marL="0" indent="0">
              <a:lnSpc>
                <a:spcPct val="110000"/>
              </a:lnSpc>
              <a:buFont typeface="Arial" panose="020B0604020202090204"/>
              <a:buChar char="•"/>
            </a:pPr>
            <a:r>
              <a:rPr lang="zh-CN" altLang="en-US" b="0" i="0">
                <a:solidFill>
                  <a:srgbClr val="C00000"/>
                </a:solidFill>
              </a:rPr>
              <a:t>密码哈希</a:t>
            </a:r>
            <a:r>
              <a:rPr lang="zh-CN" altLang="en-US" b="0" i="0">
                <a:solidFill>
                  <a:srgbClr val="000000"/>
                </a:solidFill>
              </a:rPr>
              <a:t> </a:t>
            </a:r>
            <a:r>
              <a:rPr lang="en-US" altLang="zh-CN" b="0" i="0">
                <a:solidFill>
                  <a:srgbClr val="000000"/>
                </a:solidFill>
              </a:rPr>
              <a:t>/ KDF</a:t>
            </a:r>
            <a:r>
              <a:rPr lang="zh-CN" altLang="en-US" b="0" i="0">
                <a:solidFill>
                  <a:srgbClr val="000000"/>
                </a:solidFill>
              </a:rPr>
              <a:t>：</a:t>
            </a:r>
            <a:r>
              <a:rPr lang="en-US" altLang="zh-CN" b="0" i="0">
                <a:solidFill>
                  <a:srgbClr val="000000"/>
                </a:solidFill>
              </a:rPr>
              <a:t>HKDF (RFC5869)</a:t>
            </a:r>
            <a:r>
              <a:rPr lang="zh-CN" altLang="en-US" b="0" i="0">
                <a:solidFill>
                  <a:srgbClr val="000000"/>
                </a:solidFill>
              </a:rPr>
              <a:t>；密码存储用 </a:t>
            </a:r>
            <a:r>
              <a:rPr lang="en-US" altLang="zh-CN" b="0" i="0">
                <a:solidFill>
                  <a:srgbClr val="000000"/>
                </a:solidFill>
              </a:rPr>
              <a:t>Argon2id / bcrypt / scrypt</a:t>
            </a:r>
            <a:r>
              <a:rPr lang="zh-CN" altLang="en-US" b="0" i="0">
                <a:solidFill>
                  <a:srgbClr val="000000"/>
                </a:solidFill>
              </a:rPr>
              <a:t>。</a:t>
            </a:r>
          </a:p>
          <a:p>
            <a:pPr marL="0" indent="0">
              <a:lnSpc>
                <a:spcPct val="110000"/>
              </a:lnSpc>
              <a:buFont typeface="Arial" panose="020B0604020202090204"/>
              <a:buChar char="•"/>
            </a:pPr>
            <a:r>
              <a:rPr lang="zh-CN" altLang="en-US" b="0" i="0">
                <a:solidFill>
                  <a:srgbClr val="C00000"/>
                </a:solidFill>
              </a:rPr>
              <a:t>随机性</a:t>
            </a:r>
            <a:r>
              <a:rPr lang="zh-CN" altLang="en-US" b="0" i="0">
                <a:solidFill>
                  <a:srgbClr val="000000"/>
                </a:solidFill>
              </a:rPr>
              <a:t>（</a:t>
            </a:r>
            <a:r>
              <a:rPr lang="en-US" altLang="zh-CN" b="0" i="0">
                <a:solidFill>
                  <a:srgbClr val="000000"/>
                </a:solidFill>
              </a:rPr>
              <a:t>RNG</a:t>
            </a:r>
            <a:r>
              <a:rPr lang="zh-CN" altLang="en-US" b="0" i="0">
                <a:solidFill>
                  <a:srgbClr val="000000"/>
                </a:solidFill>
              </a:rPr>
              <a:t>）：系统</a:t>
            </a:r>
            <a:r>
              <a:rPr lang="en-US" altLang="zh-CN" b="0" i="0">
                <a:solidFill>
                  <a:srgbClr val="000000"/>
                </a:solidFill>
              </a:rPr>
              <a:t>CSPRNG</a:t>
            </a:r>
            <a:r>
              <a:rPr lang="zh-CN" altLang="en-US" b="0" i="0">
                <a:solidFill>
                  <a:srgbClr val="000000"/>
                </a:solidFill>
              </a:rPr>
              <a:t>（</a:t>
            </a:r>
            <a:r>
              <a:rPr lang="en-US" altLang="zh-CN" b="0" i="0">
                <a:solidFill>
                  <a:srgbClr val="000000"/>
                </a:solidFill>
              </a:rPr>
              <a:t>Linux: getrandom / /dev/urandom</a:t>
            </a:r>
            <a:r>
              <a:rPr lang="zh-CN" altLang="en-US" b="0" i="0">
                <a:solidFill>
                  <a:srgbClr val="000000"/>
                </a:solidFill>
              </a:rPr>
              <a:t>），硬件</a:t>
            </a:r>
            <a:r>
              <a:rPr lang="en-US" altLang="zh-CN" b="0" i="0">
                <a:solidFill>
                  <a:srgbClr val="000000"/>
                </a:solidFill>
              </a:rPr>
              <a:t>RNG</a:t>
            </a:r>
            <a:r>
              <a:rPr lang="zh-CN" altLang="en-US" b="0" i="0">
                <a:solidFill>
                  <a:srgbClr val="000000"/>
                </a:solidFill>
              </a:rPr>
              <a:t>做熵源。</a:t>
            </a:r>
          </a:p>
          <a:p>
            <a:pPr marL="0" indent="0">
              <a:lnSpc>
                <a:spcPct val="110000"/>
              </a:lnSpc>
              <a:buFont typeface="Arial" panose="020B0604020202090204"/>
              <a:buChar char="•"/>
            </a:pPr>
            <a:r>
              <a:rPr lang="zh-CN" altLang="en-US" b="0" i="0">
                <a:solidFill>
                  <a:srgbClr val="C00000"/>
                </a:solidFill>
              </a:rPr>
              <a:t>后量子</a:t>
            </a:r>
            <a:r>
              <a:rPr lang="zh-CN" altLang="en-US" b="0" i="0">
                <a:solidFill>
                  <a:srgbClr val="000000"/>
                </a:solidFill>
              </a:rPr>
              <a:t>（</a:t>
            </a:r>
            <a:r>
              <a:rPr lang="en-US" altLang="zh-CN" b="0" i="0">
                <a:solidFill>
                  <a:srgbClr val="000000"/>
                </a:solidFill>
              </a:rPr>
              <a:t>PQC</a:t>
            </a:r>
            <a:r>
              <a:rPr lang="zh-CN" altLang="en-US" b="0" i="0">
                <a:solidFill>
                  <a:srgbClr val="000000"/>
                </a:solidFill>
              </a:rPr>
              <a:t>）：关注 </a:t>
            </a:r>
            <a:r>
              <a:rPr lang="en-US" altLang="zh-CN" b="0" i="0">
                <a:solidFill>
                  <a:srgbClr val="000000"/>
                </a:solidFill>
              </a:rPr>
              <a:t>NIST </a:t>
            </a:r>
            <a:r>
              <a:rPr lang="zh-CN" altLang="en-US" b="0" i="0">
                <a:solidFill>
                  <a:srgbClr val="000000"/>
                </a:solidFill>
              </a:rPr>
              <a:t>标准化结果（</a:t>
            </a:r>
            <a:r>
              <a:rPr lang="en-US" altLang="zh-CN" b="0" i="0">
                <a:solidFill>
                  <a:srgbClr val="000000"/>
                </a:solidFill>
              </a:rPr>
              <a:t>Kyber </a:t>
            </a:r>
            <a:r>
              <a:rPr lang="zh-CN" altLang="en-US" b="0" i="0">
                <a:solidFill>
                  <a:srgbClr val="000000"/>
                </a:solidFill>
              </a:rPr>
              <a:t>用于 </a:t>
            </a:r>
            <a:r>
              <a:rPr lang="en-US" altLang="zh-CN" b="0" i="0">
                <a:solidFill>
                  <a:srgbClr val="000000"/>
                </a:solidFill>
              </a:rPr>
              <a:t>KEM</a:t>
            </a:r>
            <a:r>
              <a:rPr lang="zh-CN" altLang="en-US" b="0" i="0">
                <a:solidFill>
                  <a:srgbClr val="000000"/>
                </a:solidFill>
              </a:rPr>
              <a:t>，</a:t>
            </a:r>
            <a:r>
              <a:rPr lang="en-US" altLang="zh-CN" b="0" i="0">
                <a:solidFill>
                  <a:srgbClr val="000000"/>
                </a:solidFill>
              </a:rPr>
              <a:t>Dilithium/SPHINCS+ </a:t>
            </a:r>
            <a:r>
              <a:rPr lang="zh-CN" altLang="en-US" b="0" i="0">
                <a:solidFill>
                  <a:srgbClr val="000000"/>
                </a:solidFill>
              </a:rPr>
              <a:t>用于签名等）。</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a:t>计算机安全</a:t>
            </a:r>
            <a:r>
              <a:rPr lang="zh-CN" altLang="en-US">
                <a:solidFill>
                  <a:srgbClr val="000000"/>
                </a:solidFill>
                <a:sym typeface="+mn-ea"/>
              </a:rPr>
              <a:t>现代协议模式</a:t>
            </a:r>
            <a:endParaRPr lang="zh-CN" altLang="en-US" b="1" i="0">
              <a:solidFill>
                <a:srgbClr val="000000"/>
              </a:solidFill>
              <a:sym typeface="+mn-ea"/>
            </a:endParaRPr>
          </a:p>
        </p:txBody>
      </p:sp>
      <p:sp>
        <p:nvSpPr>
          <p:cNvPr id="4" name="文本占位符 3"/>
          <p:cNvSpPr>
            <a:spLocks noGrp="1"/>
          </p:cNvSpPr>
          <p:nvPr>
            <p:ph type="body" sz="quarter" idx="15"/>
          </p:nvPr>
        </p:nvSpPr>
        <p:spPr/>
        <p:txBody>
          <a:bodyPr/>
          <a:lstStyle/>
          <a:p>
            <a:r>
              <a:rPr lang="en-US" altLang="zh-CN" dirty="0"/>
              <a:t>37</a:t>
            </a:r>
            <a:endParaRPr lang="zh-CN" altLang="en-US" dirty="0"/>
          </a:p>
        </p:txBody>
      </p:sp>
      <p:sp>
        <p:nvSpPr>
          <p:cNvPr id="11" name="文本框 10"/>
          <p:cNvSpPr txBox="1"/>
          <p:nvPr/>
        </p:nvSpPr>
        <p:spPr>
          <a:xfrm>
            <a:off x="838835" y="956310"/>
            <a:ext cx="10780395" cy="5117465"/>
          </a:xfrm>
          <a:prstGeom prst="rect">
            <a:avLst/>
          </a:prstGeom>
        </p:spPr>
        <p:txBody>
          <a:bodyPr wrap="square">
            <a:spAutoFit/>
          </a:bodyPr>
          <a:lstStyle/>
          <a:p>
            <a:pPr marL="0" indent="0">
              <a:lnSpc>
                <a:spcPct val="130000"/>
              </a:lnSpc>
              <a:spcAft>
                <a:spcPct val="60000"/>
              </a:spcAft>
            </a:pPr>
            <a:r>
              <a:rPr lang="zh-CN" altLang="en-US" sz="2000" b="1" i="0">
                <a:solidFill>
                  <a:srgbClr val="000000"/>
                </a:solidFill>
              </a:rPr>
              <a:t>（混合</a:t>
            </a:r>
            <a:r>
              <a:rPr lang="en-US" altLang="zh-CN" sz="2000" b="1" i="0">
                <a:solidFill>
                  <a:srgbClr val="000000"/>
                </a:solidFill>
              </a:rPr>
              <a:t>/</a:t>
            </a:r>
            <a:r>
              <a:rPr lang="zh-CN" altLang="en-US" sz="2000" b="1" i="0">
                <a:solidFill>
                  <a:srgbClr val="000000"/>
                </a:solidFill>
              </a:rPr>
              <a:t>复合模式）</a:t>
            </a:r>
          </a:p>
          <a:p>
            <a:pPr marL="0" indent="0">
              <a:lnSpc>
                <a:spcPct val="130000"/>
              </a:lnSpc>
              <a:buAutoNum type="arabicPeriod"/>
            </a:pPr>
            <a:r>
              <a:rPr lang="zh-CN" altLang="en-US" sz="2000" b="0" i="0">
                <a:solidFill>
                  <a:srgbClr val="000000"/>
                </a:solidFill>
              </a:rPr>
              <a:t>混合加密（</a:t>
            </a:r>
            <a:r>
              <a:rPr lang="en-US" altLang="zh-CN" sz="2000" b="0" i="0">
                <a:solidFill>
                  <a:srgbClr val="000000"/>
                </a:solidFill>
              </a:rPr>
              <a:t>Hybrid</a:t>
            </a:r>
            <a:r>
              <a:rPr lang="zh-CN" altLang="en-US" sz="2000" b="0" i="0">
                <a:solidFill>
                  <a:srgbClr val="000000"/>
                </a:solidFill>
              </a:rPr>
              <a:t>）</a:t>
            </a:r>
          </a:p>
          <a:p>
            <a:pPr lvl="2" indent="0">
              <a:lnSpc>
                <a:spcPct val="130000"/>
              </a:lnSpc>
              <a:buFont typeface="Arial" panose="020B0604020202090204"/>
              <a:buChar char="◦"/>
            </a:pPr>
            <a:r>
              <a:rPr lang="zh-CN" altLang="en-US" sz="2000" b="0" i="0">
                <a:solidFill>
                  <a:srgbClr val="000000"/>
                </a:solidFill>
              </a:rPr>
              <a:t>公钥用于安全分发对称会话密钥（或 </a:t>
            </a:r>
            <a:r>
              <a:rPr lang="en-US" altLang="zh-CN" sz="2000" b="0" i="0">
                <a:solidFill>
                  <a:srgbClr val="000000"/>
                </a:solidFill>
              </a:rPr>
              <a:t>KEM</a:t>
            </a:r>
            <a:r>
              <a:rPr lang="zh-CN" altLang="en-US" sz="2000" b="0" i="0">
                <a:solidFill>
                  <a:srgbClr val="000000"/>
                </a:solidFill>
              </a:rPr>
              <a:t>）；对称密钥用于实际数据。</a:t>
            </a:r>
          </a:p>
          <a:p>
            <a:pPr lvl="2" indent="0">
              <a:lnSpc>
                <a:spcPct val="130000"/>
              </a:lnSpc>
              <a:buFont typeface="Arial" panose="020B0604020202090204"/>
              <a:buChar char="◦"/>
            </a:pPr>
            <a:r>
              <a:rPr lang="en-US" altLang="zh-CN" sz="2000" b="0" i="0">
                <a:solidFill>
                  <a:srgbClr val="000000"/>
                </a:solidFill>
              </a:rPr>
              <a:t>TLS / HTTPS</a:t>
            </a:r>
            <a:r>
              <a:rPr lang="zh-CN" altLang="en-US" sz="2000" b="0" i="0">
                <a:solidFill>
                  <a:srgbClr val="000000"/>
                </a:solidFill>
              </a:rPr>
              <a:t>、</a:t>
            </a:r>
            <a:r>
              <a:rPr lang="en-US" altLang="zh-CN" sz="2000" b="0" i="0">
                <a:solidFill>
                  <a:srgbClr val="000000"/>
                </a:solidFill>
              </a:rPr>
              <a:t>SSH</a:t>
            </a:r>
            <a:r>
              <a:rPr lang="zh-CN" altLang="en-US" sz="2000" b="0" i="0">
                <a:solidFill>
                  <a:srgbClr val="000000"/>
                </a:solidFill>
              </a:rPr>
              <a:t>、</a:t>
            </a:r>
            <a:r>
              <a:rPr lang="en-US" altLang="zh-CN" sz="2000" b="0" i="0">
                <a:solidFill>
                  <a:srgbClr val="000000"/>
                </a:solidFill>
              </a:rPr>
              <a:t>PGP </a:t>
            </a:r>
            <a:r>
              <a:rPr lang="zh-CN" altLang="en-US" sz="2000" b="0" i="0">
                <a:solidFill>
                  <a:srgbClr val="000000"/>
                </a:solidFill>
              </a:rPr>
              <a:t>都采用混合模式。</a:t>
            </a:r>
          </a:p>
          <a:p>
            <a:pPr marL="0" indent="0">
              <a:lnSpc>
                <a:spcPct val="130000"/>
              </a:lnSpc>
              <a:buAutoNum type="arabicPeriod"/>
            </a:pPr>
            <a:r>
              <a:rPr lang="zh-CN" altLang="en-US" sz="2000" b="0" i="0">
                <a:solidFill>
                  <a:srgbClr val="000000"/>
                </a:solidFill>
              </a:rPr>
              <a:t>前向安全（</a:t>
            </a:r>
            <a:r>
              <a:rPr lang="en-US" altLang="zh-CN" sz="2000" b="0" i="0">
                <a:solidFill>
                  <a:srgbClr val="000000"/>
                </a:solidFill>
              </a:rPr>
              <a:t>Forward Secrecy</a:t>
            </a:r>
            <a:r>
              <a:rPr lang="zh-CN" altLang="en-US" sz="2000" b="0" i="0">
                <a:solidFill>
                  <a:srgbClr val="000000"/>
                </a:solidFill>
              </a:rPr>
              <a:t>）</a:t>
            </a:r>
          </a:p>
          <a:p>
            <a:pPr lvl="2" indent="0">
              <a:lnSpc>
                <a:spcPct val="130000"/>
              </a:lnSpc>
              <a:buFont typeface="Arial" panose="020B0604020202090204"/>
              <a:buChar char="◦"/>
            </a:pPr>
            <a:r>
              <a:rPr lang="zh-CN" altLang="en-US" sz="2000" b="0" i="0">
                <a:solidFill>
                  <a:srgbClr val="000000"/>
                </a:solidFill>
              </a:rPr>
              <a:t>永远使用临时密钥（</a:t>
            </a:r>
            <a:r>
              <a:rPr lang="en-US" altLang="zh-CN" sz="2000" b="0" i="0">
                <a:solidFill>
                  <a:srgbClr val="000000"/>
                </a:solidFill>
              </a:rPr>
              <a:t>ephemeral ECDHE</a:t>
            </a:r>
            <a:r>
              <a:rPr lang="zh-CN" altLang="en-US" sz="2000" b="0" i="0">
                <a:solidFill>
                  <a:srgbClr val="000000"/>
                </a:solidFill>
              </a:rPr>
              <a:t>）做会话协商；长期私钥只用于签名验证而不是直接加密会话密钥。</a:t>
            </a:r>
          </a:p>
          <a:p>
            <a:pPr lvl="2" indent="0">
              <a:lnSpc>
                <a:spcPct val="130000"/>
              </a:lnSpc>
              <a:buFont typeface="Arial" panose="020B0604020202090204"/>
              <a:buChar char="◦"/>
            </a:pPr>
            <a:r>
              <a:rPr lang="zh-CN" altLang="en-US" sz="2000" b="0" i="0">
                <a:solidFill>
                  <a:srgbClr val="000000"/>
                </a:solidFill>
              </a:rPr>
              <a:t>若长期私钥泄漏，历史会话仍保密（前向安全）。</a:t>
            </a:r>
          </a:p>
          <a:p>
            <a:pPr marL="0" indent="0">
              <a:lnSpc>
                <a:spcPct val="130000"/>
              </a:lnSpc>
              <a:buAutoNum type="arabicPeriod"/>
            </a:pPr>
            <a:r>
              <a:rPr lang="zh-CN" altLang="en-US" sz="2000" b="0" i="0">
                <a:solidFill>
                  <a:srgbClr val="000000"/>
                </a:solidFill>
              </a:rPr>
              <a:t>认证加密与绑定上下文</a:t>
            </a:r>
          </a:p>
          <a:p>
            <a:pPr lvl="2" indent="0">
              <a:lnSpc>
                <a:spcPct val="130000"/>
              </a:lnSpc>
              <a:buFont typeface="Arial" panose="020B0604020202090204"/>
              <a:buChar char="◦"/>
            </a:pPr>
            <a:r>
              <a:rPr lang="en-US" altLang="zh-CN" sz="2000" b="0" i="0">
                <a:solidFill>
                  <a:srgbClr val="000000"/>
                </a:solidFill>
              </a:rPr>
              <a:t>AEAD + </a:t>
            </a:r>
            <a:r>
              <a:rPr lang="zh-CN" altLang="en-US" sz="2000" b="0" i="0">
                <a:solidFill>
                  <a:srgbClr val="000000"/>
                </a:solidFill>
              </a:rPr>
              <a:t>包序号 </a:t>
            </a:r>
            <a:r>
              <a:rPr lang="en-US" altLang="zh-CN" sz="2000" b="0" i="0">
                <a:solidFill>
                  <a:srgbClr val="000000"/>
                </a:solidFill>
              </a:rPr>
              <a:t>+ associated data</a:t>
            </a:r>
            <a:r>
              <a:rPr lang="zh-CN" altLang="en-US" sz="2000" b="0" i="0">
                <a:solidFill>
                  <a:srgbClr val="000000"/>
                </a:solidFill>
              </a:rPr>
              <a:t>（协议上下文、</a:t>
            </a:r>
            <a:r>
              <a:rPr lang="en-US" altLang="zh-CN" sz="2000" b="0" i="0">
                <a:solidFill>
                  <a:srgbClr val="000000"/>
                </a:solidFill>
              </a:rPr>
              <a:t>version</a:t>
            </a:r>
            <a:r>
              <a:rPr lang="zh-CN" altLang="en-US" sz="2000" b="0" i="0">
                <a:solidFill>
                  <a:srgbClr val="000000"/>
                </a:solidFill>
              </a:rPr>
              <a:t>、</a:t>
            </a:r>
            <a:r>
              <a:rPr lang="en-US" altLang="zh-CN" sz="2000" b="0" i="0">
                <a:solidFill>
                  <a:srgbClr val="000000"/>
                </a:solidFill>
              </a:rPr>
              <a:t>peer id</a:t>
            </a:r>
            <a:r>
              <a:rPr lang="zh-CN" altLang="en-US" sz="2000" b="0" i="0">
                <a:solidFill>
                  <a:srgbClr val="000000"/>
                </a:solidFill>
              </a:rPr>
              <a:t>）防止重放</a:t>
            </a:r>
            <a:r>
              <a:rPr lang="en-US" altLang="zh-CN" sz="2000" b="0" i="0">
                <a:solidFill>
                  <a:srgbClr val="000000"/>
                </a:solidFill>
              </a:rPr>
              <a:t>/</a:t>
            </a:r>
            <a:r>
              <a:rPr lang="zh-CN" altLang="en-US" sz="2000" b="0" i="0">
                <a:solidFill>
                  <a:srgbClr val="000000"/>
                </a:solidFill>
              </a:rPr>
              <a:t>重用。</a:t>
            </a:r>
          </a:p>
          <a:p>
            <a:pPr marL="0" indent="0">
              <a:lnSpc>
                <a:spcPct val="130000"/>
              </a:lnSpc>
              <a:buAutoNum type="arabicPeriod"/>
            </a:pPr>
            <a:r>
              <a:rPr lang="zh-CN" altLang="en-US" sz="2000" b="0" i="0">
                <a:solidFill>
                  <a:srgbClr val="000000"/>
                </a:solidFill>
              </a:rPr>
              <a:t>多因素 </a:t>
            </a:r>
            <a:r>
              <a:rPr lang="en-US" altLang="zh-CN" sz="2000" b="0" i="0">
                <a:solidFill>
                  <a:srgbClr val="000000"/>
                </a:solidFill>
              </a:rPr>
              <a:t>/ </a:t>
            </a:r>
            <a:r>
              <a:rPr lang="zh-CN" altLang="en-US" sz="2000" b="0" i="0">
                <a:solidFill>
                  <a:srgbClr val="000000"/>
                </a:solidFill>
              </a:rPr>
              <a:t>硬件绑定</a:t>
            </a:r>
          </a:p>
          <a:p>
            <a:pPr lvl="2" indent="0">
              <a:lnSpc>
                <a:spcPct val="130000"/>
              </a:lnSpc>
              <a:buFont typeface="Arial" panose="020B0604020202090204"/>
              <a:buChar char="◦"/>
            </a:pPr>
            <a:r>
              <a:rPr lang="zh-CN" altLang="en-US" sz="2000" b="0" i="0">
                <a:solidFill>
                  <a:srgbClr val="000000"/>
                </a:solidFill>
              </a:rPr>
              <a:t>用 </a:t>
            </a:r>
            <a:r>
              <a:rPr lang="en-US" altLang="zh-CN" sz="2000" b="0" i="0">
                <a:solidFill>
                  <a:srgbClr val="000000"/>
                </a:solidFill>
              </a:rPr>
              <a:t>TPM / Secure Enclave / HSM </a:t>
            </a:r>
            <a:r>
              <a:rPr lang="zh-CN" altLang="en-US" sz="2000" b="0" i="0">
                <a:solidFill>
                  <a:srgbClr val="000000"/>
                </a:solidFill>
              </a:rPr>
              <a:t>存私钥或做签名；结合 </a:t>
            </a:r>
            <a:r>
              <a:rPr lang="en-US" altLang="zh-CN" sz="2000" b="0" i="0">
                <a:solidFill>
                  <a:srgbClr val="000000"/>
                </a:solidFill>
              </a:rPr>
              <a:t>FIDO/WebAuthn </a:t>
            </a:r>
            <a:r>
              <a:rPr lang="zh-CN" altLang="en-US" sz="2000" b="0" i="0">
                <a:solidFill>
                  <a:srgbClr val="000000"/>
                </a:solidFill>
              </a:rPr>
              <a:t>做用户认证。</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YjU2OTU1ZWZmZDExNGRkNzljZGQyODcxMWIwNGNhNTQifQ=="/>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diagram"/>
  <p:tag name="KSO_WM_TEMPLATE_INDEX" val="20217050"/>
  <p:tag name="KSO_WM_SLIDE_LAYOUT_INFO" val="{&quot;direction&quot;:1,&quot;id&quot;:&quot;2021-04-01T16:15:46&quot;,&quot;maxSize&quot;:{&quot;size1&quot;:62.84029677708944},&quot;minSize&quot;:{&quot;size1&quot;:42.940296777089436},&quot;normalSize&quot;:{&quot;size1&quot;:57.05904677708945},&quot;subLayout&quot;:[{&quot;id&quot;:&quot;2021-04-01T16:15:46&quot;,&quot;maxSize&quot;:{&quot;size1&quot;:56.49868810441759},&quot;minSize&quot;:{&quot;size1&quot;:20.898688104417587},&quot;normalSize&quot;:{&quot;size1&quot;:33.46535477108426},&quot;subLayout&quot;:[{&quot;id&quot;:&quot;2021-04-01T16:15:46&quot;,&quot;margin&quot;:{&quot;bottom&quot;:0.02600000612437725,&quot;left&quot;:2.5399999618530273,&quot;right&quot;:1.6670000553131104,&quot;top&quot;:1.6929999589920044},&quot;type&quot;:0},{&quot;id&quot;:&quot;2021-04-01T16:15:46&quot;,&quot;margin&quot;:{&quot;bottom&quot;:1.6929999589920044,&quot;left&quot;:2.5399999618530273,&quot;right&quot;:1.6670000553131104,&quot;top&quot;:0.8199999928474426},&quot;type&quot;:0}],&quot;type&quot;:0},{&quot;id&quot;:&quot;2021-04-01T16:15:46&quot;,&quot;margin&quot;:{&quot;bottom&quot;:1.6929999589920044,&quot;left&quot;:0.02600000612437725,&quot;right&quot;:1.6929999589920044,&quot;top&quot;:1.6929999589920044},&quot;type&quot;:0}],&quot;type&quot;:0}"/>
  <p:tag name="KSO_WM_SLIDE_ID" val="diagram20217050_1"/>
  <p:tag name="KSO_WM_TEMPLATE_SUBCATEGORY" val="21"/>
  <p:tag name="KSO_WM_TEMPLATE_MASTER_TYPE" val="0"/>
  <p:tag name="KSO_WM_TEMPLATE_COLOR_TYPE" val="1"/>
  <p:tag name="KSO_WM_SLIDE_ITEM_CNT" val="0"/>
  <p:tag name="KSO_WM_SLIDE_INDEX" val="1"/>
  <p:tag name="KSO_WM_TAG_VERSION" val="1.0"/>
  <p:tag name="KSO_WM_SLIDE_LAYOUT" val="a_d_f"/>
  <p:tag name="KSO_WM_SLIDE_LAYOUT_CNT" val="1_1_1"/>
  <p:tag name="KSO_WM_CHIP_INFOS" val="{&quot;type&quot;:0,&quot;layout_type&quot;:&quot;leftright&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CHIP_XID" val="5facfe54998712faa657a885"/>
  <p:tag name="KSO_WM_CHIP_FILLPROP" val="[[{&quot;text_align&quot;:&quot;cm&quot;,&quot;text_direction&quot;:&quot;horizontal&quot;,&quot;support_features&quot;:[&quot;creativepic&quot;],&quot;support_big_font&quot;:false,&quot;picture_toward&quot;:1,&quot;picture_dockside&quot;:[],&quot;fill_id&quot;:&quot;ea24516ef22941bda3c0fadbdb233f5f&quot;,&quot;fill_align&quot;:&quot;cm&quot;,&quot;chip_types&quot;:[&quot;picture&quot;]},{&quot;text_align&quot;:&quot;lb&quot;,&quot;text_direction&quot;:&quot;horizontal&quot;,&quot;support_big_font&quot;:false,&quot;picture_toward&quot;:0,&quot;picture_dockside&quot;:[],&quot;fill_id&quot;:&quot;e64d6b39dbcb4f5e8b45c2814b499727&quot;,&quot;fill_align&quot;:&quot;lb&quot;,&quot;chip_types&quot;:[&quot;text&quot;,&quot;header&quot;]},{&quot;text_align&quot;:&quot;lt&quot;,&quot;text_direction&quot;:&quot;horizontal&quot;,&quot;support_big_font&quot;:false,&quot;picture_toward&quot;:0,&quot;picture_dockside&quot;:[],&quot;fill_id&quot;:&quot;4cac0ce68cb84566b51d233488c6b209&quot;,&quot;fill_align&quot;:&quot;lt&quot;,&quot;chip_types&quot;:[&quot;text&quot;]}]]"/>
  <p:tag name="KSO_WM_CHIP_DECFILLPROP" val="[]"/>
  <p:tag name="KSO_WM_SLIDE_RATIO" val="1.777778"/>
  <p:tag name="KSO_WM_SLIDE_TYPE" val="text"/>
  <p:tag name="KSO_WM_SLIDE_SIZE" val="816*348"/>
  <p:tag name="KSO_WM_SLIDE_POSITION" val="72*95"/>
  <p:tag name="KSO_WM_CHIP_GROUPID" val="5facfe54998712faa657a884"/>
  <p:tag name="KSO_WM_SLIDE_BK_DARK_LIGHT" val="2"/>
  <p:tag name="KSO_WM_SLIDE_BACKGROUND_TYPE" val="general"/>
  <p:tag name="KSO_WM_SLIDE_SUPPORT_FEATURE_TYPE" val="8"/>
  <p:tag name="KSO_WM_SLIDE_SUBTYPE" val="picTxt"/>
  <p:tag name="KSO_WM_TEMPLATE_ASSEMBLE_XID" val="606570444054ed1e2fb814a6"/>
  <p:tag name="KSO_WM_TEMPLATE_ASSEMBLE_GROUPID" val="606570444054ed1e2fb814a6"/>
  <p:tag name="KSO_WM_SPECIAL_SOURCE" val="bdnull"/>
</p:tagLst>
</file>

<file path=ppt/tags/tag3.xml><?xml version="1.0" encoding="utf-8"?>
<p:tagLst xmlns:a="http://schemas.openxmlformats.org/drawingml/2006/main" xmlns:r="http://schemas.openxmlformats.org/officeDocument/2006/relationships" xmlns:p="http://schemas.openxmlformats.org/presentationml/2006/main">
  <p:tag name="KSO_WM_UNIT_PICTURE_TOWARD" val="1"/>
  <p:tag name="KSO_WM_UNIT_HIGHLIGHT" val="0"/>
  <p:tag name="KSO_WM_UNIT_COMPATIBLE" val="0"/>
  <p:tag name="KSO_WM_UNIT_DIAGRAM_ISNUMVISUAL" val="0"/>
  <p:tag name="KSO_WM_UNIT_DIAGRAM_ISREFERUNIT" val="0"/>
  <p:tag name="KSO_WM_DIAGRAM_GROUP_CODE" val="ζ1-1"/>
  <p:tag name="KSO_WM_UNIT_TYPE" val="ζ_h_i"/>
  <p:tag name="KSO_WM_UNIT_INDEX" val="1_1_1"/>
  <p:tag name="KSO_WM_UNIT_ID" val="diagram20216630_1*ζ_h_i*1_1_1"/>
  <p:tag name="KSO_WM_TEMPLATE_CATEGORY" val="diagram"/>
  <p:tag name="KSO_WM_TEMPLATE_INDEX" val="20216630"/>
  <p:tag name="KSO_WM_UNIT_LAYERLEVEL" val="1_1_1"/>
  <p:tag name="KSO_WM_TAG_VERSION" val="1.0"/>
  <p:tag name="KSO_WM_BEAUTIFY_FLAG" val="#wm#"/>
  <p:tag name="KSO_WM_UNIT_DIAGRAM_MODELTYPE" val="creativePicture"/>
  <p:tag name="KSO_WM_UNIT_USESOURCEFORMAT_APPLY" val="1"/>
  <p:tag name="KSO_WM_UNIT_FILL_FORE_SCHEMECOLOR_INDEX_BRIGHTNESS" val="0"/>
  <p:tag name="KSO_WM_UNIT_FILL_FORE_SCHEMECOLOR_INDEX" val="16"/>
  <p:tag name="KSO_WM_UNIT_FILL_TYPE" val="1"/>
  <p:tag name="KSO_WM_UNIT_TEXT_FILL_FORE_SCHEMECOLOR_INDEX_BRIGHTNESS" val="0"/>
  <p:tag name="KSO_WM_UNIT_TEXT_FILL_FORE_SCHEMECOLOR_INDEX" val="2"/>
  <p:tag name="KSO_WM_UNIT_TEXT_FILL_TYPE" val="1"/>
</p:tagLst>
</file>

<file path=ppt/tags/tag4.xml><?xml version="1.0" encoding="utf-8"?>
<p:tagLst xmlns:a="http://schemas.openxmlformats.org/drawingml/2006/main" xmlns:r="http://schemas.openxmlformats.org/officeDocument/2006/relationships" xmlns:p="http://schemas.openxmlformats.org/presentationml/2006/main">
  <p:tag name="KSO_WM_UNIT_PICTURE_TOWARD" val="1"/>
  <p:tag name="KSO_WM_UNIT_HIGHLIGHT" val="0"/>
  <p:tag name="KSO_WM_UNIT_COMPATIBLE" val="0"/>
  <p:tag name="KSO_WM_UNIT_DIAGRAM_ISNUMVISUAL" val="0"/>
  <p:tag name="KSO_WM_UNIT_DIAGRAM_ISREFERUNIT" val="0"/>
  <p:tag name="KSO_WM_DIAGRAM_GROUP_CODE" val="ζ1-1"/>
  <p:tag name="KSO_WM_UNIT_TYPE" val="ζ_h_i"/>
  <p:tag name="KSO_WM_UNIT_INDEX" val="1_1_2"/>
  <p:tag name="KSO_WM_UNIT_ID" val="diagram20216630_1*ζ_h_i*1_1_2"/>
  <p:tag name="KSO_WM_TEMPLATE_CATEGORY" val="diagram"/>
  <p:tag name="KSO_WM_TEMPLATE_INDEX" val="20216630"/>
  <p:tag name="KSO_WM_UNIT_LAYERLEVEL" val="1_1_1"/>
  <p:tag name="KSO_WM_TAG_VERSION" val="1.0"/>
  <p:tag name="KSO_WM_BEAUTIFY_FLAG" val="#wm#"/>
  <p:tag name="KSO_WM_UNIT_DIAGRAM_MODELTYPE" val="creativePicture"/>
  <p:tag name="KSO_WM_UNIT_USESOURCEFORMAT_APPLY" val="1"/>
  <p:tag name="KSO_WM_UNIT_FILL_FORE_SCHEMECOLOR_INDEX_1_BRIGHTNESS" val="0.6"/>
  <p:tag name="KSO_WM_UNIT_FILL_FORE_SCHEMECOLOR_INDEX_1" val="5"/>
  <p:tag name="KSO_WM_UNIT_FILL_FORE_SCHEMECOLOR_INDEX_1_POS" val="0"/>
  <p:tag name="KSO_WM_UNIT_FILL_FORE_SCHEMECOLOR_INDEX_1_TRANS" val="0"/>
  <p:tag name="KSO_WM_UNIT_FILL_FORE_SCHEMECOLOR_INDEX_2_BRIGHTNESS" val="0"/>
  <p:tag name="KSO_WM_UNIT_FILL_FORE_SCHEMECOLOR_INDEX_2" val="5"/>
  <p:tag name="KSO_WM_UNIT_FILL_FORE_SCHEMECOLOR_INDEX_2_POS" val="0.49"/>
  <p:tag name="KSO_WM_UNIT_FILL_FORE_SCHEMECOLOR_INDEX_2_TRANS" val="0"/>
  <p:tag name="KSO_WM_UNIT_FILL_GRADIENT_TYPE" val="0"/>
  <p:tag name="KSO_WM_UNIT_FILL_GRADIENT_ANGLE" val="0"/>
  <p:tag name="KSO_WM_UNIT_FILL_GRADIENT_DIRECTION" val="3"/>
  <p:tag name="KSO_WM_UNIT_FILL_TYPE" val="3"/>
  <p:tag name="KSO_WM_UNIT_TEXT_FILL_FORE_SCHEMECOLOR_INDEX_BRIGHTNESS" val="0"/>
  <p:tag name="KSO_WM_UNIT_TEXT_FILL_FORE_SCHEMECOLOR_INDEX" val="2"/>
  <p:tag name="KSO_WM_UNIT_TEXT_FILL_TYPE" val="1"/>
</p:tagLst>
</file>

<file path=ppt/tags/tag5.xml><?xml version="1.0" encoding="utf-8"?>
<p:tagLst xmlns:a="http://schemas.openxmlformats.org/drawingml/2006/main" xmlns:r="http://schemas.openxmlformats.org/officeDocument/2006/relationships" xmlns:p="http://schemas.openxmlformats.org/presentationml/2006/main">
  <p:tag name="KSO_WM_UNIT_PICTURE_TOWARD" val="1"/>
  <p:tag name="KSO_WM_UNIT_VALUE" val="996*996"/>
  <p:tag name="KSO_WM_UNIT_HIGHLIGHT" val="0"/>
  <p:tag name="KSO_WM_UNIT_COMPATIBLE" val="0"/>
  <p:tag name="KSO_WM_UNIT_DIAGRAM_ISNUMVISUAL" val="0"/>
  <p:tag name="KSO_WM_UNIT_DIAGRAM_ISREFERUNIT" val="0"/>
  <p:tag name="KSO_WM_DIAGRAM_GROUP_CODE" val="ζ1-1"/>
  <p:tag name="KSO_WM_UNIT_TYPE" val="ζ_h_d"/>
  <p:tag name="KSO_WM_UNIT_INDEX" val="1_1_1"/>
  <p:tag name="KSO_WM_UNIT_ID" val="diagram20216630_1*ζ_h_d*1_1_1"/>
  <p:tag name="KSO_WM_TEMPLATE_CATEGORY" val="diagram"/>
  <p:tag name="KSO_WM_TEMPLATE_INDEX" val="20216630"/>
  <p:tag name="KSO_WM_UNIT_LAYERLEVEL" val="1_1_1"/>
  <p:tag name="KSO_WM_TAG_VERSION" val="1.0"/>
  <p:tag name="KSO_WM_BEAUTIFY_FLAG" val="#wm#"/>
  <p:tag name="KSO_WM_UNIT_DIAGRAM_MODELTYPE" val="creativePicture"/>
  <p:tag name="KSO_WM_UNIT_USESOURCEFORMAT_APPLY" val="1"/>
</p:tagLst>
</file>

<file path=ppt/tags/tag6.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11"/>
  <p:tag name="KSO_WM_UNIT_HIGHLIGHT" val="0"/>
  <p:tag name="KSO_WM_UNIT_COMPATIBLE" val="0"/>
  <p:tag name="KSO_WM_UNIT_DIAGRAM_ISNUMVISUAL" val="0"/>
  <p:tag name="KSO_WM_UNIT_DIAGRAM_ISREFERUNIT" val="0"/>
  <p:tag name="KSO_WM_UNIT_TYPE" val="a"/>
  <p:tag name="KSO_WM_UNIT_INDEX" val="1"/>
  <p:tag name="KSO_WM_UNIT_ID" val="diagram20217050_1*a*1"/>
  <p:tag name="KSO_WM_TEMPLATE_CATEGORY" val="diagram"/>
  <p:tag name="KSO_WM_TEMPLATE_INDEX" val="20217050"/>
  <p:tag name="KSO_WM_UNIT_LAYERLEVEL" val="1"/>
  <p:tag name="KSO_WM_TAG_VERSION" val="1.0"/>
  <p:tag name="KSO_WM_BEAUTIFY_FLAG" val="#wm#"/>
  <p:tag name="KSO_WM_UNIT_PRESET_TEXT" val="添加标题"/>
  <p:tag name="KSO_WM_UNIT_DEFAULT_FONT" val="24;44;4"/>
  <p:tag name="KSO_WM_UNIT_BLOCK" val="0"/>
  <p:tag name="KSO_WM_UNIT_SHOW_EDIT_AREA_INDICATION" val="1"/>
  <p:tag name="KSO_WM_CHIP_GROUPID" val="5e7881253197e252a37019b5"/>
  <p:tag name="KSO_WM_CHIP_XID" val="5e7881253197e252a37019b6"/>
  <p:tag name="KSO_WM_UNIT_DEC_AREA_ID" val="f4365f2790914a939acada6e6471ff35"/>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b&quot;,&quot;fill_mode&quot;:&quot;full&quot;,&quot;sacle_strategy&quot;:&quot;smart&quot;}"/>
  <p:tag name="KSO_WM_ASSEMBLE_CHIP_INDEX" val="d6b9a4b34a014d75a9a0a81d1e3edcc7"/>
  <p:tag name="KSO_WM_UNIT_TEXT_FILL_FORE_SCHEMECOLOR_INDEX_BRIGHTNESS" val="0"/>
  <p:tag name="KSO_WM_UNIT_TEXT_FILL_FORE_SCHEMECOLOR_INDEX" val="13"/>
  <p:tag name="KSO_WM_UNIT_TEXT_FILL_TYPE" val="1"/>
  <p:tag name="KSO_WM_TEMPLATE_ASSEMBLE_XID" val="606570444054ed1e2fb814a6"/>
  <p:tag name="KSO_WM_TEMPLATE_ASSEMBLE_GROUPID" val="606570444054ed1e2fb814a6"/>
</p:tagLst>
</file>

<file path=ppt/tags/tag7.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7050_1*f*1"/>
  <p:tag name="KSO_WM_TEMPLATE_CATEGORY" val="diagram"/>
  <p:tag name="KSO_WM_TEMPLATE_INDEX" val="20217050"/>
  <p:tag name="KSO_WM_UNIT_LAYERLEVEL" val="1"/>
  <p:tag name="KSO_WM_TAG_VERSION" val="1.0"/>
  <p:tag name="KSO_WM_BEAUTIFY_FLAG" val="#wm#"/>
  <p:tag name="KSO_WM_UNIT_DEFAULT_FONT" val="14;20;2"/>
  <p:tag name="KSO_WM_UNIT_BLOCK" val="0"/>
  <p:tag name="KSO_WM_UNIT_VALUE" val="126"/>
  <p:tag name="KSO_WM_UNIT_SHOW_EDIT_AREA_INDICATION" val="1"/>
  <p:tag name="KSO_WM_CHIP_GROUPID" val="5e6b05596848fb12bee65ac8"/>
  <p:tag name="KSO_WM_CHIP_XID" val="5e6b05596848fb12bee65aca"/>
  <p:tag name="KSO_WM_UNIT_DEC_AREA_ID" val="9fac0f58e4e84449b138ef9b8595077c"/>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t&quot;,&quot;fill_mode&quot;:&quot;full&quot;,&quot;sacle_strategy&quot;:&quot;smart&quot;}"/>
  <p:tag name="KSO_WM_ASSEMBLE_CHIP_INDEX" val="9febf74a8ce04196ac33616c5e44fc1b"/>
  <p:tag name="KSO_WM_UNIT_TEXT_FILL_FORE_SCHEMECOLOR_INDEX_BRIGHTNESS" val="0.25"/>
  <p:tag name="KSO_WM_UNIT_TEXT_FILL_FORE_SCHEMECOLOR_INDEX" val="13"/>
  <p:tag name="KSO_WM_UNIT_TEXT_FILL_TYPE" val="1"/>
  <p:tag name="KSO_WM_TEMPLATE_ASSEMBLE_XID" val="606570444054ed1e2fb814a6"/>
  <p:tag name="KSO_WM_TEMPLATE_ASSEMBLE_GROUPID" val="606570444054ed1e2fb814a6"/>
</p:tagLst>
</file>

<file path=ppt/tags/tag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xml><?xml version="1.0" encoding="utf-8"?>
<p:tagLst xmlns:a="http://schemas.openxmlformats.org/drawingml/2006/main" xmlns:r="http://schemas.openxmlformats.org/officeDocument/2006/relationships" xmlns:p="http://schemas.openxmlformats.org/presentationml/2006/main">
  <p:tag name="TABLE_ENDDRAG_ORIGIN_RECT" val="895*201"/>
  <p:tag name="TABLE_ENDDRAG_RECT" val="37*325*895*201"/>
</p:tagLst>
</file>

<file path=ppt/tags/tag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xml><?xml version="1.0" encoding="utf-8"?>
<p:tagLst xmlns:a="http://schemas.openxmlformats.org/drawingml/2006/main" xmlns:r="http://schemas.openxmlformats.org/officeDocument/2006/relationships" xmlns:p="http://schemas.openxmlformats.org/presentationml/2006/main">
  <p:tag name="TABLE_ENDDRAG_ORIGIN_RECT" val="549*252"/>
  <p:tag name="TABLE_ENDDRAG_RECT" val="8*72*549*252"/>
</p:tagLst>
</file>

<file path=ppt/tags/tag15.xml><?xml version="1.0" encoding="utf-8"?>
<p:tagLst xmlns:a="http://schemas.openxmlformats.org/drawingml/2006/main" xmlns:r="http://schemas.openxmlformats.org/officeDocument/2006/relationships" xmlns:p="http://schemas.openxmlformats.org/presentationml/2006/main">
  <p:tag name="TABLE_ENDDRAG_ORIGIN_RECT" val="500*236"/>
  <p:tag name="TABLE_ENDDRAG_RECT" val="38*72*500*236"/>
  <p:tag name="KSO_WM_BEAUTIFY_FLAG" val=""/>
</p:tagLst>
</file>

<file path=ppt/tags/tag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xml><?xml version="1.0" encoding="utf-8"?>
<p:tagLst xmlns:a="http://schemas.openxmlformats.org/drawingml/2006/main" xmlns:r="http://schemas.openxmlformats.org/officeDocument/2006/relationships" xmlns:p="http://schemas.openxmlformats.org/presentationml/2006/main">
  <p:tag name="TABLE_ENDDRAG_ORIGIN_RECT" val="929*636"/>
  <p:tag name="TABLE_ENDDRAG_RECT" val="15*113*929*636"/>
</p:tagLst>
</file>

<file path=ppt/tags/tag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i"/>
  <p:tag name="KSO_WM_UNIT_INDEX" val="1_1"/>
  <p:tag name="KSO_WM_UNIT_ID" val="diagram160433_2*m_i*1_1"/>
  <p:tag name="KSO_WM_TEMPLATE_CATEGORY" val="diagram"/>
  <p:tag name="KSO_WM_TEMPLATE_INDEX" val="160433"/>
  <p:tag name="KSO_WM_UNIT_LAYERLEVEL" val="1_1"/>
  <p:tag name="KSO_WM_TAG_VERSION" val="1.0"/>
  <p:tag name="KSO_WM_BEAUTIFY_FLAG" val="#wm#"/>
  <p:tag name="KSO_WM_UNIT_LINE_FORE_SCHEMECOLOR_INDEX" val="13"/>
  <p:tag name="KSO_WM_UNIT_LINE_FILL_TYPE" val="2"/>
  <p:tag name="KSO_WM_DIAGRAM_VIRTUALLY_FRAME" val="{&quot;height&quot;:364.0454330708661,&quot;left&quot;:1,&quot;top&quot;:167.97732283464566,&quot;width&quot;:960}"/>
</p:tagLst>
</file>

<file path=ppt/tags/tag19.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VALUE" val="63"/>
  <p:tag name="KSO_WM_UNIT_HIGHLIGHT" val="0"/>
  <p:tag name="KSO_WM_UNIT_COMPATIBLE" val="0"/>
  <p:tag name="KSO_WM_UNIT_DIAGRAM_ISNUMVISUAL" val="0"/>
  <p:tag name="KSO_WM_UNIT_DIAGRAM_ISREFERUNIT" val="0"/>
  <p:tag name="KSO_WM_DIAGRAM_GROUP_CODE" val="m1-1"/>
  <p:tag name="KSO_WM_UNIT_TYPE" val="m_h_f"/>
  <p:tag name="KSO_WM_UNIT_INDEX" val="1_1_1"/>
  <p:tag name="KSO_WM_UNIT_ID" val="diagram160433_2*m_h_f*1_1_1"/>
  <p:tag name="KSO_WM_TEMPLATE_CATEGORY" val="diagram"/>
  <p:tag name="KSO_WM_TEMPLATE_INDEX" val="160433"/>
  <p:tag name="KSO_WM_UNIT_LAYERLEVEL" val="1_1_1"/>
  <p:tag name="KSO_WM_TAG_VERSION" val="1.0"/>
  <p:tag name="KSO_WM_BEAUTIFY_FLAG" val="#wm#"/>
  <p:tag name="KSO_WM_UNIT_PRESET_TEXT" val="单击此处添加文本具体内容"/>
  <p:tag name="KSO_WM_UNIT_FILL_FORE_SCHEMECOLOR_INDEX" val="5"/>
  <p:tag name="KSO_WM_UNIT_FILL_TYPE" val="1"/>
  <p:tag name="KSO_WM_UNIT_TEXT_FILL_FORE_SCHEMECOLOR_INDEX" val="13"/>
  <p:tag name="KSO_WM_UNIT_TEXT_FILL_TYPE" val="1"/>
  <p:tag name="KSO_WM_DIAGRAM_VIRTUALLY_FRAME" val="{&quot;height&quot;:364.0454330708661,&quot;left&quot;:1,&quot;top&quot;:167.97732283464566,&quot;width&quot;:960}"/>
</p:tagLst>
</file>

<file path=ppt/tags/tag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3"/>
  <p:tag name="KSO_WM_UNIT_ID" val="diagram160433_2*m_h_i*1_1_3"/>
  <p:tag name="KSO_WM_TEMPLATE_CATEGORY" val="diagram"/>
  <p:tag name="KSO_WM_TEMPLATE_INDEX" val="160433"/>
  <p:tag name="KSO_WM_UNIT_LAYERLEVEL" val="1_1_1"/>
  <p:tag name="KSO_WM_TAG_VERSION" val="1.0"/>
  <p:tag name="KSO_WM_BEAUTIFY_FLAG" val="#wm#"/>
  <p:tag name="KSO_WM_UNIT_FILL_FORE_SCHEMECOLOR_INDEX" val="5"/>
  <p:tag name="KSO_WM_UNIT_FILL_TYPE" val="1"/>
  <p:tag name="KSO_WM_UNIT_LINE_FORE_SCHEMECOLOR_INDEX" val="14"/>
  <p:tag name="KSO_WM_UNIT_LINE_FILL_TYPE" val="2"/>
  <p:tag name="KSO_WM_UNIT_TEXT_FILL_FORE_SCHEMECOLOR_INDEX" val="2"/>
  <p:tag name="KSO_WM_UNIT_TEXT_FILL_TYPE" val="1"/>
  <p:tag name="KSO_WM_DIAGRAM_VIRTUALLY_FRAME" val="{&quot;height&quot;:364.0454330708661,&quot;left&quot;:1,&quot;top&quot;:167.97732283464566,&quot;width&quot;:960}"/>
</p:tagLst>
</file>

<file path=ppt/tags/tag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2"/>
  <p:tag name="KSO_WM_UNIT_ID" val="diagram160433_2*m_h_i*1_1_2"/>
  <p:tag name="KSO_WM_TEMPLATE_CATEGORY" val="diagram"/>
  <p:tag name="KSO_WM_TEMPLATE_INDEX" val="160433"/>
  <p:tag name="KSO_WM_UNIT_LAYERLEVEL" val="1_1_1"/>
  <p:tag name="KSO_WM_TAG_VERSION" val="1.0"/>
  <p:tag name="KSO_WM_BEAUTIFY_FLAG" val="#wm#"/>
  <p:tag name="KSO_WM_UNIT_FILL_FORE_SCHEMECOLOR_INDEX" val="14"/>
  <p:tag name="KSO_WM_UNIT_FILL_TYPE" val="1"/>
  <p:tag name="KSO_WM_UNIT_TEXT_FILL_FORE_SCHEMECOLOR_INDEX" val="2"/>
  <p:tag name="KSO_WM_UNIT_TEXT_FILL_TYPE" val="1"/>
  <p:tag name="KSO_WM_DIAGRAM_VIRTUALLY_FRAME" val="{&quot;height&quot;:364.0454330708661,&quot;left&quot;:1,&quot;top&quot;:167.97732283464566,&quot;width&quot;:960}"/>
</p:tagLst>
</file>

<file path=ppt/tags/tag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160433_2*m_h_i*1_1_1"/>
  <p:tag name="KSO_WM_TEMPLATE_CATEGORY" val="diagram"/>
  <p:tag name="KSO_WM_TEMPLATE_INDEX" val="160433"/>
  <p:tag name="KSO_WM_UNIT_LAYERLEVEL" val="1_1_1"/>
  <p:tag name="KSO_WM_TAG_VERSION" val="1.0"/>
  <p:tag name="KSO_WM_BEAUTIFY_FLAG" val="#wm#"/>
  <p:tag name="KSO_WM_UNIT_FILL_FORE_SCHEMECOLOR_INDEX" val="14"/>
  <p:tag name="KSO_WM_UNIT_FILL_TYPE" val="1"/>
  <p:tag name="KSO_WM_UNIT_LINE_FORE_SCHEMECOLOR_INDEX" val="13"/>
  <p:tag name="KSO_WM_UNIT_LINE_FILL_TYPE" val="2"/>
  <p:tag name="KSO_WM_UNIT_TEXT_FILL_FORE_SCHEMECOLOR_INDEX" val="2"/>
  <p:tag name="KSO_WM_UNIT_TEXT_FILL_TYPE" val="1"/>
  <p:tag name="KSO_WM_DIAGRAM_VIRTUALLY_FRAME" val="{&quot;height&quot;:364.0454330708661,&quot;left&quot;:1,&quot;top&quot;:167.97732283464566,&quot;width&quot;:960}"/>
</p:tagLst>
</file>

<file path=ppt/tags/tag23.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16"/>
  <p:tag name="KSO_WM_UNIT_HIGHLIGHT" val="0"/>
  <p:tag name="KSO_WM_UNIT_COMPATIBLE" val="0"/>
  <p:tag name="KSO_WM_UNIT_DIAGRAM_ISNUMVISUAL" val="0"/>
  <p:tag name="KSO_WM_UNIT_DIAGRAM_ISREFERUNIT" val="0"/>
  <p:tag name="KSO_WM_DIAGRAM_GROUP_CODE" val="m1-1"/>
  <p:tag name="KSO_WM_UNIT_TYPE" val="m_h_a"/>
  <p:tag name="KSO_WM_UNIT_INDEX" val="1_1_1"/>
  <p:tag name="KSO_WM_UNIT_ID" val="diagram160433_2*m_h_a*1_1_1"/>
  <p:tag name="KSO_WM_TEMPLATE_CATEGORY" val="diagram"/>
  <p:tag name="KSO_WM_TEMPLATE_INDEX" val="160433"/>
  <p:tag name="KSO_WM_UNIT_LAYERLEVEL" val="1_1_1"/>
  <p:tag name="KSO_WM_TAG_VERSION" val="1.0"/>
  <p:tag name="KSO_WM_BEAUTIFY_FLAG" val="#wm#"/>
  <p:tag name="KSO_WM_UNIT_PRESET_TEXT" val="添加标题"/>
  <p:tag name="KSO_WM_UNIT_TEXT_FILL_FORE_SCHEMECOLOR_INDEX" val="13"/>
  <p:tag name="KSO_WM_UNIT_TEXT_FILL_TYPE" val="1"/>
  <p:tag name="KSO_WM_DIAGRAM_VIRTUALLY_FRAME" val="{&quot;height&quot;:364.0454330708661,&quot;left&quot;:1,&quot;top&quot;:167.97732283464566,&quot;width&quot;:960}"/>
</p:tagLst>
</file>

<file path=ppt/tags/tag24.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VALUE" val="63"/>
  <p:tag name="KSO_WM_UNIT_HIGHLIGHT" val="0"/>
  <p:tag name="KSO_WM_UNIT_COMPATIBLE" val="0"/>
  <p:tag name="KSO_WM_UNIT_DIAGRAM_ISNUMVISUAL" val="0"/>
  <p:tag name="KSO_WM_UNIT_DIAGRAM_ISREFERUNIT" val="0"/>
  <p:tag name="KSO_WM_DIAGRAM_GROUP_CODE" val="m1-1"/>
  <p:tag name="KSO_WM_UNIT_TYPE" val="m_h_f"/>
  <p:tag name="KSO_WM_UNIT_INDEX" val="1_2_1"/>
  <p:tag name="KSO_WM_UNIT_ID" val="diagram160433_2*m_h_f*1_2_1"/>
  <p:tag name="KSO_WM_TEMPLATE_CATEGORY" val="diagram"/>
  <p:tag name="KSO_WM_TEMPLATE_INDEX" val="160433"/>
  <p:tag name="KSO_WM_UNIT_LAYERLEVEL" val="1_1_1"/>
  <p:tag name="KSO_WM_TAG_VERSION" val="1.0"/>
  <p:tag name="KSO_WM_BEAUTIFY_FLAG" val="#wm#"/>
  <p:tag name="KSO_WM_UNIT_PRESET_TEXT" val="单击此处添加文本具体内容"/>
  <p:tag name="KSO_WM_UNIT_FILL_FORE_SCHEMECOLOR_INDEX" val="6"/>
  <p:tag name="KSO_WM_UNIT_FILL_TYPE" val="1"/>
  <p:tag name="KSO_WM_UNIT_TEXT_FILL_FORE_SCHEMECOLOR_INDEX" val="13"/>
  <p:tag name="KSO_WM_UNIT_TEXT_FILL_TYPE" val="1"/>
  <p:tag name="KSO_WM_DIAGRAM_VIRTUALLY_FRAME" val="{&quot;height&quot;:364.0454330708661,&quot;left&quot;:1,&quot;top&quot;:167.97732283464566,&quot;width&quot;:960}"/>
</p:tagLst>
</file>

<file path=ppt/tags/tag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2_3"/>
  <p:tag name="KSO_WM_UNIT_ID" val="diagram160433_2*m_h_i*1_2_3"/>
  <p:tag name="KSO_WM_TEMPLATE_CATEGORY" val="diagram"/>
  <p:tag name="KSO_WM_TEMPLATE_INDEX" val="160433"/>
  <p:tag name="KSO_WM_UNIT_LAYERLEVEL" val="1_1_1"/>
  <p:tag name="KSO_WM_TAG_VERSION" val="1.0"/>
  <p:tag name="KSO_WM_BEAUTIFY_FLAG" val="#wm#"/>
  <p:tag name="KSO_WM_UNIT_FILL_FORE_SCHEMECOLOR_INDEX" val="6"/>
  <p:tag name="KSO_WM_UNIT_FILL_TYPE" val="1"/>
  <p:tag name="KSO_WM_UNIT_LINE_FORE_SCHEMECOLOR_INDEX" val="14"/>
  <p:tag name="KSO_WM_UNIT_LINE_FILL_TYPE" val="2"/>
  <p:tag name="KSO_WM_UNIT_TEXT_FILL_FORE_SCHEMECOLOR_INDEX" val="2"/>
  <p:tag name="KSO_WM_UNIT_TEXT_FILL_TYPE" val="1"/>
  <p:tag name="KSO_WM_DIAGRAM_VIRTUALLY_FRAME" val="{&quot;height&quot;:364.0454330708661,&quot;left&quot;:1,&quot;top&quot;:167.97732283464566,&quot;width&quot;:960}"/>
</p:tagLst>
</file>

<file path=ppt/tags/tag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2_2"/>
  <p:tag name="KSO_WM_UNIT_ID" val="diagram160433_2*m_h_i*1_2_2"/>
  <p:tag name="KSO_WM_TEMPLATE_CATEGORY" val="diagram"/>
  <p:tag name="KSO_WM_TEMPLATE_INDEX" val="160433"/>
  <p:tag name="KSO_WM_UNIT_LAYERLEVEL" val="1_1_1"/>
  <p:tag name="KSO_WM_TAG_VERSION" val="1.0"/>
  <p:tag name="KSO_WM_BEAUTIFY_FLAG" val="#wm#"/>
  <p:tag name="KSO_WM_UNIT_FILL_FORE_SCHEMECOLOR_INDEX" val="14"/>
  <p:tag name="KSO_WM_UNIT_FILL_TYPE" val="1"/>
  <p:tag name="KSO_WM_UNIT_TEXT_FILL_FORE_SCHEMECOLOR_INDEX" val="2"/>
  <p:tag name="KSO_WM_UNIT_TEXT_FILL_TYPE" val="1"/>
  <p:tag name="KSO_WM_DIAGRAM_VIRTUALLY_FRAME" val="{&quot;height&quot;:364.0454330708661,&quot;left&quot;:1,&quot;top&quot;:167.97732283464566,&quot;width&quot;:960}"/>
</p:tagLst>
</file>

<file path=ppt/tags/tag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2_1"/>
  <p:tag name="KSO_WM_UNIT_ID" val="diagram160433_2*m_h_i*1_2_1"/>
  <p:tag name="KSO_WM_TEMPLATE_CATEGORY" val="diagram"/>
  <p:tag name="KSO_WM_TEMPLATE_INDEX" val="160433"/>
  <p:tag name="KSO_WM_UNIT_LAYERLEVEL" val="1_1_1"/>
  <p:tag name="KSO_WM_TAG_VERSION" val="1.0"/>
  <p:tag name="KSO_WM_BEAUTIFY_FLAG" val="#wm#"/>
  <p:tag name="KSO_WM_UNIT_FILL_FORE_SCHEMECOLOR_INDEX" val="14"/>
  <p:tag name="KSO_WM_UNIT_FILL_TYPE" val="1"/>
  <p:tag name="KSO_WM_UNIT_LINE_FORE_SCHEMECOLOR_INDEX" val="13"/>
  <p:tag name="KSO_WM_UNIT_LINE_FILL_TYPE" val="2"/>
  <p:tag name="KSO_WM_UNIT_TEXT_FILL_FORE_SCHEMECOLOR_INDEX" val="2"/>
  <p:tag name="KSO_WM_UNIT_TEXT_FILL_TYPE" val="1"/>
  <p:tag name="KSO_WM_DIAGRAM_VIRTUALLY_FRAME" val="{&quot;height&quot;:364.0454330708661,&quot;left&quot;:1,&quot;top&quot;:167.97732283464566,&quot;width&quot;:960}"/>
</p:tagLst>
</file>

<file path=ppt/tags/tag28.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16"/>
  <p:tag name="KSO_WM_UNIT_HIGHLIGHT" val="0"/>
  <p:tag name="KSO_WM_UNIT_COMPATIBLE" val="0"/>
  <p:tag name="KSO_WM_UNIT_DIAGRAM_ISNUMVISUAL" val="0"/>
  <p:tag name="KSO_WM_UNIT_DIAGRAM_ISREFERUNIT" val="0"/>
  <p:tag name="KSO_WM_DIAGRAM_GROUP_CODE" val="m1-1"/>
  <p:tag name="KSO_WM_UNIT_TYPE" val="m_h_a"/>
  <p:tag name="KSO_WM_UNIT_INDEX" val="1_2_1"/>
  <p:tag name="KSO_WM_UNIT_ID" val="diagram160433_2*m_h_a*1_2_1"/>
  <p:tag name="KSO_WM_TEMPLATE_CATEGORY" val="diagram"/>
  <p:tag name="KSO_WM_TEMPLATE_INDEX" val="160433"/>
  <p:tag name="KSO_WM_UNIT_LAYERLEVEL" val="1_1_1"/>
  <p:tag name="KSO_WM_TAG_VERSION" val="1.0"/>
  <p:tag name="KSO_WM_BEAUTIFY_FLAG" val="#wm#"/>
  <p:tag name="KSO_WM_UNIT_PRESET_TEXT" val="添加标题"/>
  <p:tag name="KSO_WM_UNIT_TEXT_FILL_FORE_SCHEMECOLOR_INDEX" val="13"/>
  <p:tag name="KSO_WM_UNIT_TEXT_FILL_TYPE" val="1"/>
  <p:tag name="KSO_WM_DIAGRAM_VIRTUALLY_FRAME" val="{&quot;height&quot;:364.0454330708661,&quot;left&quot;:1,&quot;top&quot;:167.97732283464566,&quot;width&quot;:960}"/>
</p:tagLst>
</file>

<file path=ppt/tags/tag29.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VALUE" val="63"/>
  <p:tag name="KSO_WM_UNIT_HIGHLIGHT" val="0"/>
  <p:tag name="KSO_WM_UNIT_COMPATIBLE" val="0"/>
  <p:tag name="KSO_WM_UNIT_DIAGRAM_ISNUMVISUAL" val="0"/>
  <p:tag name="KSO_WM_UNIT_DIAGRAM_ISREFERUNIT" val="0"/>
  <p:tag name="KSO_WM_DIAGRAM_GROUP_CODE" val="m1-1"/>
  <p:tag name="KSO_WM_UNIT_TYPE" val="m_h_f"/>
  <p:tag name="KSO_WM_UNIT_INDEX" val="1_3_1"/>
  <p:tag name="KSO_WM_UNIT_ID" val="diagram160433_2*m_h_f*1_3_1"/>
  <p:tag name="KSO_WM_TEMPLATE_CATEGORY" val="diagram"/>
  <p:tag name="KSO_WM_TEMPLATE_INDEX" val="160433"/>
  <p:tag name="KSO_WM_UNIT_LAYERLEVEL" val="1_1_1"/>
  <p:tag name="KSO_WM_TAG_VERSION" val="1.0"/>
  <p:tag name="KSO_WM_BEAUTIFY_FLAG" val="#wm#"/>
  <p:tag name="KSO_WM_UNIT_PRESET_TEXT" val="单击此处添加文本具体内容"/>
  <p:tag name="KSO_WM_UNIT_FILL_FORE_SCHEMECOLOR_INDEX" val="7"/>
  <p:tag name="KSO_WM_UNIT_FILL_TYPE" val="1"/>
  <p:tag name="KSO_WM_UNIT_TEXT_FILL_FORE_SCHEMECOLOR_INDEX" val="13"/>
  <p:tag name="KSO_WM_UNIT_TEXT_FILL_TYPE" val="1"/>
  <p:tag name="KSO_WM_DIAGRAM_VIRTUALLY_FRAME" val="{&quot;height&quot;:364.0454330708661,&quot;left&quot;:1,&quot;top&quot;:167.97732283464566,&quot;width&quot;:960}"/>
</p:tagLst>
</file>

<file path=ppt/tags/tag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3_2"/>
  <p:tag name="KSO_WM_UNIT_ID" val="diagram160433_2*m_h_i*1_3_2"/>
  <p:tag name="KSO_WM_TEMPLATE_CATEGORY" val="diagram"/>
  <p:tag name="KSO_WM_TEMPLATE_INDEX" val="160433"/>
  <p:tag name="KSO_WM_UNIT_LAYERLEVEL" val="1_1_1"/>
  <p:tag name="KSO_WM_TAG_VERSION" val="1.0"/>
  <p:tag name="KSO_WM_BEAUTIFY_FLAG" val="#wm#"/>
  <p:tag name="KSO_WM_UNIT_FILL_FORE_SCHEMECOLOR_INDEX" val="7"/>
  <p:tag name="KSO_WM_UNIT_FILL_TYPE" val="1"/>
  <p:tag name="KSO_WM_UNIT_LINE_FORE_SCHEMECOLOR_INDEX" val="14"/>
  <p:tag name="KSO_WM_UNIT_LINE_FILL_TYPE" val="2"/>
  <p:tag name="KSO_WM_UNIT_TEXT_FILL_FORE_SCHEMECOLOR_INDEX" val="2"/>
  <p:tag name="KSO_WM_UNIT_TEXT_FILL_TYPE" val="1"/>
  <p:tag name="KSO_WM_DIAGRAM_VIRTUALLY_FRAME" val="{&quot;height&quot;:364.0454330708661,&quot;left&quot;:1,&quot;top&quot;:167.97732283464566,&quot;width&quot;:960}"/>
</p:tagLst>
</file>

<file path=ppt/tags/tag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3_1"/>
  <p:tag name="KSO_WM_UNIT_ID" val="diagram160433_2*m_h_i*1_3_1"/>
  <p:tag name="KSO_WM_TEMPLATE_CATEGORY" val="diagram"/>
  <p:tag name="KSO_WM_TEMPLATE_INDEX" val="160433"/>
  <p:tag name="KSO_WM_UNIT_LAYERLEVEL" val="1_1_1"/>
  <p:tag name="KSO_WM_TAG_VERSION" val="1.0"/>
  <p:tag name="KSO_WM_BEAUTIFY_FLAG" val="#wm#"/>
  <p:tag name="KSO_WM_UNIT_FILL_FORE_SCHEMECOLOR_INDEX" val="14"/>
  <p:tag name="KSO_WM_UNIT_FILL_TYPE" val="1"/>
  <p:tag name="KSO_WM_UNIT_TEXT_FILL_FORE_SCHEMECOLOR_INDEX" val="2"/>
  <p:tag name="KSO_WM_UNIT_TEXT_FILL_TYPE" val="1"/>
  <p:tag name="KSO_WM_DIAGRAM_VIRTUALLY_FRAME" val="{&quot;height&quot;:364.0454330708661,&quot;left&quot;:1,&quot;top&quot;:167.97732283464566,&quot;width&quot;:960}"/>
</p:tagLst>
</file>

<file path=ppt/tags/tag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3_3"/>
  <p:tag name="KSO_WM_UNIT_ID" val="diagram160433_2*m_h_i*1_3_3"/>
  <p:tag name="KSO_WM_TEMPLATE_CATEGORY" val="diagram"/>
  <p:tag name="KSO_WM_TEMPLATE_INDEX" val="160433"/>
  <p:tag name="KSO_WM_UNIT_LAYERLEVEL" val="1_1_1"/>
  <p:tag name="KSO_WM_TAG_VERSION" val="1.0"/>
  <p:tag name="KSO_WM_BEAUTIFY_FLAG" val="#wm#"/>
  <p:tag name="KSO_WM_UNIT_FILL_FORE_SCHEMECOLOR_INDEX" val="14"/>
  <p:tag name="KSO_WM_UNIT_FILL_TYPE" val="1"/>
  <p:tag name="KSO_WM_UNIT_LINE_FORE_SCHEMECOLOR_INDEX" val="13"/>
  <p:tag name="KSO_WM_UNIT_LINE_FILL_TYPE" val="2"/>
  <p:tag name="KSO_WM_UNIT_TEXT_FILL_FORE_SCHEMECOLOR_INDEX" val="2"/>
  <p:tag name="KSO_WM_UNIT_TEXT_FILL_TYPE" val="1"/>
  <p:tag name="KSO_WM_DIAGRAM_VIRTUALLY_FRAME" val="{&quot;height&quot;:364.0454330708661,&quot;left&quot;:1,&quot;top&quot;:167.97732283464566,&quot;width&quot;:960}"/>
</p:tagLst>
</file>

<file path=ppt/tags/tag33.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16"/>
  <p:tag name="KSO_WM_UNIT_HIGHLIGHT" val="0"/>
  <p:tag name="KSO_WM_UNIT_COMPATIBLE" val="0"/>
  <p:tag name="KSO_WM_UNIT_DIAGRAM_ISNUMVISUAL" val="0"/>
  <p:tag name="KSO_WM_UNIT_DIAGRAM_ISREFERUNIT" val="0"/>
  <p:tag name="KSO_WM_DIAGRAM_GROUP_CODE" val="m1-1"/>
  <p:tag name="KSO_WM_UNIT_TYPE" val="m_h_a"/>
  <p:tag name="KSO_WM_UNIT_INDEX" val="1_3_1"/>
  <p:tag name="KSO_WM_UNIT_ID" val="diagram160433_2*m_h_a*1_3_1"/>
  <p:tag name="KSO_WM_TEMPLATE_CATEGORY" val="diagram"/>
  <p:tag name="KSO_WM_TEMPLATE_INDEX" val="160433"/>
  <p:tag name="KSO_WM_UNIT_LAYERLEVEL" val="1_1_1"/>
  <p:tag name="KSO_WM_TAG_VERSION" val="1.0"/>
  <p:tag name="KSO_WM_BEAUTIFY_FLAG" val="#wm#"/>
  <p:tag name="KSO_WM_UNIT_PRESET_TEXT" val="添加标题"/>
  <p:tag name="KSO_WM_UNIT_TEXT_FILL_FORE_SCHEMECOLOR_INDEX" val="13"/>
  <p:tag name="KSO_WM_UNIT_TEXT_FILL_TYPE" val="1"/>
  <p:tag name="KSO_WM_DIAGRAM_VIRTUALLY_FRAME" val="{&quot;height&quot;:364.0454330708661,&quot;left&quot;:1,&quot;top&quot;:167.97732283464566,&quot;width&quot;:960}"/>
</p:tagLst>
</file>

<file path=ppt/tags/tag3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5.xml><?xml version="1.0" encoding="utf-8"?>
<p:tagLst xmlns:a="http://schemas.openxmlformats.org/drawingml/2006/main" xmlns:r="http://schemas.openxmlformats.org/officeDocument/2006/relationships" xmlns:p="http://schemas.openxmlformats.org/presentationml/2006/main">
  <p:tag name="TABLE_ENDDRAG_ORIGIN_RECT" val="876*173"/>
  <p:tag name="TABLE_ENDDRAG_RECT" val="55*207*876*173"/>
  <p:tag name="KSO_WM_BEAUTIFY_FLAG" val=""/>
</p:tagLst>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 2013 - 2022</Template>
  <TotalTime>0</TotalTime>
  <Words>4614</Words>
  <Application>Microsoft Office PowerPoint</Application>
  <PresentationFormat>宽屏</PresentationFormat>
  <Paragraphs>438</Paragraphs>
  <Slides>21</Slides>
  <Notes>3</Notes>
  <HiddenSlides>0</HiddenSlides>
  <MMClips>0</MMClips>
  <ScaleCrop>false</ScaleCrop>
  <HeadingPairs>
    <vt:vector size="6" baseType="variant">
      <vt:variant>
        <vt:lpstr>已用的字体</vt:lpstr>
      </vt:variant>
      <vt:variant>
        <vt:i4>17</vt:i4>
      </vt:variant>
      <vt:variant>
        <vt:lpstr>主题</vt:lpstr>
      </vt:variant>
      <vt:variant>
        <vt:i4>1</vt:i4>
      </vt:variant>
      <vt:variant>
        <vt:lpstr>幻灯片标题</vt:lpstr>
      </vt:variant>
      <vt:variant>
        <vt:i4>21</vt:i4>
      </vt:variant>
    </vt:vector>
  </HeadingPairs>
  <TitlesOfParts>
    <vt:vector size="39" baseType="lpstr">
      <vt:lpstr>FontAwesome</vt:lpstr>
      <vt:lpstr>GeosansLight</vt:lpstr>
      <vt:lpstr>Microsoft Yahei</vt:lpstr>
      <vt:lpstr>Open Sans</vt:lpstr>
      <vt:lpstr>Times New Roman Regular</vt:lpstr>
      <vt:lpstr>-webkit-standard</vt:lpstr>
      <vt:lpstr>标准粗黑</vt:lpstr>
      <vt:lpstr>等线</vt:lpstr>
      <vt:lpstr>等线 Light</vt:lpstr>
      <vt:lpstr>宋体</vt:lpstr>
      <vt:lpstr>微软雅黑</vt:lpstr>
      <vt:lpstr>Arial</vt:lpstr>
      <vt:lpstr>Calibri</vt:lpstr>
      <vt:lpstr>Calibri Light</vt:lpstr>
      <vt:lpstr>Cambria Math</vt:lpstr>
      <vt:lpstr>Times New Roman</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jinghui</dc:creator>
  <cp:lastModifiedBy>教育技术中心</cp:lastModifiedBy>
  <cp:revision>1208</cp:revision>
  <cp:lastPrinted>2025-11-04T13:12:27Z</cp:lastPrinted>
  <dcterms:created xsi:type="dcterms:W3CDTF">2025-11-04T13:12:27Z</dcterms:created>
  <dcterms:modified xsi:type="dcterms:W3CDTF">2025-11-07T11:49:11Z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00DA1F60C9C32F8D81D10969865CA298_43</vt:lpwstr>
  </property>
  <property fmtid="{D5CDD505-2E9C-101B-9397-08002B2CF9AE}" pid="3" name="KSOProductBuildVer">
    <vt:lpwstr>2052-6.11.0.8885</vt:lpwstr>
  </property>
</Properties>
</file>