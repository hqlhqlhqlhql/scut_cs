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867" r:id="rId3"/>
    <p:sldId id="550" r:id="rId5"/>
    <p:sldId id="832" r:id="rId6"/>
    <p:sldId id="833" r:id="rId7"/>
    <p:sldId id="834" r:id="rId8"/>
    <p:sldId id="835" r:id="rId9"/>
    <p:sldId id="836" r:id="rId10"/>
    <p:sldId id="837" r:id="rId11"/>
    <p:sldId id="838" r:id="rId12"/>
    <p:sldId id="839" r:id="rId13"/>
    <p:sldId id="840" r:id="rId14"/>
    <p:sldId id="785" r:id="rId15"/>
    <p:sldId id="786" r:id="rId16"/>
    <p:sldId id="866" r:id="rId17"/>
    <p:sldId id="864" r:id="rId18"/>
    <p:sldId id="863" r:id="rId19"/>
    <p:sldId id="865" r:id="rId20"/>
    <p:sldId id="793" r:id="rId21"/>
    <p:sldId id="795" r:id="rId22"/>
    <p:sldId id="796" r:id="rId23"/>
    <p:sldId id="868" r:id="rId24"/>
    <p:sldId id="869" r:id="rId25"/>
    <p:sldId id="511" r:id="rId26"/>
    <p:sldId id="798" r:id="rId27"/>
    <p:sldId id="799" r:id="rId28"/>
    <p:sldId id="800" r:id="rId29"/>
    <p:sldId id="801" r:id="rId30"/>
    <p:sldId id="802" r:id="rId31"/>
    <p:sldId id="803" r:id="rId32"/>
    <p:sldId id="870" r:id="rId33"/>
    <p:sldId id="804" r:id="rId34"/>
    <p:sldId id="805" r:id="rId35"/>
    <p:sldId id="806" r:id="rId36"/>
    <p:sldId id="807" r:id="rId37"/>
    <p:sldId id="505" r:id="rId38"/>
    <p:sldId id="809" r:id="rId39"/>
    <p:sldId id="841" r:id="rId40"/>
    <p:sldId id="842" r:id="rId41"/>
    <p:sldId id="905" r:id="rId42"/>
  </p:sldIdLst>
  <p:sldSz cx="12192000" cy="6858000"/>
  <p:notesSz cx="6858000" cy="9144000"/>
  <p:custDataLst>
    <p:tags r:id="rId4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5119" userDrawn="1">
          <p15:clr>
            <a:srgbClr val="A4A3A4"/>
          </p15:clr>
        </p15:guide>
        <p15:guide id="3" pos="530" userDrawn="1">
          <p15:clr>
            <a:srgbClr val="A4A3A4"/>
          </p15:clr>
        </p15:guide>
        <p15:guide id="4" pos="768" userDrawn="1">
          <p15:clr>
            <a:srgbClr val="A4A3A4"/>
          </p15:clr>
        </p15:guide>
        <p15:guide id="5" pos="9726" userDrawn="1">
          <p15:clr>
            <a:srgbClr val="A4A3A4"/>
          </p15:clr>
        </p15:guide>
        <p15:guide id="6" pos="9470" userDrawn="1">
          <p15:clr>
            <a:srgbClr val="A4A3A4"/>
          </p15:clr>
        </p15:guide>
        <p15:guide id="7" orient="horz" pos="3918" userDrawn="1">
          <p15:clr>
            <a:srgbClr val="A4A3A4"/>
          </p15:clr>
        </p15:guide>
        <p15:guide id="8" orient="horz" pos="1049" userDrawn="1">
          <p15:clr>
            <a:srgbClr val="A4A3A4"/>
          </p15:clr>
        </p15:guide>
        <p15:guide id="9" orient="horz" pos="666" userDrawn="1">
          <p15:clr>
            <a:srgbClr val="A4A3A4"/>
          </p15:clr>
        </p15:guide>
        <p15:guide id="10" orient="horz" pos="3170" userDrawn="1">
          <p15:clr>
            <a:srgbClr val="A4A3A4"/>
          </p15:clr>
        </p15:guide>
        <p15:guide id="11" pos="3852" userDrawn="1">
          <p15:clr>
            <a:srgbClr val="A4A3A4"/>
          </p15:clr>
        </p15:guide>
        <p15:guide id="12" pos="384" userDrawn="1">
          <p15:clr>
            <a:srgbClr val="A4A3A4"/>
          </p15:clr>
        </p15:guide>
        <p15:guide id="13" pos="604" userDrawn="1">
          <p15:clr>
            <a:srgbClr val="A4A3A4"/>
          </p15:clr>
        </p15:guide>
        <p15:guide id="14" pos="7322" userDrawn="1">
          <p15:clr>
            <a:srgbClr val="A4A3A4"/>
          </p15:clr>
        </p15:guide>
        <p15:guide id="15" pos="710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nghui" initials="j" lastIdx="1" clrIdx="0"/>
  <p:cmAuthor id="303694287" name="^_^ Alex Yang 阳光灿烂的日子"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0000FF"/>
    <a:srgbClr val="0099CC"/>
    <a:srgbClr val="7F8C8D"/>
    <a:srgbClr val="ECF0F1"/>
    <a:srgbClr val="E74C3C"/>
    <a:srgbClr val="94B155"/>
    <a:srgbClr val="3D9FAC"/>
    <a:srgbClr val="FEB834"/>
    <a:srgbClr val="5B44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43" autoAdjust="0"/>
    <p:restoredTop sz="79110" autoAdjust="0"/>
  </p:normalViewPr>
  <p:slideViewPr>
    <p:cSldViewPr snapToGrid="0" showGuides="1">
      <p:cViewPr varScale="1">
        <p:scale>
          <a:sx n="89" d="100"/>
          <a:sy n="89" d="100"/>
        </p:scale>
        <p:origin x="1200" y="90"/>
      </p:cViewPr>
      <p:guideLst>
        <p:guide orient="horz" pos="2160"/>
        <p:guide pos="5119"/>
        <p:guide pos="530"/>
        <p:guide pos="768"/>
        <p:guide pos="9726"/>
        <p:guide pos="9470"/>
        <p:guide orient="horz" pos="3918"/>
        <p:guide orient="horz" pos="1049"/>
        <p:guide orient="horz" pos="666"/>
        <p:guide orient="horz" pos="3170"/>
        <p:guide pos="3852"/>
        <p:guide pos="384"/>
        <p:guide pos="604"/>
        <p:guide pos="7322"/>
        <p:guide pos="7101"/>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7" Type="http://schemas.openxmlformats.org/officeDocument/2006/relationships/tags" Target="tags/tag210.xml"/><Relationship Id="rId46" Type="http://schemas.openxmlformats.org/officeDocument/2006/relationships/commentAuthors" Target="commentAuthors.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CC360C-F423-4191-B903-C96919C651F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B7194D-9457-4CB1-9230-4797428E1A5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0B7194D-9457-4CB1-9230-4797428E1A5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0B7194D-9457-4CB1-9230-4797428E1A5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96900" y="31308"/>
            <a:ext cx="563252" cy="563252"/>
          </a:xfrm>
          <a:prstGeom prst="rect">
            <a:avLst/>
          </a:prstGeom>
          <a:effectLst/>
        </p:spPr>
      </p:pic>
      <p:sp>
        <p:nvSpPr>
          <p:cNvPr id="9" name="文本占位符 7"/>
          <p:cNvSpPr>
            <a:spLocks noGrp="1"/>
          </p:cNvSpPr>
          <p:nvPr>
            <p:ph type="body" sz="quarter" idx="10"/>
          </p:nvPr>
        </p:nvSpPr>
        <p:spPr>
          <a:xfrm>
            <a:off x="2081683" y="90632"/>
            <a:ext cx="8028633" cy="534844"/>
          </a:xfrm>
          <a:prstGeom prst="rect">
            <a:avLst/>
          </a:prstGeom>
        </p:spPr>
        <p:txBody>
          <a:bodyPr/>
          <a:lstStyle>
            <a:lvl1pPr marL="0" indent="0" algn="ctr">
              <a:buNone/>
              <a:defRPr sz="3100" b="1">
                <a:latin typeface="微软雅黑" panose="020B0503020204020204" pitchFamily="34" charset="-122"/>
                <a:ea typeface="微软雅黑" panose="020B0503020204020204" pitchFamily="34" charset="-122"/>
              </a:defRPr>
            </a:lvl1pPr>
          </a:lstStyle>
          <a:p>
            <a:pPr lvl="0"/>
            <a:r>
              <a:rPr lang="zh-CN" altLang="en-US" dirty="0"/>
              <a:t>单击此处编辑母版文本样式</a:t>
            </a:r>
            <a:endParaRPr lang="zh-CN" altLang="en-US" dirty="0"/>
          </a:p>
        </p:txBody>
      </p:sp>
      <p:sp>
        <p:nvSpPr>
          <p:cNvPr id="10" name="文本占位符 7"/>
          <p:cNvSpPr>
            <a:spLocks noGrp="1"/>
          </p:cNvSpPr>
          <p:nvPr>
            <p:ph type="body" sz="quarter" idx="13"/>
          </p:nvPr>
        </p:nvSpPr>
        <p:spPr>
          <a:xfrm>
            <a:off x="957943" y="1057373"/>
            <a:ext cx="9261231" cy="387941"/>
          </a:xfrm>
          <a:prstGeom prst="rect">
            <a:avLst/>
          </a:prstGeom>
        </p:spPr>
        <p:txBody>
          <a:bodyPr/>
          <a:lstStyle>
            <a:lvl1pPr marL="0" indent="0" algn="l">
              <a:buNone/>
              <a:defRPr sz="2400" b="1">
                <a:latin typeface="微软雅黑" panose="020B0503020204020204" pitchFamily="34" charset="-122"/>
                <a:ea typeface="微软雅黑" panose="020B0503020204020204" pitchFamily="34" charset="-122"/>
              </a:defRPr>
            </a:lvl1pPr>
          </a:lstStyle>
          <a:p>
            <a:pPr lvl="0"/>
            <a:r>
              <a:rPr lang="zh-CN" altLang="en-US" dirty="0"/>
              <a:t>单击此处编辑母版文本样式</a:t>
            </a:r>
            <a:endParaRPr lang="zh-CN" altLang="en-US" dirty="0"/>
          </a:p>
        </p:txBody>
      </p:sp>
      <p:sp>
        <p:nvSpPr>
          <p:cNvPr id="11" name="矩形 10"/>
          <p:cNvSpPr/>
          <p:nvPr userDrawn="1"/>
        </p:nvSpPr>
        <p:spPr>
          <a:xfrm flipV="1">
            <a:off x="0" y="625867"/>
            <a:ext cx="12132733" cy="63586"/>
          </a:xfrm>
          <a:prstGeom prst="rect">
            <a:avLst/>
          </a:prstGeom>
          <a:gradFill flip="none" rotWithShape="1">
            <a:gsLst>
              <a:gs pos="0">
                <a:schemeClr val="accent1">
                  <a:lumMod val="75000"/>
                </a:schemeClr>
              </a:gs>
              <a:gs pos="77000">
                <a:schemeClr val="accent5">
                  <a:lumMod val="60000"/>
                  <a:lumOff val="40000"/>
                </a:schemeClr>
              </a:gs>
              <a:gs pos="100000">
                <a:schemeClr val="bg1">
                  <a:alpha val="0"/>
                </a:schemeClr>
              </a:gs>
            </a:gsLst>
            <a:lin ang="0" scaled="1"/>
            <a:tileRect/>
          </a:gradFill>
          <a:ln>
            <a:noFill/>
          </a:ln>
          <a:effectLst>
            <a:outerShdw blurRad="50800" dist="38100" dir="5400000" sx="124000" sy="124000" algn="t" rotWithShape="0">
              <a:schemeClr val="accent1">
                <a:lumMod val="75000"/>
                <a:alpha val="26000"/>
              </a:schemeClr>
            </a:outerShdw>
          </a:effectLst>
        </p:spPr>
        <p:style>
          <a:lnRef idx="3">
            <a:schemeClr val="lt1"/>
          </a:lnRef>
          <a:fillRef idx="1">
            <a:schemeClr val="accent3"/>
          </a:fillRef>
          <a:effectRef idx="1">
            <a:schemeClr val="accent3"/>
          </a:effectRef>
          <a:fontRef idx="minor">
            <a:schemeClr val="lt1"/>
          </a:fontRef>
        </p:style>
        <p:txBody>
          <a:bodyPr rtlCol="0" anchor="ctr"/>
          <a:lstStyle/>
          <a:p>
            <a:pPr defTabSz="685800" fontAlgn="base">
              <a:spcBef>
                <a:spcPct val="0"/>
              </a:spcBef>
              <a:spcAft>
                <a:spcPct val="0"/>
              </a:spcAft>
              <a:defRPr/>
            </a:pPr>
            <a:endParaRPr lang="zh-CN" altLang="en-US" sz="1100" dirty="0">
              <a:solidFill>
                <a:srgbClr val="0099CC"/>
              </a:solidFill>
              <a:latin typeface="微软雅黑" panose="020B0503020204020204" pitchFamily="34" charset="-122"/>
              <a:ea typeface="微软雅黑" panose="020B0503020204020204" pitchFamily="34" charset="-122"/>
              <a:cs typeface="Times New Roman" panose="02020703060505090304" pitchFamily="18" charset="0"/>
            </a:endParaRPr>
          </a:p>
        </p:txBody>
      </p:sp>
      <p:sp>
        <p:nvSpPr>
          <p:cNvPr id="12" name="矩形 11"/>
          <p:cNvSpPr/>
          <p:nvPr userDrawn="1"/>
        </p:nvSpPr>
        <p:spPr>
          <a:xfrm>
            <a:off x="0" y="-1"/>
            <a:ext cx="309231" cy="689454"/>
          </a:xfrm>
          <a:prstGeom prst="rect">
            <a:avLst/>
          </a:prstGeom>
          <a:solidFill>
            <a:schemeClr val="accent1">
              <a:lumMod val="75000"/>
            </a:schemeClr>
          </a:solidFill>
          <a:ln>
            <a:noFill/>
          </a:ln>
          <a:effectLst>
            <a:outerShdw blurRad="25400" dist="25400" dir="13500000" algn="br" rotWithShape="0">
              <a:schemeClr val="accent1">
                <a:lumMod val="75000"/>
                <a:alpha val="40000"/>
              </a:schemeClr>
            </a:outerShdw>
          </a:effectLst>
        </p:spPr>
        <p:style>
          <a:lnRef idx="3">
            <a:schemeClr val="lt1"/>
          </a:lnRef>
          <a:fillRef idx="1">
            <a:schemeClr val="accent3"/>
          </a:fillRef>
          <a:effectRef idx="1">
            <a:schemeClr val="accent3"/>
          </a:effectRef>
          <a:fontRef idx="minor">
            <a:schemeClr val="lt1"/>
          </a:fontRef>
        </p:style>
        <p:txBody>
          <a:bodyPr rtlCol="0" anchor="ctr"/>
          <a:lstStyle/>
          <a:p>
            <a:pPr defTabSz="685800" fontAlgn="base">
              <a:spcBef>
                <a:spcPct val="0"/>
              </a:spcBef>
              <a:spcAft>
                <a:spcPct val="0"/>
              </a:spcAft>
              <a:defRPr/>
            </a:pPr>
            <a:endParaRPr lang="zh-CN" altLang="en-US" sz="1100" dirty="0">
              <a:solidFill>
                <a:srgbClr val="0099CC"/>
              </a:solidFill>
              <a:latin typeface="微软雅黑" panose="020B0503020204020204" pitchFamily="34" charset="-122"/>
              <a:ea typeface="微软雅黑" panose="020B0503020204020204" pitchFamily="34" charset="-122"/>
              <a:cs typeface="Times New Roman" panose="02020703060505090304" pitchFamily="18" charset="0"/>
            </a:endParaRPr>
          </a:p>
        </p:txBody>
      </p:sp>
      <p:sp>
        <p:nvSpPr>
          <p:cNvPr id="13" name="文本占位符 21"/>
          <p:cNvSpPr>
            <a:spLocks noGrp="1"/>
          </p:cNvSpPr>
          <p:nvPr>
            <p:ph type="body" sz="quarter" idx="15" hasCustomPrompt="1"/>
          </p:nvPr>
        </p:nvSpPr>
        <p:spPr>
          <a:xfrm>
            <a:off x="11403449" y="6368136"/>
            <a:ext cx="440986" cy="324355"/>
          </a:xfrm>
          <a:prstGeom prst="rect">
            <a:avLst/>
          </a:prstGeom>
        </p:spPr>
        <p:txBody>
          <a:bodyPr/>
          <a:lstStyle>
            <a:lvl1pPr marL="0" indent="0" algn="ctr">
              <a:buFont typeface="Arial" panose="020B0604020202090204" pitchFamily="34" charset="0"/>
              <a:buNone/>
              <a:defRPr sz="1800"/>
            </a:lvl1pPr>
            <a:lvl2pPr marL="457200" indent="0">
              <a:buNone/>
              <a:defRPr/>
            </a:lvl2pPr>
          </a:lstStyle>
          <a:p>
            <a:pPr lvl="0"/>
            <a:r>
              <a:rPr lang="en-US" altLang="zh-CN" dirty="0"/>
              <a:t>10</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fld>
            <a:endParaRPr lang="zh-CN"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fld>
            <a:endParaRPr lang="zh-CN"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fld>
            <a:endParaRPr lang="zh-CN" alt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fld>
            <a:endParaRPr lang="zh-CN" alt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fld>
            <a:endParaRPr lang="zh-CN" alt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fld>
            <a:endParaRPr lang="zh-CN" alt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fld>
            <a:endParaRPr lang="zh-CN" alt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fld>
            <a:endParaRPr lang="zh-CN" alt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fld>
            <a:endParaRPr lang="zh-CN"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fld>
            <a:endParaRPr lang="zh-CN"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Full Screen Image">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sp>
        <p:nvSpPr>
          <p:cNvPr id="48" name="Picture Placeholder 11"/>
          <p:cNvSpPr>
            <a:spLocks noGrp="1"/>
          </p:cNvSpPr>
          <p:nvPr>
            <p:ph type="pic" sz="quarter" idx="10"/>
          </p:nvPr>
        </p:nvSpPr>
        <p:spPr>
          <a:xfrm>
            <a:off x="6294473" y="1600202"/>
            <a:ext cx="5897880" cy="3662363"/>
          </a:xfrm>
          <a:prstGeom prst="roundRect">
            <a:avLst>
              <a:gd name="adj" fmla="val 2031"/>
            </a:avLst>
          </a:prstGeom>
        </p:spPr>
        <p:txBody>
          <a:bodyPr/>
          <a:lstStyle>
            <a:lvl1pPr>
              <a:defRPr baseline="0"/>
            </a:lvl1pPr>
          </a:lstStyle>
          <a:p>
            <a:endParaRPr lang="en-US" dirty="0"/>
          </a:p>
        </p:txBody>
      </p:sp>
      <p:sp>
        <p:nvSpPr>
          <p:cNvPr id="49" name="Text Placeholder 13"/>
          <p:cNvSpPr>
            <a:spLocks noGrp="1"/>
          </p:cNvSpPr>
          <p:nvPr>
            <p:ph type="body" sz="quarter" idx="11"/>
          </p:nvPr>
        </p:nvSpPr>
        <p:spPr>
          <a:xfrm>
            <a:off x="914400" y="2112462"/>
            <a:ext cx="4015113" cy="585787"/>
          </a:xfrm>
          <a:prstGeom prst="rect">
            <a:avLst/>
          </a:prstGeom>
        </p:spPr>
        <p:txBody>
          <a:bodyPr>
            <a:noAutofit/>
          </a:bodyPr>
          <a:lstStyle>
            <a:lvl1pPr marL="0" indent="0">
              <a:buNone/>
              <a:defRPr sz="3200">
                <a:solidFill>
                  <a:schemeClr val="tx1">
                    <a:lumMod val="50000"/>
                    <a:lumOff val="50000"/>
                  </a:schemeClr>
                </a:solidFill>
                <a:latin typeface="GeosansLight" panose="02000603020000020003" pitchFamily="2" charset="0"/>
              </a:defRPr>
            </a:lvl1pPr>
            <a:lvl2pPr marL="457200" indent="0">
              <a:buNone/>
              <a:defRPr/>
            </a:lvl2pPr>
            <a:lvl3pPr marL="914400" indent="0">
              <a:buNone/>
              <a:defRPr/>
            </a:lvl3pPr>
            <a:lvl4pPr marL="1371600" indent="0">
              <a:buNone/>
              <a:defRPr/>
            </a:lvl4pPr>
          </a:lstStyle>
          <a:p>
            <a:pPr lvl="0"/>
            <a:endParaRPr lang="en-US" dirty="0"/>
          </a:p>
        </p:txBody>
      </p:sp>
      <p:sp>
        <p:nvSpPr>
          <p:cNvPr id="50" name="Content Placeholder 15"/>
          <p:cNvSpPr>
            <a:spLocks noGrp="1"/>
          </p:cNvSpPr>
          <p:nvPr>
            <p:ph sz="quarter" idx="12"/>
          </p:nvPr>
        </p:nvSpPr>
        <p:spPr>
          <a:xfrm>
            <a:off x="914401" y="3552827"/>
            <a:ext cx="4856163" cy="1198563"/>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51" name="Content Placeholder 17"/>
          <p:cNvSpPr>
            <a:spLocks noGrp="1"/>
          </p:cNvSpPr>
          <p:nvPr>
            <p:ph sz="quarter" idx="13"/>
          </p:nvPr>
        </p:nvSpPr>
        <p:spPr>
          <a:xfrm>
            <a:off x="917595" y="2735012"/>
            <a:ext cx="3409950" cy="3905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troduction Layout">
    <p:spTree>
      <p:nvGrpSpPr>
        <p:cNvPr id="1" name=""/>
        <p:cNvGrpSpPr/>
        <p:nvPr/>
      </p:nvGrpSpPr>
      <p:grpSpPr>
        <a:xfrm>
          <a:off x="0" y="0"/>
          <a:ext cx="0" cy="0"/>
          <a:chOff x="0" y="0"/>
          <a:chExt cx="0" cy="0"/>
        </a:xfrm>
      </p:grpSpPr>
      <p:sp>
        <p:nvSpPr>
          <p:cNvPr id="20" name="Picture Placeholder 19"/>
          <p:cNvSpPr>
            <a:spLocks noGrp="1"/>
          </p:cNvSpPr>
          <p:nvPr>
            <p:ph type="pic" sz="quarter" idx="10"/>
          </p:nvPr>
        </p:nvSpPr>
        <p:spPr>
          <a:xfrm>
            <a:off x="0" y="0"/>
            <a:ext cx="12192000" cy="3429000"/>
          </a:xfrm>
          <a:prstGeom prst="rect">
            <a:avLst/>
          </a:prstGeom>
        </p:spPr>
        <p:txBody>
          <a:bodyPr/>
          <a:lstStyle>
            <a:lvl1pPr>
              <a:defRPr/>
            </a:lvl1pPr>
          </a:lstStyle>
          <a:p>
            <a:endParaRPr lang="en-US" dirty="0"/>
          </a:p>
        </p:txBody>
      </p:sp>
      <p:sp>
        <p:nvSpPr>
          <p:cNvPr id="22" name="Text Placeholder 21"/>
          <p:cNvSpPr>
            <a:spLocks noGrp="1"/>
          </p:cNvSpPr>
          <p:nvPr>
            <p:ph type="body" sz="quarter" idx="11"/>
          </p:nvPr>
        </p:nvSpPr>
        <p:spPr>
          <a:xfrm>
            <a:off x="3709988" y="3837117"/>
            <a:ext cx="4772025" cy="604837"/>
          </a:xfrm>
          <a:prstGeom prst="rect">
            <a:avLst/>
          </a:prstGeom>
        </p:spPr>
        <p:txBody>
          <a:bodyPr>
            <a:noAutofit/>
          </a:bodyPr>
          <a:lstStyle>
            <a:lvl1pPr marL="0" indent="0" algn="ctr">
              <a:buNone/>
              <a:defRPr sz="3200">
                <a:solidFill>
                  <a:schemeClr val="tx1">
                    <a:lumMod val="50000"/>
                    <a:lumOff val="50000"/>
                  </a:schemeClr>
                </a:solidFill>
                <a:latin typeface="GeosansLight" panose="02000603020000020003" pitchFamily="2" charset="0"/>
              </a:defRPr>
            </a:lvl1pPr>
          </a:lstStyle>
          <a:p>
            <a:pPr lvl="0"/>
            <a:endParaRPr lang="en-US" dirty="0"/>
          </a:p>
        </p:txBody>
      </p:sp>
      <p:sp>
        <p:nvSpPr>
          <p:cNvPr id="24" name="Text Placeholder 23"/>
          <p:cNvSpPr>
            <a:spLocks noGrp="1"/>
          </p:cNvSpPr>
          <p:nvPr>
            <p:ph type="body" sz="quarter" idx="12"/>
          </p:nvPr>
        </p:nvSpPr>
        <p:spPr>
          <a:xfrm>
            <a:off x="4278313" y="4441825"/>
            <a:ext cx="3605213" cy="476250"/>
          </a:xfrm>
          <a:prstGeom prst="rect">
            <a:avLst/>
          </a:prstGeom>
        </p:spPr>
        <p:txBody>
          <a:bodyPr>
            <a:normAutofit/>
          </a:bodyPr>
          <a:lstStyle>
            <a:lvl1pPr marL="0" indent="0" algn="ctr">
              <a:buNone/>
              <a:defRPr sz="1000" baseline="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26" name="Text Placeholder 25"/>
          <p:cNvSpPr>
            <a:spLocks noGrp="1"/>
          </p:cNvSpPr>
          <p:nvPr>
            <p:ph type="body" sz="quarter" idx="13"/>
          </p:nvPr>
        </p:nvSpPr>
        <p:spPr>
          <a:xfrm>
            <a:off x="3358357" y="5129215"/>
            <a:ext cx="5475288" cy="1030287"/>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New Product">
    <p:spTree>
      <p:nvGrpSpPr>
        <p:cNvPr id="1" name=""/>
        <p:cNvGrpSpPr/>
        <p:nvPr/>
      </p:nvGrpSpPr>
      <p:grpSpPr>
        <a:xfrm>
          <a:off x="0" y="0"/>
          <a:ext cx="0" cy="0"/>
          <a:chOff x="0" y="0"/>
          <a:chExt cx="0" cy="0"/>
        </a:xfrm>
      </p:grpSpPr>
      <p:sp>
        <p:nvSpPr>
          <p:cNvPr id="6" name="Picture Placeholder 47"/>
          <p:cNvSpPr>
            <a:spLocks noGrp="1"/>
          </p:cNvSpPr>
          <p:nvPr>
            <p:ph type="pic" sz="quarter" idx="10"/>
          </p:nvPr>
        </p:nvSpPr>
        <p:spPr>
          <a:xfrm>
            <a:off x="914400" y="1603377"/>
            <a:ext cx="3286125" cy="2170113"/>
          </a:xfrm>
          <a:prstGeom prst="rect">
            <a:avLst/>
          </a:prstGeom>
          <a:solidFill>
            <a:schemeClr val="bg1">
              <a:lumMod val="85000"/>
            </a:schemeClr>
          </a:solidFill>
        </p:spPr>
        <p:txBody>
          <a:bodyPr/>
          <a:lstStyle/>
          <a:p>
            <a:endParaRPr lang="en-US"/>
          </a:p>
        </p:txBody>
      </p:sp>
      <p:sp>
        <p:nvSpPr>
          <p:cNvPr id="7" name="Picture Placeholder 47"/>
          <p:cNvSpPr>
            <a:spLocks noGrp="1"/>
          </p:cNvSpPr>
          <p:nvPr>
            <p:ph type="pic" sz="quarter" idx="11"/>
          </p:nvPr>
        </p:nvSpPr>
        <p:spPr>
          <a:xfrm>
            <a:off x="4452606" y="1603377"/>
            <a:ext cx="3286125" cy="2170113"/>
          </a:xfrm>
          <a:prstGeom prst="rect">
            <a:avLst/>
          </a:prstGeom>
          <a:solidFill>
            <a:schemeClr val="bg1">
              <a:lumMod val="85000"/>
            </a:schemeClr>
          </a:solidFill>
        </p:spPr>
        <p:txBody>
          <a:bodyPr/>
          <a:lstStyle/>
          <a:p>
            <a:endParaRPr lang="en-US"/>
          </a:p>
        </p:txBody>
      </p:sp>
      <p:sp>
        <p:nvSpPr>
          <p:cNvPr id="8" name="Picture Placeholder 47"/>
          <p:cNvSpPr>
            <a:spLocks noGrp="1"/>
          </p:cNvSpPr>
          <p:nvPr>
            <p:ph type="pic" sz="quarter" idx="12"/>
          </p:nvPr>
        </p:nvSpPr>
        <p:spPr>
          <a:xfrm>
            <a:off x="7990811" y="1609069"/>
            <a:ext cx="3286125" cy="2170113"/>
          </a:xfrm>
          <a:prstGeom prst="rect">
            <a:avLst/>
          </a:prstGeom>
          <a:solidFill>
            <a:schemeClr val="bg1">
              <a:lumMod val="85000"/>
            </a:schemeClr>
          </a:solidFill>
        </p:spPr>
        <p:txBody>
          <a:bodyPr/>
          <a:lstStyle/>
          <a:p>
            <a:endParaRPr lang="en-US"/>
          </a:p>
        </p:txBody>
      </p:sp>
      <p:sp>
        <p:nvSpPr>
          <p:cNvPr id="9" name="Rectangle 8"/>
          <p:cNvSpPr/>
          <p:nvPr userDrawn="1"/>
        </p:nvSpPr>
        <p:spPr>
          <a:xfrm>
            <a:off x="914401" y="3773599"/>
            <a:ext cx="3285460" cy="23986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4453271" y="3773598"/>
            <a:ext cx="3285460" cy="23986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7992141" y="3773601"/>
            <a:ext cx="3285460" cy="23986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4" name="Text Placeholder 51"/>
          <p:cNvSpPr>
            <a:spLocks noGrp="1"/>
          </p:cNvSpPr>
          <p:nvPr>
            <p:ph type="body" sz="quarter" idx="13"/>
          </p:nvPr>
        </p:nvSpPr>
        <p:spPr>
          <a:xfrm>
            <a:off x="2131747" y="3522296"/>
            <a:ext cx="841249" cy="246888"/>
          </a:xfrm>
          <a:prstGeom prst="rect">
            <a:avLst/>
          </a:prstGeom>
          <a:solidFill>
            <a:schemeClr val="accent6"/>
          </a:solidFill>
        </p:spPr>
        <p:txBody>
          <a:bodyPr>
            <a:normAutofit/>
          </a:bodyPr>
          <a:lstStyle>
            <a:lvl1pPr marL="0" indent="0" algn="ctr">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5" name="Text Placeholder 54"/>
          <p:cNvSpPr>
            <a:spLocks noGrp="1"/>
          </p:cNvSpPr>
          <p:nvPr>
            <p:ph type="body" sz="quarter" idx="14"/>
          </p:nvPr>
        </p:nvSpPr>
        <p:spPr>
          <a:xfrm>
            <a:off x="5680800" y="3532292"/>
            <a:ext cx="841249" cy="246888"/>
          </a:xfrm>
          <a:prstGeom prst="rect">
            <a:avLst/>
          </a:prstGeom>
          <a:solidFill>
            <a:schemeClr val="tx1">
              <a:lumMod val="65000"/>
              <a:lumOff val="35000"/>
            </a:schemeClr>
          </a:solidFill>
        </p:spPr>
        <p:txBody>
          <a:bodyPr>
            <a:normAutofit/>
          </a:bodyPr>
          <a:lstStyle>
            <a:lvl1pPr marL="0" indent="0" algn="ctr">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6" name="Text Placeholder 56"/>
          <p:cNvSpPr>
            <a:spLocks noGrp="1"/>
          </p:cNvSpPr>
          <p:nvPr>
            <p:ph type="body" sz="quarter" idx="15"/>
          </p:nvPr>
        </p:nvSpPr>
        <p:spPr>
          <a:xfrm>
            <a:off x="9213493" y="3519874"/>
            <a:ext cx="841249" cy="246888"/>
          </a:xfrm>
          <a:prstGeom prst="rect">
            <a:avLst/>
          </a:prstGeom>
          <a:solidFill>
            <a:schemeClr val="accent6"/>
          </a:solidFill>
        </p:spPr>
        <p:txBody>
          <a:bodyPr>
            <a:normAutofit/>
          </a:bodyPr>
          <a:lstStyle>
            <a:lvl1pPr marL="0" indent="0" algn="ctr">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7" name="Text Placeholder 58"/>
          <p:cNvSpPr>
            <a:spLocks noGrp="1"/>
          </p:cNvSpPr>
          <p:nvPr>
            <p:ph type="body" sz="quarter" idx="16"/>
          </p:nvPr>
        </p:nvSpPr>
        <p:spPr>
          <a:xfrm>
            <a:off x="1272510" y="4047786"/>
            <a:ext cx="2569243" cy="310896"/>
          </a:xfrm>
          <a:prstGeom prst="rect">
            <a:avLst/>
          </a:prstGeom>
        </p:spPr>
        <p:txBody>
          <a:bodyPr>
            <a:normAutofit/>
          </a:bodyPr>
          <a:lstStyle>
            <a:lvl1pPr marL="0" indent="0" algn="ctr">
              <a:buNone/>
              <a:defRPr sz="14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8" name="Text Placeholder 58"/>
          <p:cNvSpPr>
            <a:spLocks noGrp="1"/>
          </p:cNvSpPr>
          <p:nvPr>
            <p:ph type="body" sz="quarter" idx="17"/>
          </p:nvPr>
        </p:nvSpPr>
        <p:spPr>
          <a:xfrm>
            <a:off x="1272510" y="4945816"/>
            <a:ext cx="2569243" cy="1042803"/>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9" name="Text Placeholder 58"/>
          <p:cNvSpPr>
            <a:spLocks noGrp="1"/>
          </p:cNvSpPr>
          <p:nvPr>
            <p:ph type="body" sz="quarter" idx="19"/>
          </p:nvPr>
        </p:nvSpPr>
        <p:spPr>
          <a:xfrm>
            <a:off x="4811380" y="4945816"/>
            <a:ext cx="2569243" cy="1042803"/>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0" name="Text Placeholder 58"/>
          <p:cNvSpPr>
            <a:spLocks noGrp="1"/>
          </p:cNvSpPr>
          <p:nvPr>
            <p:ph type="body" sz="quarter" idx="20"/>
          </p:nvPr>
        </p:nvSpPr>
        <p:spPr>
          <a:xfrm>
            <a:off x="4811047" y="4047786"/>
            <a:ext cx="2569243" cy="310896"/>
          </a:xfrm>
          <a:prstGeom prst="rect">
            <a:avLst/>
          </a:prstGeom>
        </p:spPr>
        <p:txBody>
          <a:bodyPr>
            <a:normAutofit/>
          </a:bodyPr>
          <a:lstStyle>
            <a:lvl1pPr marL="0" indent="0" algn="ctr">
              <a:buNone/>
              <a:defRPr sz="14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1" name="Text Placeholder 58"/>
          <p:cNvSpPr>
            <a:spLocks noGrp="1"/>
          </p:cNvSpPr>
          <p:nvPr>
            <p:ph type="body" sz="quarter" idx="21"/>
          </p:nvPr>
        </p:nvSpPr>
        <p:spPr>
          <a:xfrm>
            <a:off x="8353365" y="4945816"/>
            <a:ext cx="2569243" cy="1042803"/>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2" name="Text Placeholder 58"/>
          <p:cNvSpPr>
            <a:spLocks noGrp="1"/>
          </p:cNvSpPr>
          <p:nvPr>
            <p:ph type="body" sz="quarter" idx="22"/>
          </p:nvPr>
        </p:nvSpPr>
        <p:spPr>
          <a:xfrm>
            <a:off x="8353033" y="4047786"/>
            <a:ext cx="2569243" cy="310896"/>
          </a:xfrm>
          <a:prstGeom prst="rect">
            <a:avLst/>
          </a:prstGeom>
        </p:spPr>
        <p:txBody>
          <a:bodyPr>
            <a:normAutofit/>
          </a:bodyPr>
          <a:lstStyle>
            <a:lvl1pPr marL="0" indent="0" algn="ctr">
              <a:buNone/>
              <a:defRPr sz="14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3" name="Text Placeholder 68"/>
          <p:cNvSpPr>
            <a:spLocks noGrp="1"/>
          </p:cNvSpPr>
          <p:nvPr>
            <p:ph type="body" sz="quarter" idx="23"/>
          </p:nvPr>
        </p:nvSpPr>
        <p:spPr>
          <a:xfrm>
            <a:off x="3168062" y="157039"/>
            <a:ext cx="5855876" cy="619125"/>
          </a:xfrm>
          <a:prstGeom prst="rect">
            <a:avLst/>
          </a:prstGeom>
        </p:spPr>
        <p:txBody>
          <a:bodyPr/>
          <a:lstStyle>
            <a:lvl1pPr marL="0" indent="0" algn="ctr">
              <a:buNone/>
              <a:defRPr>
                <a:solidFill>
                  <a:schemeClr val="tx1">
                    <a:lumMod val="50000"/>
                    <a:lumOff val="50000"/>
                  </a:schemeClr>
                </a:solidFill>
                <a:latin typeface="GeosansLight" panose="02000603020000020003" pitchFamily="2" charset="0"/>
              </a:defRPr>
            </a:lvl1pPr>
          </a:lstStyle>
          <a:p>
            <a:pPr lvl="0"/>
            <a:endParaRPr lang="en-US"/>
          </a:p>
        </p:txBody>
      </p:sp>
      <p:sp>
        <p:nvSpPr>
          <p:cNvPr id="44" name="Text Placeholder 58"/>
          <p:cNvSpPr>
            <a:spLocks noGrp="1"/>
          </p:cNvSpPr>
          <p:nvPr>
            <p:ph type="body" sz="quarter" idx="24" hasCustomPrompt="1"/>
          </p:nvPr>
        </p:nvSpPr>
        <p:spPr>
          <a:xfrm>
            <a:off x="3775997" y="772883"/>
            <a:ext cx="4628162" cy="561886"/>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Add Slogun Text</a:t>
            </a:r>
            <a:endParaRPr lang="en-US"/>
          </a:p>
        </p:txBody>
      </p:sp>
      <p:sp>
        <p:nvSpPr>
          <p:cNvPr id="45" name="Text Placeholder 28"/>
          <p:cNvSpPr>
            <a:spLocks noGrp="1"/>
          </p:cNvSpPr>
          <p:nvPr>
            <p:ph type="body" sz="quarter" idx="25" hasCustomPrompt="1"/>
          </p:nvPr>
        </p:nvSpPr>
        <p:spPr>
          <a:xfrm>
            <a:off x="634321" y="6436671"/>
            <a:ext cx="2395309" cy="310896"/>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Company Name</a:t>
            </a:r>
            <a:endParaRPr lang="en-US"/>
          </a:p>
        </p:txBody>
      </p:sp>
      <p:sp>
        <p:nvSpPr>
          <p:cNvPr id="46" name="Text Placeholder 28"/>
          <p:cNvSpPr>
            <a:spLocks noGrp="1"/>
          </p:cNvSpPr>
          <p:nvPr>
            <p:ph type="body" sz="quarter" idx="26" hasCustomPrompt="1"/>
          </p:nvPr>
        </p:nvSpPr>
        <p:spPr>
          <a:xfrm>
            <a:off x="4898347" y="6436671"/>
            <a:ext cx="2395309" cy="310896"/>
          </a:xfrm>
          <a:prstGeom prst="rect">
            <a:avLst/>
          </a:prstGeom>
        </p:spPr>
        <p:txBody>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Web Site Name</a:t>
            </a:r>
            <a:endParaRPr lang="en-US"/>
          </a:p>
        </p:txBody>
      </p:sp>
      <p:sp>
        <p:nvSpPr>
          <p:cNvPr id="47" name="Text Placeholder 28"/>
          <p:cNvSpPr>
            <a:spLocks noGrp="1"/>
          </p:cNvSpPr>
          <p:nvPr>
            <p:ph type="body" sz="quarter" idx="18" hasCustomPrompt="1"/>
          </p:nvPr>
        </p:nvSpPr>
        <p:spPr>
          <a:xfrm>
            <a:off x="9162370" y="6436671"/>
            <a:ext cx="2395309" cy="310896"/>
          </a:xfrm>
          <a:prstGeom prst="rect">
            <a:avLst/>
          </a:prstGeom>
        </p:spPr>
        <p:txBody>
          <a:bodyPr/>
          <a:lstStyle>
            <a:lvl1pPr marL="0" indent="0" algn="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Page Number 00</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am Work 1">
    <p:spTree>
      <p:nvGrpSpPr>
        <p:cNvPr id="1" name=""/>
        <p:cNvGrpSpPr/>
        <p:nvPr/>
      </p:nvGrpSpPr>
      <p:grpSpPr>
        <a:xfrm>
          <a:off x="0" y="0"/>
          <a:ext cx="0" cy="0"/>
          <a:chOff x="0" y="0"/>
          <a:chExt cx="0" cy="0"/>
        </a:xfrm>
      </p:grpSpPr>
      <p:sp>
        <p:nvSpPr>
          <p:cNvPr id="28" name="Picture Placeholder 27"/>
          <p:cNvSpPr>
            <a:spLocks noGrp="1"/>
          </p:cNvSpPr>
          <p:nvPr>
            <p:ph type="pic" sz="quarter" idx="10"/>
          </p:nvPr>
        </p:nvSpPr>
        <p:spPr>
          <a:xfrm>
            <a:off x="704203" y="1690876"/>
            <a:ext cx="1828800" cy="1828800"/>
          </a:xfrm>
          <a:prstGeom prst="ellipse">
            <a:avLst/>
          </a:prstGeom>
          <a:solidFill>
            <a:schemeClr val="bg1">
              <a:lumMod val="85000"/>
            </a:schemeClr>
          </a:solidFill>
        </p:spPr>
        <p:txBody>
          <a:bodyPr>
            <a:normAutofit/>
          </a:bodyPr>
          <a:lstStyle>
            <a:lvl1pPr algn="ctr">
              <a:defRPr sz="1000"/>
            </a:lvl1pPr>
          </a:lstStyle>
          <a:p>
            <a:endParaRPr lang="en-US"/>
          </a:p>
        </p:txBody>
      </p:sp>
      <p:sp>
        <p:nvSpPr>
          <p:cNvPr id="29" name="Picture Placeholder 27"/>
          <p:cNvSpPr>
            <a:spLocks noGrp="1"/>
          </p:cNvSpPr>
          <p:nvPr>
            <p:ph type="pic" sz="quarter" idx="11"/>
          </p:nvPr>
        </p:nvSpPr>
        <p:spPr>
          <a:xfrm>
            <a:off x="2917164" y="1690876"/>
            <a:ext cx="1828800" cy="1828800"/>
          </a:xfrm>
          <a:prstGeom prst="ellipse">
            <a:avLst/>
          </a:prstGeom>
          <a:solidFill>
            <a:schemeClr val="bg1">
              <a:lumMod val="85000"/>
            </a:schemeClr>
          </a:solidFill>
        </p:spPr>
        <p:txBody>
          <a:bodyPr>
            <a:normAutofit/>
          </a:bodyPr>
          <a:lstStyle>
            <a:lvl1pPr algn="ctr">
              <a:defRPr sz="1000"/>
            </a:lvl1pPr>
          </a:lstStyle>
          <a:p>
            <a:endParaRPr lang="en-US"/>
          </a:p>
        </p:txBody>
      </p:sp>
      <p:sp>
        <p:nvSpPr>
          <p:cNvPr id="30" name="Picture Placeholder 27"/>
          <p:cNvSpPr>
            <a:spLocks noGrp="1"/>
          </p:cNvSpPr>
          <p:nvPr>
            <p:ph type="pic" sz="quarter" idx="12"/>
          </p:nvPr>
        </p:nvSpPr>
        <p:spPr>
          <a:xfrm>
            <a:off x="5156203" y="1675161"/>
            <a:ext cx="1828800" cy="1828800"/>
          </a:xfrm>
          <a:prstGeom prst="ellipse">
            <a:avLst/>
          </a:prstGeom>
          <a:solidFill>
            <a:schemeClr val="bg1">
              <a:lumMod val="85000"/>
            </a:schemeClr>
          </a:solidFill>
        </p:spPr>
        <p:txBody>
          <a:bodyPr>
            <a:normAutofit/>
          </a:bodyPr>
          <a:lstStyle>
            <a:lvl1pPr algn="ctr">
              <a:defRPr sz="1000"/>
            </a:lvl1pPr>
          </a:lstStyle>
          <a:p>
            <a:endParaRPr lang="en-US"/>
          </a:p>
        </p:txBody>
      </p:sp>
      <p:sp>
        <p:nvSpPr>
          <p:cNvPr id="31" name="Picture Placeholder 27"/>
          <p:cNvSpPr>
            <a:spLocks noGrp="1"/>
          </p:cNvSpPr>
          <p:nvPr>
            <p:ph type="pic" sz="quarter" idx="13"/>
          </p:nvPr>
        </p:nvSpPr>
        <p:spPr>
          <a:xfrm>
            <a:off x="7394126" y="1683019"/>
            <a:ext cx="1828800" cy="1828800"/>
          </a:xfrm>
          <a:prstGeom prst="ellipse">
            <a:avLst/>
          </a:prstGeom>
          <a:solidFill>
            <a:schemeClr val="bg1">
              <a:lumMod val="85000"/>
            </a:schemeClr>
          </a:solidFill>
        </p:spPr>
        <p:txBody>
          <a:bodyPr>
            <a:normAutofit/>
          </a:bodyPr>
          <a:lstStyle>
            <a:lvl1pPr algn="ctr">
              <a:defRPr sz="1000"/>
            </a:lvl1pPr>
          </a:lstStyle>
          <a:p>
            <a:endParaRPr lang="en-US"/>
          </a:p>
        </p:txBody>
      </p:sp>
      <p:sp>
        <p:nvSpPr>
          <p:cNvPr id="32" name="Picture Placeholder 27"/>
          <p:cNvSpPr>
            <a:spLocks noGrp="1"/>
          </p:cNvSpPr>
          <p:nvPr>
            <p:ph type="pic" sz="quarter" idx="14"/>
          </p:nvPr>
        </p:nvSpPr>
        <p:spPr>
          <a:xfrm>
            <a:off x="9630933" y="1690876"/>
            <a:ext cx="1828800" cy="1828800"/>
          </a:xfrm>
          <a:prstGeom prst="ellipse">
            <a:avLst/>
          </a:prstGeom>
          <a:solidFill>
            <a:schemeClr val="bg1">
              <a:lumMod val="85000"/>
            </a:schemeClr>
          </a:solidFill>
        </p:spPr>
        <p:txBody>
          <a:bodyPr>
            <a:normAutofit/>
          </a:bodyPr>
          <a:lstStyle>
            <a:lvl1pPr algn="ctr">
              <a:defRPr sz="1000"/>
            </a:lvl1pPr>
          </a:lstStyle>
          <a:p>
            <a:endParaRPr lang="en-US"/>
          </a:p>
        </p:txBody>
      </p:sp>
      <p:sp>
        <p:nvSpPr>
          <p:cNvPr id="12" name="Arc 11"/>
          <p:cNvSpPr/>
          <p:nvPr userDrawn="1"/>
        </p:nvSpPr>
        <p:spPr>
          <a:xfrm>
            <a:off x="679241" y="1690876"/>
            <a:ext cx="1828800" cy="1828800"/>
          </a:xfrm>
          <a:prstGeom prst="arc">
            <a:avLst>
              <a:gd name="adj1" fmla="val 16200000"/>
              <a:gd name="adj2" fmla="val 10155543"/>
            </a:avLst>
          </a:prstGeom>
          <a:ln w="50800" cap="rnd">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13" name="Arc 12"/>
          <p:cNvSpPr/>
          <p:nvPr userDrawn="1"/>
        </p:nvSpPr>
        <p:spPr>
          <a:xfrm>
            <a:off x="2918278" y="1690876"/>
            <a:ext cx="1828800" cy="1828800"/>
          </a:xfrm>
          <a:prstGeom prst="arc">
            <a:avLst>
              <a:gd name="adj1" fmla="val 20082479"/>
              <a:gd name="adj2" fmla="val 6960736"/>
            </a:avLst>
          </a:prstGeom>
          <a:ln w="50800" cap="rnd">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14" name="Arc 13"/>
          <p:cNvSpPr/>
          <p:nvPr userDrawn="1"/>
        </p:nvSpPr>
        <p:spPr>
          <a:xfrm>
            <a:off x="5157319" y="1675161"/>
            <a:ext cx="1828800" cy="1828800"/>
          </a:xfrm>
          <a:prstGeom prst="arc">
            <a:avLst>
              <a:gd name="adj1" fmla="val 13544500"/>
              <a:gd name="adj2" fmla="val 6960736"/>
            </a:avLst>
          </a:prstGeom>
          <a:ln w="50800" cap="rnd">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15" name="Arc 14"/>
          <p:cNvSpPr/>
          <p:nvPr userDrawn="1"/>
        </p:nvSpPr>
        <p:spPr>
          <a:xfrm>
            <a:off x="7396359" y="1675161"/>
            <a:ext cx="1828800" cy="1828800"/>
          </a:xfrm>
          <a:prstGeom prst="arc">
            <a:avLst>
              <a:gd name="adj1" fmla="val 378990"/>
              <a:gd name="adj2" fmla="val 10257066"/>
            </a:avLst>
          </a:prstGeom>
          <a:ln w="50800" cap="rnd">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16" name="Arc 15"/>
          <p:cNvSpPr/>
          <p:nvPr userDrawn="1"/>
        </p:nvSpPr>
        <p:spPr>
          <a:xfrm>
            <a:off x="9635401" y="1690876"/>
            <a:ext cx="1828800" cy="1828800"/>
          </a:xfrm>
          <a:prstGeom prst="arc">
            <a:avLst>
              <a:gd name="adj1" fmla="val 15001860"/>
              <a:gd name="adj2" fmla="val 10257066"/>
            </a:avLst>
          </a:prstGeom>
          <a:ln w="50800" cap="rnd">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34" name="Text Placeholder 33"/>
          <p:cNvSpPr>
            <a:spLocks noGrp="1"/>
          </p:cNvSpPr>
          <p:nvPr>
            <p:ph type="body" sz="quarter" idx="15"/>
          </p:nvPr>
        </p:nvSpPr>
        <p:spPr>
          <a:xfrm>
            <a:off x="894347" y="3937002"/>
            <a:ext cx="1355725" cy="493713"/>
          </a:xfrm>
          <a:prstGeom prst="rect">
            <a:avLst/>
          </a:prstGeom>
        </p:spPr>
        <p:txBody>
          <a:bodyPr>
            <a:normAutofit/>
          </a:bodyPr>
          <a:lstStyle>
            <a:lvl1pPr marL="0" indent="0" algn="ctr">
              <a:buNone/>
              <a:defRPr sz="1400" baseline="0">
                <a:solidFill>
                  <a:schemeClr val="tx1">
                    <a:lumMod val="50000"/>
                    <a:lumOff val="50000"/>
                  </a:schemeClr>
                </a:solidFill>
              </a:defRPr>
            </a:lvl1pPr>
          </a:lstStyle>
          <a:p>
            <a:pPr lvl="0"/>
            <a:endParaRPr lang="en-US" dirty="0"/>
          </a:p>
        </p:txBody>
      </p:sp>
      <p:sp>
        <p:nvSpPr>
          <p:cNvPr id="38" name="Text Placeholder 37"/>
          <p:cNvSpPr>
            <a:spLocks noGrp="1"/>
          </p:cNvSpPr>
          <p:nvPr>
            <p:ph type="body" sz="quarter" idx="16"/>
          </p:nvPr>
        </p:nvSpPr>
        <p:spPr>
          <a:xfrm>
            <a:off x="679241" y="4697415"/>
            <a:ext cx="1785938" cy="13049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9" name="Text Placeholder 33"/>
          <p:cNvSpPr>
            <a:spLocks noGrp="1"/>
          </p:cNvSpPr>
          <p:nvPr>
            <p:ph type="body" sz="quarter" idx="17"/>
          </p:nvPr>
        </p:nvSpPr>
        <p:spPr>
          <a:xfrm>
            <a:off x="3132272" y="3937002"/>
            <a:ext cx="1355725" cy="493713"/>
          </a:xfrm>
          <a:prstGeom prst="rect">
            <a:avLst/>
          </a:prstGeom>
        </p:spPr>
        <p:txBody>
          <a:bodyPr>
            <a:normAutofit/>
          </a:bodyPr>
          <a:lstStyle>
            <a:lvl1pPr marL="0" indent="0" algn="ctr">
              <a:buNone/>
              <a:defRPr sz="1400" baseline="0">
                <a:solidFill>
                  <a:schemeClr val="tx1">
                    <a:lumMod val="50000"/>
                    <a:lumOff val="50000"/>
                  </a:schemeClr>
                </a:solidFill>
              </a:defRPr>
            </a:lvl1pPr>
          </a:lstStyle>
          <a:p>
            <a:pPr lvl="0"/>
            <a:endParaRPr lang="en-US" dirty="0"/>
          </a:p>
        </p:txBody>
      </p:sp>
      <p:sp>
        <p:nvSpPr>
          <p:cNvPr id="40" name="Text Placeholder 37"/>
          <p:cNvSpPr>
            <a:spLocks noGrp="1"/>
          </p:cNvSpPr>
          <p:nvPr>
            <p:ph type="body" sz="quarter" idx="18"/>
          </p:nvPr>
        </p:nvSpPr>
        <p:spPr>
          <a:xfrm>
            <a:off x="2917164" y="4697415"/>
            <a:ext cx="1785938" cy="13049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1" name="Text Placeholder 33"/>
          <p:cNvSpPr>
            <a:spLocks noGrp="1"/>
          </p:cNvSpPr>
          <p:nvPr>
            <p:ph type="body" sz="quarter" idx="19"/>
          </p:nvPr>
        </p:nvSpPr>
        <p:spPr>
          <a:xfrm>
            <a:off x="5370195" y="3937002"/>
            <a:ext cx="1355725" cy="493713"/>
          </a:xfrm>
          <a:prstGeom prst="rect">
            <a:avLst/>
          </a:prstGeom>
        </p:spPr>
        <p:txBody>
          <a:bodyPr>
            <a:normAutofit/>
          </a:bodyPr>
          <a:lstStyle>
            <a:lvl1pPr marL="0" indent="0" algn="ctr">
              <a:buNone/>
              <a:defRPr sz="1400" baseline="0">
                <a:solidFill>
                  <a:schemeClr val="tx1">
                    <a:lumMod val="50000"/>
                    <a:lumOff val="50000"/>
                  </a:schemeClr>
                </a:solidFill>
              </a:defRPr>
            </a:lvl1pPr>
          </a:lstStyle>
          <a:p>
            <a:pPr lvl="0"/>
            <a:endParaRPr lang="en-US" dirty="0"/>
          </a:p>
        </p:txBody>
      </p:sp>
      <p:sp>
        <p:nvSpPr>
          <p:cNvPr id="42" name="Text Placeholder 37"/>
          <p:cNvSpPr>
            <a:spLocks noGrp="1"/>
          </p:cNvSpPr>
          <p:nvPr>
            <p:ph type="body" sz="quarter" idx="20"/>
          </p:nvPr>
        </p:nvSpPr>
        <p:spPr>
          <a:xfrm>
            <a:off x="5155089" y="4697415"/>
            <a:ext cx="1785938" cy="13049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3" name="Text Placeholder 33"/>
          <p:cNvSpPr>
            <a:spLocks noGrp="1"/>
          </p:cNvSpPr>
          <p:nvPr>
            <p:ph type="body" sz="quarter" idx="21"/>
          </p:nvPr>
        </p:nvSpPr>
        <p:spPr>
          <a:xfrm>
            <a:off x="7823225" y="3937002"/>
            <a:ext cx="1355725" cy="493713"/>
          </a:xfrm>
          <a:prstGeom prst="rect">
            <a:avLst/>
          </a:prstGeom>
        </p:spPr>
        <p:txBody>
          <a:bodyPr>
            <a:normAutofit/>
          </a:bodyPr>
          <a:lstStyle>
            <a:lvl1pPr marL="0" indent="0" algn="ctr">
              <a:buNone/>
              <a:defRPr sz="1400" baseline="0">
                <a:solidFill>
                  <a:schemeClr val="tx1">
                    <a:lumMod val="50000"/>
                    <a:lumOff val="50000"/>
                  </a:schemeClr>
                </a:solidFill>
              </a:defRPr>
            </a:lvl1pPr>
          </a:lstStyle>
          <a:p>
            <a:pPr lvl="0"/>
            <a:endParaRPr lang="en-US" dirty="0"/>
          </a:p>
        </p:txBody>
      </p:sp>
      <p:sp>
        <p:nvSpPr>
          <p:cNvPr id="44" name="Text Placeholder 37"/>
          <p:cNvSpPr>
            <a:spLocks noGrp="1"/>
          </p:cNvSpPr>
          <p:nvPr>
            <p:ph type="body" sz="quarter" idx="22"/>
          </p:nvPr>
        </p:nvSpPr>
        <p:spPr>
          <a:xfrm>
            <a:off x="7608119" y="4697415"/>
            <a:ext cx="1785938" cy="13049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5" name="Text Placeholder 33"/>
          <p:cNvSpPr>
            <a:spLocks noGrp="1"/>
          </p:cNvSpPr>
          <p:nvPr>
            <p:ph type="body" sz="quarter" idx="23"/>
          </p:nvPr>
        </p:nvSpPr>
        <p:spPr>
          <a:xfrm>
            <a:off x="10061149" y="3937002"/>
            <a:ext cx="1355725" cy="493713"/>
          </a:xfrm>
          <a:prstGeom prst="rect">
            <a:avLst/>
          </a:prstGeom>
        </p:spPr>
        <p:txBody>
          <a:bodyPr>
            <a:normAutofit/>
          </a:bodyPr>
          <a:lstStyle>
            <a:lvl1pPr marL="0" indent="0" algn="ctr">
              <a:buNone/>
              <a:defRPr sz="1400" baseline="0">
                <a:solidFill>
                  <a:schemeClr val="tx1">
                    <a:lumMod val="50000"/>
                    <a:lumOff val="50000"/>
                  </a:schemeClr>
                </a:solidFill>
              </a:defRPr>
            </a:lvl1pPr>
          </a:lstStyle>
          <a:p>
            <a:pPr lvl="0"/>
            <a:endParaRPr lang="en-US" dirty="0"/>
          </a:p>
        </p:txBody>
      </p:sp>
      <p:sp>
        <p:nvSpPr>
          <p:cNvPr id="46" name="Text Placeholder 37"/>
          <p:cNvSpPr>
            <a:spLocks noGrp="1"/>
          </p:cNvSpPr>
          <p:nvPr>
            <p:ph type="body" sz="quarter" idx="24"/>
          </p:nvPr>
        </p:nvSpPr>
        <p:spPr>
          <a:xfrm>
            <a:off x="9846041" y="4697415"/>
            <a:ext cx="1785938" cy="13049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7" name="Text Placeholder 68"/>
          <p:cNvSpPr>
            <a:spLocks noGrp="1"/>
          </p:cNvSpPr>
          <p:nvPr>
            <p:ph type="body" sz="quarter" idx="25"/>
          </p:nvPr>
        </p:nvSpPr>
        <p:spPr>
          <a:xfrm>
            <a:off x="3168062" y="157039"/>
            <a:ext cx="5855876" cy="619125"/>
          </a:xfrm>
          <a:prstGeom prst="rect">
            <a:avLst/>
          </a:prstGeom>
        </p:spPr>
        <p:txBody>
          <a:bodyPr/>
          <a:lstStyle>
            <a:lvl1pPr marL="0" indent="0" algn="ctr">
              <a:buNone/>
              <a:defRPr>
                <a:solidFill>
                  <a:schemeClr val="tx1">
                    <a:lumMod val="50000"/>
                    <a:lumOff val="50000"/>
                  </a:schemeClr>
                </a:solidFill>
                <a:latin typeface="GeosansLight" panose="02000603020000020003" pitchFamily="2" charset="0"/>
              </a:defRPr>
            </a:lvl1pPr>
          </a:lstStyle>
          <a:p>
            <a:pPr lvl="0"/>
            <a:endParaRPr lang="en-US"/>
          </a:p>
        </p:txBody>
      </p:sp>
      <p:sp>
        <p:nvSpPr>
          <p:cNvPr id="48" name="Text Placeholder 58"/>
          <p:cNvSpPr>
            <a:spLocks noGrp="1"/>
          </p:cNvSpPr>
          <p:nvPr>
            <p:ph type="body" sz="quarter" idx="26"/>
          </p:nvPr>
        </p:nvSpPr>
        <p:spPr>
          <a:xfrm>
            <a:off x="3775997" y="772883"/>
            <a:ext cx="4628162" cy="561886"/>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49" name="Text Placeholder 28"/>
          <p:cNvSpPr>
            <a:spLocks noGrp="1"/>
          </p:cNvSpPr>
          <p:nvPr>
            <p:ph type="body" sz="quarter" idx="27"/>
          </p:nvPr>
        </p:nvSpPr>
        <p:spPr>
          <a:xfrm>
            <a:off x="634321" y="6436671"/>
            <a:ext cx="2395309" cy="310896"/>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50" name="Text Placeholder 28"/>
          <p:cNvSpPr>
            <a:spLocks noGrp="1"/>
          </p:cNvSpPr>
          <p:nvPr>
            <p:ph type="body" sz="quarter" idx="28"/>
          </p:nvPr>
        </p:nvSpPr>
        <p:spPr>
          <a:xfrm>
            <a:off x="4898347" y="6436671"/>
            <a:ext cx="2395309" cy="310896"/>
          </a:xfrm>
          <a:prstGeom prst="rect">
            <a:avLst/>
          </a:prstGeom>
        </p:spPr>
        <p:txBody>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51" name="Text Placeholder 28"/>
          <p:cNvSpPr>
            <a:spLocks noGrp="1"/>
          </p:cNvSpPr>
          <p:nvPr>
            <p:ph type="body" sz="quarter" idx="29"/>
          </p:nvPr>
        </p:nvSpPr>
        <p:spPr>
          <a:xfrm>
            <a:off x="9162370" y="6436671"/>
            <a:ext cx="2395309" cy="310896"/>
          </a:xfrm>
          <a:prstGeom prst="rect">
            <a:avLst/>
          </a:prstGeom>
        </p:spPr>
        <p:txBody>
          <a:bodyPr/>
          <a:lstStyle>
            <a:lvl1pPr marL="0" indent="0" algn="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am Work 2">
    <p:spTree>
      <p:nvGrpSpPr>
        <p:cNvPr id="1" name=""/>
        <p:cNvGrpSpPr/>
        <p:nvPr/>
      </p:nvGrpSpPr>
      <p:grpSpPr>
        <a:xfrm>
          <a:off x="0" y="0"/>
          <a:ext cx="0" cy="0"/>
          <a:chOff x="0" y="0"/>
          <a:chExt cx="0" cy="0"/>
        </a:xfrm>
      </p:grpSpPr>
      <p:sp>
        <p:nvSpPr>
          <p:cNvPr id="9" name="Rectangle 8"/>
          <p:cNvSpPr/>
          <p:nvPr userDrawn="1"/>
        </p:nvSpPr>
        <p:spPr>
          <a:xfrm>
            <a:off x="2743200" y="914400"/>
            <a:ext cx="3352800" cy="18288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6096001" y="2743200"/>
            <a:ext cx="3352800" cy="18288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2743200" y="4572000"/>
            <a:ext cx="3352800" cy="182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7924801" y="4572000"/>
            <a:ext cx="3352800" cy="182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7" name="Picture Placeholder 26"/>
          <p:cNvSpPr>
            <a:spLocks noGrp="1"/>
          </p:cNvSpPr>
          <p:nvPr>
            <p:ph type="pic" sz="quarter" idx="10"/>
          </p:nvPr>
        </p:nvSpPr>
        <p:spPr>
          <a:xfrm>
            <a:off x="914400" y="914400"/>
            <a:ext cx="1828800" cy="1828800"/>
          </a:xfrm>
          <a:prstGeom prst="rect">
            <a:avLst/>
          </a:prstGeom>
          <a:solidFill>
            <a:schemeClr val="bg1">
              <a:lumMod val="85000"/>
            </a:schemeClr>
          </a:solidFill>
        </p:spPr>
        <p:txBody>
          <a:bodyPr/>
          <a:lstStyle/>
          <a:p>
            <a:endParaRPr lang="en-US"/>
          </a:p>
        </p:txBody>
      </p:sp>
      <p:sp>
        <p:nvSpPr>
          <p:cNvPr id="28" name="Picture Placeholder 26"/>
          <p:cNvSpPr>
            <a:spLocks noGrp="1"/>
          </p:cNvSpPr>
          <p:nvPr>
            <p:ph type="pic" sz="quarter" idx="11"/>
          </p:nvPr>
        </p:nvSpPr>
        <p:spPr>
          <a:xfrm>
            <a:off x="4267200" y="2743200"/>
            <a:ext cx="1828800" cy="1828800"/>
          </a:xfrm>
          <a:prstGeom prst="rect">
            <a:avLst/>
          </a:prstGeom>
          <a:solidFill>
            <a:schemeClr val="bg1">
              <a:lumMod val="85000"/>
            </a:schemeClr>
          </a:solidFill>
        </p:spPr>
        <p:txBody>
          <a:bodyPr/>
          <a:lstStyle/>
          <a:p>
            <a:endParaRPr lang="en-US"/>
          </a:p>
        </p:txBody>
      </p:sp>
      <p:sp>
        <p:nvSpPr>
          <p:cNvPr id="29" name="Picture Placeholder 26"/>
          <p:cNvSpPr>
            <a:spLocks noGrp="1"/>
          </p:cNvSpPr>
          <p:nvPr>
            <p:ph type="pic" sz="quarter" idx="12"/>
          </p:nvPr>
        </p:nvSpPr>
        <p:spPr>
          <a:xfrm>
            <a:off x="914398" y="4572000"/>
            <a:ext cx="1828800" cy="1828800"/>
          </a:xfrm>
          <a:prstGeom prst="rect">
            <a:avLst/>
          </a:prstGeom>
          <a:solidFill>
            <a:schemeClr val="bg1">
              <a:lumMod val="85000"/>
            </a:schemeClr>
          </a:solidFill>
        </p:spPr>
        <p:txBody>
          <a:bodyPr/>
          <a:lstStyle/>
          <a:p>
            <a:endParaRPr lang="en-US"/>
          </a:p>
        </p:txBody>
      </p:sp>
      <p:sp>
        <p:nvSpPr>
          <p:cNvPr id="30" name="Picture Placeholder 26"/>
          <p:cNvSpPr>
            <a:spLocks noGrp="1"/>
          </p:cNvSpPr>
          <p:nvPr>
            <p:ph type="pic" sz="quarter" idx="13"/>
          </p:nvPr>
        </p:nvSpPr>
        <p:spPr>
          <a:xfrm>
            <a:off x="6096000" y="4572000"/>
            <a:ext cx="1828800" cy="1828800"/>
          </a:xfrm>
          <a:prstGeom prst="rect">
            <a:avLst/>
          </a:prstGeom>
          <a:solidFill>
            <a:schemeClr val="bg1">
              <a:lumMod val="85000"/>
            </a:schemeClr>
          </a:solidFill>
        </p:spPr>
        <p:txBody>
          <a:bodyPr/>
          <a:lstStyle/>
          <a:p>
            <a:endParaRPr lang="en-US"/>
          </a:p>
        </p:txBody>
      </p:sp>
      <p:sp>
        <p:nvSpPr>
          <p:cNvPr id="32" name="Text Placeholder 31"/>
          <p:cNvSpPr>
            <a:spLocks noGrp="1"/>
          </p:cNvSpPr>
          <p:nvPr>
            <p:ph type="body" sz="quarter" idx="14"/>
          </p:nvPr>
        </p:nvSpPr>
        <p:spPr>
          <a:xfrm>
            <a:off x="2833688" y="4751388"/>
            <a:ext cx="1676400" cy="461962"/>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4" name="Text Placeholder 33"/>
          <p:cNvSpPr>
            <a:spLocks noGrp="1"/>
          </p:cNvSpPr>
          <p:nvPr>
            <p:ph type="body" sz="quarter" idx="15"/>
          </p:nvPr>
        </p:nvSpPr>
        <p:spPr>
          <a:xfrm>
            <a:off x="2833688" y="5453063"/>
            <a:ext cx="3171825" cy="730250"/>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5" name="Text Placeholder 31"/>
          <p:cNvSpPr>
            <a:spLocks noGrp="1"/>
          </p:cNvSpPr>
          <p:nvPr>
            <p:ph type="body" sz="quarter" idx="16"/>
          </p:nvPr>
        </p:nvSpPr>
        <p:spPr>
          <a:xfrm>
            <a:off x="8015286" y="4741129"/>
            <a:ext cx="1676400" cy="461962"/>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6" name="Text Placeholder 33"/>
          <p:cNvSpPr>
            <a:spLocks noGrp="1"/>
          </p:cNvSpPr>
          <p:nvPr>
            <p:ph type="body" sz="quarter" idx="17"/>
          </p:nvPr>
        </p:nvSpPr>
        <p:spPr>
          <a:xfrm>
            <a:off x="8015288" y="5442804"/>
            <a:ext cx="3171825" cy="730250"/>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7" name="Text Placeholder 31"/>
          <p:cNvSpPr>
            <a:spLocks noGrp="1"/>
          </p:cNvSpPr>
          <p:nvPr>
            <p:ph type="body" sz="quarter" idx="18"/>
          </p:nvPr>
        </p:nvSpPr>
        <p:spPr>
          <a:xfrm>
            <a:off x="6248400" y="2906018"/>
            <a:ext cx="1676400" cy="461962"/>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8" name="Text Placeholder 33"/>
          <p:cNvSpPr>
            <a:spLocks noGrp="1"/>
          </p:cNvSpPr>
          <p:nvPr>
            <p:ph type="body" sz="quarter" idx="19"/>
          </p:nvPr>
        </p:nvSpPr>
        <p:spPr>
          <a:xfrm>
            <a:off x="6248400" y="3607693"/>
            <a:ext cx="3171825" cy="730250"/>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9" name="Text Placeholder 31"/>
          <p:cNvSpPr>
            <a:spLocks noGrp="1"/>
          </p:cNvSpPr>
          <p:nvPr>
            <p:ph type="body" sz="quarter" idx="20"/>
          </p:nvPr>
        </p:nvSpPr>
        <p:spPr>
          <a:xfrm>
            <a:off x="2833688" y="1097252"/>
            <a:ext cx="1676400" cy="461962"/>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0" name="Text Placeholder 33"/>
          <p:cNvSpPr>
            <a:spLocks noGrp="1"/>
          </p:cNvSpPr>
          <p:nvPr>
            <p:ph type="body" sz="quarter" idx="21"/>
          </p:nvPr>
        </p:nvSpPr>
        <p:spPr>
          <a:xfrm>
            <a:off x="2833688" y="1798927"/>
            <a:ext cx="3171825" cy="730250"/>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2" name="Text Placeholder 41"/>
          <p:cNvSpPr>
            <a:spLocks noGrp="1"/>
          </p:cNvSpPr>
          <p:nvPr>
            <p:ph type="body" sz="quarter" idx="22"/>
          </p:nvPr>
        </p:nvSpPr>
        <p:spPr>
          <a:xfrm>
            <a:off x="6527799" y="1325563"/>
            <a:ext cx="4213226" cy="595312"/>
          </a:xfrm>
          <a:prstGeom prst="rect">
            <a:avLst/>
          </a:prstGeom>
        </p:spPr>
        <p:txBody>
          <a:bodyPr>
            <a:normAutofit/>
          </a:bodyPr>
          <a:lstStyle>
            <a:lvl1pPr marL="0" indent="0">
              <a:buNone/>
              <a:defRPr sz="3200">
                <a:solidFill>
                  <a:schemeClr val="tx1">
                    <a:lumMod val="50000"/>
                    <a:lumOff val="50000"/>
                  </a:schemeClr>
                </a:solidFill>
                <a:latin typeface="GeosansLight" panose="02000603020000020003" pitchFamily="2" charset="0"/>
              </a:defRPr>
            </a:lvl1pPr>
          </a:lstStyle>
          <a:p>
            <a:pPr lvl="0"/>
            <a:endParaRPr lang="en-US"/>
          </a:p>
        </p:txBody>
      </p:sp>
      <p:sp>
        <p:nvSpPr>
          <p:cNvPr id="43" name="Text Placeholder 41"/>
          <p:cNvSpPr>
            <a:spLocks noGrp="1"/>
          </p:cNvSpPr>
          <p:nvPr>
            <p:ph type="body" sz="quarter" idx="23"/>
          </p:nvPr>
        </p:nvSpPr>
        <p:spPr>
          <a:xfrm>
            <a:off x="6527799" y="1949563"/>
            <a:ext cx="4213226" cy="406714"/>
          </a:xfrm>
          <a:prstGeom prst="rect">
            <a:avLst/>
          </a:prstGeom>
        </p:spPr>
        <p:txBody>
          <a:bodyPr>
            <a:normAutofit/>
          </a:bodyPr>
          <a:lstStyle>
            <a:lvl1pPr marL="0" indent="0">
              <a:buNone/>
              <a:defRPr sz="1000">
                <a:solidFill>
                  <a:schemeClr val="tx1">
                    <a:lumMod val="50000"/>
                    <a:lumOff val="50000"/>
                  </a:schemeClr>
                </a:solidFill>
                <a:latin typeface="GeosansLight" panose="02000603020000020003" pitchFamily="2" charset="0"/>
              </a:defRPr>
            </a:lvl1pPr>
          </a:lstStyle>
          <a:p>
            <a:pPr lvl="0"/>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am Single">
    <p:spTree>
      <p:nvGrpSpPr>
        <p:cNvPr id="1" name=""/>
        <p:cNvGrpSpPr/>
        <p:nvPr/>
      </p:nvGrpSpPr>
      <p:grpSpPr>
        <a:xfrm>
          <a:off x="0" y="0"/>
          <a:ext cx="0" cy="0"/>
          <a:chOff x="0" y="0"/>
          <a:chExt cx="0" cy="0"/>
        </a:xfrm>
      </p:grpSpPr>
      <p:sp>
        <p:nvSpPr>
          <p:cNvPr id="30" name="Big Image"/>
          <p:cNvSpPr>
            <a:spLocks noGrp="1"/>
          </p:cNvSpPr>
          <p:nvPr>
            <p:ph type="pic" sz="quarter" idx="10"/>
          </p:nvPr>
        </p:nvSpPr>
        <p:spPr>
          <a:xfrm>
            <a:off x="7016749" y="0"/>
            <a:ext cx="5175251" cy="6858000"/>
          </a:xfrm>
          <a:prstGeom prst="rect">
            <a:avLst/>
          </a:prstGeom>
          <a:solidFill>
            <a:schemeClr val="bg1">
              <a:lumMod val="85000"/>
            </a:schemeClr>
          </a:solidFill>
        </p:spPr>
        <p:txBody>
          <a:bodyPr/>
          <a:lstStyle/>
          <a:p>
            <a:endParaRPr lang="en-US"/>
          </a:p>
        </p:txBody>
      </p:sp>
      <p:sp>
        <p:nvSpPr>
          <p:cNvPr id="34" name="Content Placeholder 33"/>
          <p:cNvSpPr>
            <a:spLocks noGrp="1"/>
          </p:cNvSpPr>
          <p:nvPr>
            <p:ph sz="quarter" idx="12"/>
          </p:nvPr>
        </p:nvSpPr>
        <p:spPr>
          <a:xfrm>
            <a:off x="777875" y="2816227"/>
            <a:ext cx="2451100" cy="612775"/>
          </a:xfrm>
          <a:prstGeom prst="rect">
            <a:avLst/>
          </a:prstGeom>
        </p:spPr>
        <p:txBody>
          <a:bodyPr>
            <a:normAutofit/>
          </a:bodyPr>
          <a:lstStyle>
            <a:lvl1pPr marL="0" indent="0">
              <a:buNone/>
              <a:defRPr sz="3200">
                <a:solidFill>
                  <a:schemeClr val="tx1">
                    <a:lumMod val="50000"/>
                    <a:lumOff val="50000"/>
                  </a:schemeClr>
                </a:solidFill>
                <a:latin typeface="GeosansLight" panose="02000603020000020003" pitchFamily="2" charset="0"/>
              </a:defRPr>
            </a:lvl1pPr>
          </a:lstStyle>
          <a:p>
            <a:pPr lvl="0"/>
            <a:endParaRPr lang="en-US"/>
          </a:p>
        </p:txBody>
      </p:sp>
      <p:sp>
        <p:nvSpPr>
          <p:cNvPr id="35" name="Content Placeholder 33"/>
          <p:cNvSpPr>
            <a:spLocks noGrp="1"/>
          </p:cNvSpPr>
          <p:nvPr>
            <p:ph sz="quarter" idx="13"/>
          </p:nvPr>
        </p:nvSpPr>
        <p:spPr>
          <a:xfrm>
            <a:off x="2338170" y="3454156"/>
            <a:ext cx="890805" cy="277086"/>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1" name="Chart Placeholder 40"/>
          <p:cNvSpPr>
            <a:spLocks noGrp="1"/>
          </p:cNvSpPr>
          <p:nvPr>
            <p:ph type="chart" sz="quarter" idx="14"/>
          </p:nvPr>
        </p:nvSpPr>
        <p:spPr>
          <a:xfrm>
            <a:off x="777876" y="4308475"/>
            <a:ext cx="5318124" cy="1703388"/>
          </a:xfrm>
          <a:prstGeom prst="rect">
            <a:avLst/>
          </a:prstGeom>
        </p:spPr>
        <p:txBody>
          <a:bodyPr/>
          <a:lstStyle>
            <a:lvl1pPr>
              <a:defRPr>
                <a:solidFill>
                  <a:schemeClr val="tx1">
                    <a:lumMod val="50000"/>
                    <a:lumOff val="50000"/>
                  </a:schemeClr>
                </a:solidFill>
              </a:defRPr>
            </a:lvl1pPr>
          </a:lstStyle>
          <a:p>
            <a:endParaRPr lang="en-US"/>
          </a:p>
        </p:txBody>
      </p:sp>
      <p:sp>
        <p:nvSpPr>
          <p:cNvPr id="42" name="Text Placeholder 68"/>
          <p:cNvSpPr>
            <a:spLocks noGrp="1"/>
          </p:cNvSpPr>
          <p:nvPr>
            <p:ph type="body" sz="quarter" idx="25"/>
          </p:nvPr>
        </p:nvSpPr>
        <p:spPr>
          <a:xfrm>
            <a:off x="614048" y="1061262"/>
            <a:ext cx="5855876" cy="619125"/>
          </a:xfrm>
          <a:prstGeom prst="rect">
            <a:avLst/>
          </a:prstGeom>
        </p:spPr>
        <p:txBody>
          <a:bodyPr/>
          <a:lstStyle>
            <a:lvl1pPr marL="0" indent="0" algn="l">
              <a:buNone/>
              <a:defRPr>
                <a:solidFill>
                  <a:schemeClr val="tx1">
                    <a:lumMod val="50000"/>
                    <a:lumOff val="50000"/>
                  </a:schemeClr>
                </a:solidFill>
                <a:latin typeface="GeosansLight" panose="02000603020000020003" pitchFamily="2" charset="0"/>
              </a:defRPr>
            </a:lvl1pPr>
          </a:lstStyle>
          <a:p>
            <a:pPr lvl="0"/>
            <a:endParaRPr lang="en-US"/>
          </a:p>
        </p:txBody>
      </p:sp>
      <p:sp>
        <p:nvSpPr>
          <p:cNvPr id="43" name="Text Placeholder 58"/>
          <p:cNvSpPr>
            <a:spLocks noGrp="1"/>
          </p:cNvSpPr>
          <p:nvPr>
            <p:ph type="body" sz="quarter" idx="26"/>
          </p:nvPr>
        </p:nvSpPr>
        <p:spPr>
          <a:xfrm>
            <a:off x="614048" y="1677106"/>
            <a:ext cx="4628162" cy="561886"/>
          </a:xfrm>
          <a:prstGeom prst="rect">
            <a:avLst/>
          </a:prstGeom>
        </p:spPr>
        <p:txBody>
          <a:bodyPr>
            <a:normAutofit/>
          </a:bodyPr>
          <a:lstStyle>
            <a:lvl1pPr marL="0" indent="0" algn="l">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Layout">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12192000" cy="6858000"/>
          </a:xfrm>
          <a:prstGeom prst="rect">
            <a:avLst/>
          </a:prstGeom>
        </p:spPr>
        <p:txBody>
          <a:bodyPr/>
          <a:lstStyle>
            <a:lvl1pPr>
              <a:defRPr>
                <a:solidFill>
                  <a:schemeClr val="tx1">
                    <a:lumMod val="50000"/>
                    <a:lumOff val="50000"/>
                  </a:schemeClr>
                </a:solidFill>
              </a:defRPr>
            </a:lvl1pPr>
          </a:lstStyle>
          <a:p>
            <a:endParaRPr lang="en-US"/>
          </a:p>
        </p:txBody>
      </p:sp>
      <p:sp>
        <p:nvSpPr>
          <p:cNvPr id="8" name="Text Placeholder 41"/>
          <p:cNvSpPr>
            <a:spLocks noGrp="1"/>
          </p:cNvSpPr>
          <p:nvPr>
            <p:ph type="body" sz="quarter" idx="22"/>
          </p:nvPr>
        </p:nvSpPr>
        <p:spPr>
          <a:xfrm>
            <a:off x="7011276" y="2513232"/>
            <a:ext cx="4213226" cy="595312"/>
          </a:xfrm>
          <a:prstGeom prst="rect">
            <a:avLst/>
          </a:prstGeom>
        </p:spPr>
        <p:txBody>
          <a:bodyPr>
            <a:normAutofit/>
          </a:bodyPr>
          <a:lstStyle>
            <a:lvl1pPr marL="0" indent="0">
              <a:buNone/>
              <a:defRPr sz="3200">
                <a:solidFill>
                  <a:schemeClr val="bg1"/>
                </a:solidFill>
                <a:latin typeface="GeosansLight" panose="02000603020000020003" pitchFamily="2" charset="0"/>
              </a:defRPr>
            </a:lvl1pPr>
          </a:lstStyle>
          <a:p>
            <a:pPr lvl="0"/>
            <a:endParaRPr lang="en-US"/>
          </a:p>
        </p:txBody>
      </p:sp>
      <p:sp>
        <p:nvSpPr>
          <p:cNvPr id="9" name="Text Placeholder 41"/>
          <p:cNvSpPr>
            <a:spLocks noGrp="1"/>
          </p:cNvSpPr>
          <p:nvPr>
            <p:ph type="body" sz="quarter" idx="23"/>
          </p:nvPr>
        </p:nvSpPr>
        <p:spPr>
          <a:xfrm>
            <a:off x="7011276" y="3137232"/>
            <a:ext cx="4213226" cy="1066906"/>
          </a:xfrm>
          <a:prstGeom prst="rect">
            <a:avLst/>
          </a:prstGeom>
        </p:spPr>
        <p:txBody>
          <a:bodyPr>
            <a:normAutofit/>
          </a:bodyPr>
          <a:lstStyle>
            <a:lvl1pPr marL="0" indent="0">
              <a:buNone/>
              <a:defRPr sz="1000">
                <a:solidFill>
                  <a:schemeClr val="bg1"/>
                </a:solidFill>
                <a:latin typeface="GeosansLight" panose="02000603020000020003" pitchFamily="2" charset="0"/>
              </a:defRPr>
            </a:lvl1pPr>
          </a:lstStyle>
          <a:p>
            <a:pPr lvl="0"/>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ortfolio">
    <p:spTree>
      <p:nvGrpSpPr>
        <p:cNvPr id="1" name=""/>
        <p:cNvGrpSpPr/>
        <p:nvPr/>
      </p:nvGrpSpPr>
      <p:grpSpPr>
        <a:xfrm>
          <a:off x="0" y="0"/>
          <a:ext cx="0" cy="0"/>
          <a:chOff x="0" y="0"/>
          <a:chExt cx="0" cy="0"/>
        </a:xfrm>
      </p:grpSpPr>
      <p:sp>
        <p:nvSpPr>
          <p:cNvPr id="22" name="Picture Placeholder 21"/>
          <p:cNvSpPr>
            <a:spLocks noGrp="1"/>
          </p:cNvSpPr>
          <p:nvPr>
            <p:ph type="pic" sz="quarter" idx="12"/>
          </p:nvPr>
        </p:nvSpPr>
        <p:spPr>
          <a:xfrm>
            <a:off x="0" y="3429000"/>
            <a:ext cx="6096000" cy="3429000"/>
          </a:xfrm>
          <a:prstGeom prst="rect">
            <a:avLst/>
          </a:prstGeom>
          <a:solidFill>
            <a:schemeClr val="bg1">
              <a:lumMod val="85000"/>
            </a:schemeClr>
          </a:solidFill>
        </p:spPr>
        <p:txBody>
          <a:bodyPr/>
          <a:lstStyle/>
          <a:p>
            <a:endParaRPr lang="en-US"/>
          </a:p>
        </p:txBody>
      </p:sp>
      <p:sp>
        <p:nvSpPr>
          <p:cNvPr id="18" name="Picture Placeholder 17"/>
          <p:cNvSpPr>
            <a:spLocks noGrp="1"/>
          </p:cNvSpPr>
          <p:nvPr>
            <p:ph type="pic" sz="quarter" idx="10"/>
          </p:nvPr>
        </p:nvSpPr>
        <p:spPr>
          <a:xfrm>
            <a:off x="3349626" y="0"/>
            <a:ext cx="4581524" cy="3429000"/>
          </a:xfrm>
          <a:prstGeom prst="rect">
            <a:avLst/>
          </a:prstGeom>
          <a:solidFill>
            <a:schemeClr val="bg1">
              <a:lumMod val="85000"/>
            </a:schemeClr>
          </a:solidFill>
        </p:spPr>
        <p:txBody>
          <a:bodyPr/>
          <a:lstStyle/>
          <a:p>
            <a:endParaRPr lang="en-US"/>
          </a:p>
        </p:txBody>
      </p:sp>
      <p:sp>
        <p:nvSpPr>
          <p:cNvPr id="20" name="Picture Placeholder 19"/>
          <p:cNvSpPr>
            <a:spLocks noGrp="1"/>
          </p:cNvSpPr>
          <p:nvPr>
            <p:ph type="pic" sz="quarter" idx="11"/>
          </p:nvPr>
        </p:nvSpPr>
        <p:spPr>
          <a:xfrm>
            <a:off x="7931151" y="0"/>
            <a:ext cx="4260849" cy="3429000"/>
          </a:xfrm>
          <a:prstGeom prst="rect">
            <a:avLst/>
          </a:prstGeom>
          <a:solidFill>
            <a:schemeClr val="bg1">
              <a:lumMod val="85000"/>
            </a:schemeClr>
          </a:solidFill>
        </p:spPr>
        <p:txBody>
          <a:bodyPr/>
          <a:lstStyle/>
          <a:p>
            <a:endParaRPr lang="en-US"/>
          </a:p>
        </p:txBody>
      </p:sp>
      <p:sp>
        <p:nvSpPr>
          <p:cNvPr id="24" name="Picture Placeholder 23"/>
          <p:cNvSpPr>
            <a:spLocks noGrp="1"/>
          </p:cNvSpPr>
          <p:nvPr>
            <p:ph type="pic" sz="quarter" idx="13"/>
          </p:nvPr>
        </p:nvSpPr>
        <p:spPr>
          <a:xfrm>
            <a:off x="8842376" y="3429000"/>
            <a:ext cx="3349625" cy="3429000"/>
          </a:xfrm>
          <a:prstGeom prst="rect">
            <a:avLst/>
          </a:prstGeom>
          <a:solidFill>
            <a:schemeClr val="bg1">
              <a:lumMod val="85000"/>
            </a:schemeClr>
          </a:solidFill>
        </p:spPr>
        <p:txBody>
          <a:bodyPr/>
          <a:lstStyle/>
          <a:p>
            <a:endParaRPr lang="en-US"/>
          </a:p>
        </p:txBody>
      </p:sp>
      <p:sp>
        <p:nvSpPr>
          <p:cNvPr id="5" name="Rectangle 4"/>
          <p:cNvSpPr/>
          <p:nvPr userDrawn="1"/>
        </p:nvSpPr>
        <p:spPr>
          <a:xfrm>
            <a:off x="0" y="0"/>
            <a:ext cx="3349256" cy="3429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6096000" y="3429000"/>
            <a:ext cx="2746744" cy="3429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6" name="Text Placeholder 25"/>
          <p:cNvSpPr>
            <a:spLocks noGrp="1"/>
          </p:cNvSpPr>
          <p:nvPr>
            <p:ph type="body" sz="quarter" idx="14"/>
          </p:nvPr>
        </p:nvSpPr>
        <p:spPr>
          <a:xfrm>
            <a:off x="8850314" y="2206625"/>
            <a:ext cx="2422525" cy="369888"/>
          </a:xfrm>
          <a:prstGeom prst="rect">
            <a:avLst/>
          </a:prstGeom>
          <a:ln>
            <a:solidFill>
              <a:schemeClr val="bg1"/>
            </a:solidFill>
          </a:ln>
        </p:spPr>
        <p:txBody>
          <a:bodyPr>
            <a:normAutofit/>
          </a:bodyPr>
          <a:lstStyle>
            <a:lvl1pPr marL="0" indent="0" algn="ctr">
              <a:buNone/>
              <a:defRPr sz="18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28" name="Text Placeholder 27"/>
          <p:cNvSpPr>
            <a:spLocks noGrp="1"/>
          </p:cNvSpPr>
          <p:nvPr>
            <p:ph type="body" sz="quarter" idx="15"/>
          </p:nvPr>
        </p:nvSpPr>
        <p:spPr>
          <a:xfrm>
            <a:off x="4319588" y="4340227"/>
            <a:ext cx="3752850" cy="411163"/>
          </a:xfrm>
          <a:prstGeom prst="rect">
            <a:avLst/>
          </a:prstGeom>
        </p:spPr>
        <p:txBody>
          <a:bodyPr>
            <a:normAutofit/>
          </a:bodyPr>
          <a:lstStyle>
            <a:lvl1pPr marL="0" indent="0">
              <a:buNone/>
              <a:defRPr sz="2000" b="1">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29" name="Text Placeholder 27"/>
          <p:cNvSpPr>
            <a:spLocks noGrp="1"/>
          </p:cNvSpPr>
          <p:nvPr>
            <p:ph type="body" sz="quarter" idx="16"/>
          </p:nvPr>
        </p:nvSpPr>
        <p:spPr>
          <a:xfrm>
            <a:off x="6273089" y="5221388"/>
            <a:ext cx="2225675" cy="1279149"/>
          </a:xfrm>
          <a:prstGeom prst="rect">
            <a:avLst/>
          </a:prstGeom>
        </p:spPr>
        <p:txBody>
          <a:bodyPr>
            <a:normAutofit/>
          </a:bodyPr>
          <a:lstStyle>
            <a:lvl1pPr marL="0" indent="0">
              <a:buNone/>
              <a:defRPr sz="1000" b="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0" name="Text Placeholder 27"/>
          <p:cNvSpPr>
            <a:spLocks noGrp="1"/>
          </p:cNvSpPr>
          <p:nvPr>
            <p:ph type="body" sz="quarter" idx="17"/>
          </p:nvPr>
        </p:nvSpPr>
        <p:spPr>
          <a:xfrm>
            <a:off x="6696386" y="4775265"/>
            <a:ext cx="1379081" cy="309715"/>
          </a:xfrm>
          <a:prstGeom prst="rect">
            <a:avLst/>
          </a:prstGeom>
        </p:spPr>
        <p:txBody>
          <a:bodyPr>
            <a:normAutofit/>
          </a:bodyPr>
          <a:lstStyle>
            <a:lvl1pPr marL="0" indent="0">
              <a:buNone/>
              <a:defRPr sz="1000" b="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2" name="Text Placeholder 31"/>
          <p:cNvSpPr>
            <a:spLocks noGrp="1"/>
          </p:cNvSpPr>
          <p:nvPr>
            <p:ph type="body" sz="quarter" idx="18"/>
          </p:nvPr>
        </p:nvSpPr>
        <p:spPr>
          <a:xfrm>
            <a:off x="568325" y="893765"/>
            <a:ext cx="2038241" cy="314325"/>
          </a:xfrm>
          <a:prstGeom prst="rect">
            <a:avLst/>
          </a:prstGeom>
        </p:spPr>
        <p:txBody>
          <a:bodyPr>
            <a:noAutofit/>
          </a:bodyPr>
          <a:lstStyle>
            <a:lvl1pPr marL="0" indent="0">
              <a:buNone/>
              <a:defRPr sz="2000">
                <a:solidFill>
                  <a:schemeClr val="bg1"/>
                </a:solidFill>
                <a:latin typeface="GeosansLight" panose="02000603020000020003" pitchFamily="2" charset="0"/>
              </a:defRPr>
            </a:lvl1pPr>
          </a:lstStyle>
          <a:p>
            <a:pPr lvl="0"/>
            <a:endParaRPr lang="en-US"/>
          </a:p>
        </p:txBody>
      </p:sp>
      <p:sp>
        <p:nvSpPr>
          <p:cNvPr id="33" name="Text Placeholder 31"/>
          <p:cNvSpPr>
            <a:spLocks noGrp="1"/>
          </p:cNvSpPr>
          <p:nvPr>
            <p:ph type="body" sz="quarter" idx="19"/>
          </p:nvPr>
        </p:nvSpPr>
        <p:spPr>
          <a:xfrm>
            <a:off x="568323" y="1228727"/>
            <a:ext cx="2637333" cy="424339"/>
          </a:xfrm>
          <a:prstGeom prst="rect">
            <a:avLst/>
          </a:prstGeom>
        </p:spPr>
        <p:txBody>
          <a:bodyPr>
            <a:noAutofit/>
          </a:bodyPr>
          <a:lstStyle>
            <a:lvl1pPr marL="0" indent="0">
              <a:buNone/>
              <a:defRPr sz="2800">
                <a:solidFill>
                  <a:schemeClr val="bg1"/>
                </a:solidFill>
                <a:latin typeface="GeosansLight" panose="02000603020000020003" pitchFamily="2" charset="0"/>
              </a:defRPr>
            </a:lvl1pPr>
          </a:lstStyle>
          <a:p>
            <a:pPr lvl="0"/>
            <a:endParaRPr lang="en-US"/>
          </a:p>
        </p:txBody>
      </p:sp>
      <p:sp>
        <p:nvSpPr>
          <p:cNvPr id="34" name="Text Placeholder 27"/>
          <p:cNvSpPr>
            <a:spLocks noGrp="1"/>
          </p:cNvSpPr>
          <p:nvPr>
            <p:ph type="body" sz="quarter" idx="20"/>
          </p:nvPr>
        </p:nvSpPr>
        <p:spPr>
          <a:xfrm>
            <a:off x="568324" y="1936940"/>
            <a:ext cx="2225675" cy="1279149"/>
          </a:xfrm>
          <a:prstGeom prst="rect">
            <a:avLst/>
          </a:prstGeom>
        </p:spPr>
        <p:txBody>
          <a:bodyPr>
            <a:normAutofit/>
          </a:bodyPr>
          <a:lstStyle>
            <a:lvl1pPr marL="0" indent="0">
              <a:buNone/>
              <a:defRPr sz="1000" b="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ur Product Layout">
    <p:spTree>
      <p:nvGrpSpPr>
        <p:cNvPr id="1" name=""/>
        <p:cNvGrpSpPr/>
        <p:nvPr/>
      </p:nvGrpSpPr>
      <p:grpSpPr>
        <a:xfrm>
          <a:off x="0" y="0"/>
          <a:ext cx="0" cy="0"/>
          <a:chOff x="0" y="0"/>
          <a:chExt cx="0" cy="0"/>
        </a:xfrm>
      </p:grpSpPr>
      <p:sp>
        <p:nvSpPr>
          <p:cNvPr id="21" name="Oval 20"/>
          <p:cNvSpPr/>
          <p:nvPr userDrawn="1"/>
        </p:nvSpPr>
        <p:spPr>
          <a:xfrm>
            <a:off x="934472" y="4904155"/>
            <a:ext cx="954546" cy="95454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bg1"/>
                </a:solidFill>
                <a:latin typeface="FontAwesome" pitchFamily="2" charset="0"/>
              </a:rPr>
              <a:t></a:t>
            </a:r>
            <a:endParaRPr lang="en-US" sz="2800">
              <a:solidFill>
                <a:schemeClr val="bg1"/>
              </a:solidFill>
            </a:endParaRPr>
          </a:p>
        </p:txBody>
      </p:sp>
      <p:sp>
        <p:nvSpPr>
          <p:cNvPr id="23" name="Oval 22"/>
          <p:cNvSpPr/>
          <p:nvPr userDrawn="1"/>
        </p:nvSpPr>
        <p:spPr>
          <a:xfrm>
            <a:off x="1649643" y="4904155"/>
            <a:ext cx="239376" cy="23937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5" name="Picture Placeholder 24"/>
          <p:cNvSpPr>
            <a:spLocks noGrp="1"/>
          </p:cNvSpPr>
          <p:nvPr>
            <p:ph type="pic" sz="quarter" idx="10"/>
          </p:nvPr>
        </p:nvSpPr>
        <p:spPr>
          <a:xfrm>
            <a:off x="914400" y="1620840"/>
            <a:ext cx="2435225" cy="1817687"/>
          </a:xfrm>
          <a:prstGeom prst="rect">
            <a:avLst/>
          </a:prstGeom>
          <a:solidFill>
            <a:schemeClr val="bg1">
              <a:lumMod val="85000"/>
            </a:schemeClr>
          </a:solidFill>
        </p:spPr>
        <p:txBody>
          <a:bodyPr/>
          <a:lstStyle/>
          <a:p>
            <a:endParaRPr lang="en-US"/>
          </a:p>
        </p:txBody>
      </p:sp>
      <p:sp>
        <p:nvSpPr>
          <p:cNvPr id="26" name="Picture Placeholder 24"/>
          <p:cNvSpPr>
            <a:spLocks noGrp="1"/>
          </p:cNvSpPr>
          <p:nvPr>
            <p:ph type="pic" sz="quarter" idx="11"/>
          </p:nvPr>
        </p:nvSpPr>
        <p:spPr>
          <a:xfrm>
            <a:off x="3561908" y="1620840"/>
            <a:ext cx="2435225" cy="1817687"/>
          </a:xfrm>
          <a:prstGeom prst="rect">
            <a:avLst/>
          </a:prstGeom>
          <a:solidFill>
            <a:schemeClr val="bg1">
              <a:lumMod val="85000"/>
            </a:schemeClr>
          </a:solidFill>
        </p:spPr>
        <p:txBody>
          <a:bodyPr/>
          <a:lstStyle/>
          <a:p>
            <a:endParaRPr lang="en-US"/>
          </a:p>
        </p:txBody>
      </p:sp>
      <p:sp>
        <p:nvSpPr>
          <p:cNvPr id="27" name="Picture Placeholder 24"/>
          <p:cNvSpPr>
            <a:spLocks noGrp="1"/>
          </p:cNvSpPr>
          <p:nvPr>
            <p:ph type="pic" sz="quarter" idx="12"/>
          </p:nvPr>
        </p:nvSpPr>
        <p:spPr>
          <a:xfrm>
            <a:off x="6209046" y="1620840"/>
            <a:ext cx="2435225" cy="1817687"/>
          </a:xfrm>
          <a:prstGeom prst="rect">
            <a:avLst/>
          </a:prstGeom>
          <a:solidFill>
            <a:schemeClr val="bg1">
              <a:lumMod val="85000"/>
            </a:schemeClr>
          </a:solidFill>
        </p:spPr>
        <p:txBody>
          <a:bodyPr/>
          <a:lstStyle/>
          <a:p>
            <a:endParaRPr lang="en-US"/>
          </a:p>
        </p:txBody>
      </p:sp>
      <p:sp>
        <p:nvSpPr>
          <p:cNvPr id="28" name="Picture Placeholder 24"/>
          <p:cNvSpPr>
            <a:spLocks noGrp="1"/>
          </p:cNvSpPr>
          <p:nvPr>
            <p:ph type="pic" sz="quarter" idx="13"/>
          </p:nvPr>
        </p:nvSpPr>
        <p:spPr>
          <a:xfrm>
            <a:off x="8856183" y="1620533"/>
            <a:ext cx="2435225" cy="1817687"/>
          </a:xfrm>
          <a:prstGeom prst="rect">
            <a:avLst/>
          </a:prstGeom>
          <a:solidFill>
            <a:schemeClr val="bg1">
              <a:lumMod val="85000"/>
            </a:schemeClr>
          </a:solidFill>
        </p:spPr>
        <p:txBody>
          <a:bodyPr/>
          <a:lstStyle/>
          <a:p>
            <a:endParaRPr lang="en-US"/>
          </a:p>
        </p:txBody>
      </p:sp>
      <p:sp>
        <p:nvSpPr>
          <p:cNvPr id="30" name="Text Placeholder 29"/>
          <p:cNvSpPr>
            <a:spLocks noGrp="1"/>
          </p:cNvSpPr>
          <p:nvPr>
            <p:ph type="body" sz="quarter" idx="14"/>
          </p:nvPr>
        </p:nvSpPr>
        <p:spPr>
          <a:xfrm>
            <a:off x="914400" y="3607816"/>
            <a:ext cx="2274888" cy="717550"/>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1" name="Text Placeholder 29"/>
          <p:cNvSpPr>
            <a:spLocks noGrp="1"/>
          </p:cNvSpPr>
          <p:nvPr>
            <p:ph type="body" sz="quarter" idx="15"/>
          </p:nvPr>
        </p:nvSpPr>
        <p:spPr>
          <a:xfrm>
            <a:off x="3527087" y="3604658"/>
            <a:ext cx="2274888" cy="717550"/>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2" name="Text Placeholder 29"/>
          <p:cNvSpPr>
            <a:spLocks noGrp="1"/>
          </p:cNvSpPr>
          <p:nvPr>
            <p:ph type="body" sz="quarter" idx="16"/>
          </p:nvPr>
        </p:nvSpPr>
        <p:spPr>
          <a:xfrm>
            <a:off x="6208492" y="3607816"/>
            <a:ext cx="2274888" cy="717550"/>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3" name="Text Placeholder 29"/>
          <p:cNvSpPr>
            <a:spLocks noGrp="1"/>
          </p:cNvSpPr>
          <p:nvPr>
            <p:ph type="body" sz="quarter" idx="17"/>
          </p:nvPr>
        </p:nvSpPr>
        <p:spPr>
          <a:xfrm>
            <a:off x="8856183" y="3607816"/>
            <a:ext cx="2274888" cy="717550"/>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4" name="Text Placeholder 29"/>
          <p:cNvSpPr>
            <a:spLocks noGrp="1"/>
          </p:cNvSpPr>
          <p:nvPr>
            <p:ph type="body" sz="quarter" idx="18"/>
          </p:nvPr>
        </p:nvSpPr>
        <p:spPr>
          <a:xfrm>
            <a:off x="2026531" y="5023843"/>
            <a:ext cx="9104540" cy="717550"/>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5" name="Text Placeholder 68"/>
          <p:cNvSpPr>
            <a:spLocks noGrp="1"/>
          </p:cNvSpPr>
          <p:nvPr>
            <p:ph type="body" sz="quarter" idx="23"/>
          </p:nvPr>
        </p:nvSpPr>
        <p:spPr>
          <a:xfrm>
            <a:off x="3168062" y="157039"/>
            <a:ext cx="5855876" cy="619125"/>
          </a:xfrm>
          <a:prstGeom prst="rect">
            <a:avLst/>
          </a:prstGeom>
        </p:spPr>
        <p:txBody>
          <a:bodyPr/>
          <a:lstStyle>
            <a:lvl1pPr marL="0" indent="0" algn="ctr">
              <a:buNone/>
              <a:defRPr>
                <a:solidFill>
                  <a:schemeClr val="tx1">
                    <a:lumMod val="50000"/>
                    <a:lumOff val="50000"/>
                  </a:schemeClr>
                </a:solidFill>
                <a:latin typeface="GeosansLight" panose="02000603020000020003" pitchFamily="2" charset="0"/>
              </a:defRPr>
            </a:lvl1pPr>
          </a:lstStyle>
          <a:p>
            <a:pPr lvl="0"/>
            <a:endParaRPr lang="en-US"/>
          </a:p>
        </p:txBody>
      </p:sp>
      <p:sp>
        <p:nvSpPr>
          <p:cNvPr id="36" name="Text Placeholder 58"/>
          <p:cNvSpPr>
            <a:spLocks noGrp="1"/>
          </p:cNvSpPr>
          <p:nvPr>
            <p:ph type="body" sz="quarter" idx="24"/>
          </p:nvPr>
        </p:nvSpPr>
        <p:spPr>
          <a:xfrm>
            <a:off x="3775997" y="772883"/>
            <a:ext cx="4628162" cy="561886"/>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37" name="Text Placeholder 28"/>
          <p:cNvSpPr>
            <a:spLocks noGrp="1"/>
          </p:cNvSpPr>
          <p:nvPr>
            <p:ph type="body" sz="quarter" idx="25"/>
          </p:nvPr>
        </p:nvSpPr>
        <p:spPr>
          <a:xfrm>
            <a:off x="634321" y="6436671"/>
            <a:ext cx="2395309" cy="310896"/>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38" name="Text Placeholder 28"/>
          <p:cNvSpPr>
            <a:spLocks noGrp="1"/>
          </p:cNvSpPr>
          <p:nvPr>
            <p:ph type="body" sz="quarter" idx="26"/>
          </p:nvPr>
        </p:nvSpPr>
        <p:spPr>
          <a:xfrm>
            <a:off x="4898347" y="6436671"/>
            <a:ext cx="2395309" cy="310896"/>
          </a:xfrm>
          <a:prstGeom prst="rect">
            <a:avLst/>
          </a:prstGeom>
        </p:spPr>
        <p:txBody>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39" name="Text Placeholder 28"/>
          <p:cNvSpPr>
            <a:spLocks noGrp="1"/>
          </p:cNvSpPr>
          <p:nvPr>
            <p:ph type="body" sz="quarter" idx="27"/>
          </p:nvPr>
        </p:nvSpPr>
        <p:spPr>
          <a:xfrm>
            <a:off x="9162370" y="6436671"/>
            <a:ext cx="2395309" cy="310896"/>
          </a:xfrm>
          <a:prstGeom prst="rect">
            <a:avLst/>
          </a:prstGeom>
        </p:spPr>
        <p:txBody>
          <a:bodyPr/>
          <a:lstStyle>
            <a:lvl1pPr marL="0" indent="0" algn="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Recent Project">
    <p:spTree>
      <p:nvGrpSpPr>
        <p:cNvPr id="1" name=""/>
        <p:cNvGrpSpPr/>
        <p:nvPr/>
      </p:nvGrpSpPr>
      <p:grpSpPr>
        <a:xfrm>
          <a:off x="0" y="0"/>
          <a:ext cx="0" cy="0"/>
          <a:chOff x="0" y="0"/>
          <a:chExt cx="0" cy="0"/>
        </a:xfrm>
      </p:grpSpPr>
      <p:sp>
        <p:nvSpPr>
          <p:cNvPr id="19" name="Picture Placeholder 18"/>
          <p:cNvSpPr>
            <a:spLocks noGrp="1"/>
          </p:cNvSpPr>
          <p:nvPr>
            <p:ph type="pic" sz="quarter" idx="10"/>
          </p:nvPr>
        </p:nvSpPr>
        <p:spPr>
          <a:xfrm>
            <a:off x="1831975" y="914400"/>
            <a:ext cx="4264025" cy="2514600"/>
          </a:xfrm>
          <a:prstGeom prst="rect">
            <a:avLst/>
          </a:prstGeom>
          <a:solidFill>
            <a:schemeClr val="bg1">
              <a:lumMod val="85000"/>
            </a:schemeClr>
          </a:solidFill>
        </p:spPr>
        <p:txBody>
          <a:bodyPr/>
          <a:lstStyle/>
          <a:p>
            <a:endParaRPr lang="en-US"/>
          </a:p>
        </p:txBody>
      </p:sp>
      <p:sp>
        <p:nvSpPr>
          <p:cNvPr id="21" name="Picture Placeholder 20"/>
          <p:cNvSpPr>
            <a:spLocks noGrp="1"/>
          </p:cNvSpPr>
          <p:nvPr>
            <p:ph type="pic" sz="quarter" idx="11"/>
          </p:nvPr>
        </p:nvSpPr>
        <p:spPr>
          <a:xfrm>
            <a:off x="6096000" y="3429000"/>
            <a:ext cx="4264025" cy="2514600"/>
          </a:xfrm>
          <a:prstGeom prst="rect">
            <a:avLst/>
          </a:prstGeom>
          <a:solidFill>
            <a:schemeClr val="bg1">
              <a:lumMod val="85000"/>
            </a:schemeClr>
          </a:solidFill>
        </p:spPr>
        <p:txBody>
          <a:bodyPr/>
          <a:lstStyle/>
          <a:p>
            <a:endParaRPr lang="en-US"/>
          </a:p>
        </p:txBody>
      </p:sp>
      <p:sp>
        <p:nvSpPr>
          <p:cNvPr id="11" name="Rectangle 10"/>
          <p:cNvSpPr/>
          <p:nvPr userDrawn="1"/>
        </p:nvSpPr>
        <p:spPr>
          <a:xfrm>
            <a:off x="5096366" y="1987034"/>
            <a:ext cx="999634" cy="36933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6096000" y="4501634"/>
            <a:ext cx="1437892" cy="369332"/>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Text Placeholder 22"/>
          <p:cNvSpPr>
            <a:spLocks noGrp="1"/>
          </p:cNvSpPr>
          <p:nvPr>
            <p:ph type="body" sz="quarter" idx="12"/>
          </p:nvPr>
        </p:nvSpPr>
        <p:spPr>
          <a:xfrm>
            <a:off x="5096365" y="1980994"/>
            <a:ext cx="4142233" cy="365760"/>
          </a:xfrm>
          <a:prstGeom prst="rect">
            <a:avLst/>
          </a:prstGeom>
        </p:spPr>
        <p:txBody>
          <a:bodyPr>
            <a:normAutofit/>
          </a:bodyPr>
          <a:lstStyle>
            <a:lvl1pPr marL="0" indent="0">
              <a:buNone/>
              <a:defRPr sz="1800" b="1" baseline="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25" name="Text Placeholder 24"/>
          <p:cNvSpPr>
            <a:spLocks noGrp="1"/>
          </p:cNvSpPr>
          <p:nvPr>
            <p:ph type="body" sz="quarter" idx="13"/>
          </p:nvPr>
        </p:nvSpPr>
        <p:spPr>
          <a:xfrm>
            <a:off x="6180139" y="2538415"/>
            <a:ext cx="3059111" cy="7080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26" name="Text Placeholder 22"/>
          <p:cNvSpPr>
            <a:spLocks noGrp="1"/>
          </p:cNvSpPr>
          <p:nvPr>
            <p:ph type="body" sz="quarter" idx="14"/>
          </p:nvPr>
        </p:nvSpPr>
        <p:spPr>
          <a:xfrm>
            <a:off x="3386761" y="4495594"/>
            <a:ext cx="4142233" cy="365760"/>
          </a:xfrm>
          <a:prstGeom prst="rect">
            <a:avLst/>
          </a:prstGeom>
        </p:spPr>
        <p:txBody>
          <a:bodyPr>
            <a:normAutofit/>
          </a:bodyPr>
          <a:lstStyle>
            <a:lvl1pPr marL="0" indent="0" algn="r">
              <a:buNone/>
              <a:defRPr sz="1800" b="1" baseline="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27" name="Text Placeholder 24"/>
          <p:cNvSpPr>
            <a:spLocks noGrp="1"/>
          </p:cNvSpPr>
          <p:nvPr>
            <p:ph type="body" sz="quarter" idx="15"/>
          </p:nvPr>
        </p:nvSpPr>
        <p:spPr>
          <a:xfrm>
            <a:off x="2951038" y="5069250"/>
            <a:ext cx="3059111" cy="708025"/>
          </a:xfrm>
          <a:prstGeom prst="rect">
            <a:avLst/>
          </a:prstGeom>
        </p:spPr>
        <p:txBody>
          <a:bodyPr>
            <a:normAutofit/>
          </a:bodyPr>
          <a:lstStyle>
            <a:lvl1pPr marL="0" indent="0" algn="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rand Full Screen">
    <p:spTree>
      <p:nvGrpSpPr>
        <p:cNvPr id="1" name=""/>
        <p:cNvGrpSpPr/>
        <p:nvPr/>
      </p:nvGrpSpPr>
      <p:grpSpPr>
        <a:xfrm>
          <a:off x="0" y="0"/>
          <a:ext cx="0" cy="0"/>
          <a:chOff x="0" y="0"/>
          <a:chExt cx="0" cy="0"/>
        </a:xfrm>
      </p:grpSpPr>
      <p:sp>
        <p:nvSpPr>
          <p:cNvPr id="12" name="Background White"/>
          <p:cNvSpPr/>
          <p:nvPr userDrawn="1"/>
        </p:nvSpPr>
        <p:spPr>
          <a:xfrm>
            <a:off x="3804685" y="0"/>
            <a:ext cx="458263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20" name="Straight Connector 19"/>
          <p:cNvCxnSpPr/>
          <p:nvPr userDrawn="1"/>
        </p:nvCxnSpPr>
        <p:spPr>
          <a:xfrm>
            <a:off x="6096000" y="4506835"/>
            <a:ext cx="0" cy="861774"/>
          </a:xfrm>
          <a:prstGeom prst="line">
            <a:avLst/>
          </a:prstGeom>
          <a:ln>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4" name="Rectangle 23"/>
          <p:cNvSpPr/>
          <p:nvPr userDrawn="1"/>
        </p:nvSpPr>
        <p:spPr>
          <a:xfrm>
            <a:off x="5828138" y="5700072"/>
            <a:ext cx="595035" cy="584775"/>
          </a:xfrm>
          <a:prstGeom prst="rect">
            <a:avLst/>
          </a:prstGeom>
        </p:spPr>
        <p:txBody>
          <a:bodyPr wrap="none">
            <a:spAutoFit/>
          </a:bodyPr>
          <a:lstStyle/>
          <a:p>
            <a:r>
              <a:rPr lang="en-US" sz="3200">
                <a:solidFill>
                  <a:schemeClr val="accent6"/>
                </a:solidFill>
                <a:latin typeface="FontAwesome" pitchFamily="2" charset="0"/>
              </a:rPr>
              <a:t></a:t>
            </a:r>
            <a:endParaRPr lang="en-US" sz="3200">
              <a:solidFill>
                <a:schemeClr val="accent6"/>
              </a:solidFill>
            </a:endParaRPr>
          </a:p>
        </p:txBody>
      </p:sp>
      <p:sp>
        <p:nvSpPr>
          <p:cNvPr id="5" name="Text Placeholder 4"/>
          <p:cNvSpPr>
            <a:spLocks noGrp="1"/>
          </p:cNvSpPr>
          <p:nvPr userDrawn="1">
            <p:ph type="body" sz="quarter" idx="11"/>
          </p:nvPr>
        </p:nvSpPr>
        <p:spPr>
          <a:xfrm>
            <a:off x="4362451" y="2322515"/>
            <a:ext cx="3573463" cy="1671637"/>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28" name="Text Placeholder 4"/>
          <p:cNvSpPr>
            <a:spLocks noGrp="1"/>
          </p:cNvSpPr>
          <p:nvPr>
            <p:ph type="body" sz="quarter" idx="12"/>
          </p:nvPr>
        </p:nvSpPr>
        <p:spPr>
          <a:xfrm>
            <a:off x="4362353" y="1012370"/>
            <a:ext cx="3573463" cy="584775"/>
          </a:xfrm>
          <a:prstGeom prst="rect">
            <a:avLst/>
          </a:prstGeom>
        </p:spPr>
        <p:txBody>
          <a:bodyPr/>
          <a:lstStyle>
            <a:lvl1pPr marL="0" indent="0">
              <a:buNone/>
              <a:defRPr sz="3200">
                <a:solidFill>
                  <a:schemeClr val="tx1">
                    <a:lumMod val="50000"/>
                    <a:lumOff val="50000"/>
                  </a:schemeClr>
                </a:solidFill>
                <a:latin typeface="GeosansLight" panose="02000603020000020003" pitchFamily="2" charset="0"/>
                <a:ea typeface="Open Sans" panose="020B0606030504020204" pitchFamily="34" charset="0"/>
                <a:cs typeface="Open Sans" panose="020B0606030504020204" pitchFamily="34" charset="0"/>
              </a:defRPr>
            </a:lvl1pPr>
          </a:lstStyle>
          <a:p>
            <a:pPr lvl="0"/>
            <a:endParaRPr lang="en-US"/>
          </a:p>
        </p:txBody>
      </p:sp>
      <p:sp>
        <p:nvSpPr>
          <p:cNvPr id="29" name="Text Placeholder 4"/>
          <p:cNvSpPr>
            <a:spLocks noGrp="1"/>
          </p:cNvSpPr>
          <p:nvPr>
            <p:ph type="body" sz="quarter" idx="13"/>
          </p:nvPr>
        </p:nvSpPr>
        <p:spPr>
          <a:xfrm>
            <a:off x="4362353" y="1620487"/>
            <a:ext cx="3573463" cy="370566"/>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0" name="Text Placeholder 4"/>
          <p:cNvSpPr>
            <a:spLocks noGrp="1"/>
          </p:cNvSpPr>
          <p:nvPr>
            <p:ph type="body" sz="quarter" idx="14"/>
          </p:nvPr>
        </p:nvSpPr>
        <p:spPr>
          <a:xfrm>
            <a:off x="4362352" y="4506837"/>
            <a:ext cx="1733650" cy="1193235"/>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3" name="Text Placeholder 4"/>
          <p:cNvSpPr>
            <a:spLocks noGrp="1"/>
          </p:cNvSpPr>
          <p:nvPr>
            <p:ph type="body" sz="quarter" idx="15"/>
          </p:nvPr>
        </p:nvSpPr>
        <p:spPr>
          <a:xfrm>
            <a:off x="6202166" y="4506837"/>
            <a:ext cx="1733650" cy="1193235"/>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rand Full Screen 2">
    <p:spTree>
      <p:nvGrpSpPr>
        <p:cNvPr id="1" name=""/>
        <p:cNvGrpSpPr/>
        <p:nvPr/>
      </p:nvGrpSpPr>
      <p:grpSpPr>
        <a:xfrm>
          <a:off x="0" y="0"/>
          <a:ext cx="0" cy="0"/>
          <a:chOff x="0" y="0"/>
          <a:chExt cx="0" cy="0"/>
        </a:xfrm>
      </p:grpSpPr>
      <p:cxnSp>
        <p:nvCxnSpPr>
          <p:cNvPr id="20" name="Straight Connector 19"/>
          <p:cNvCxnSpPr/>
          <p:nvPr userDrawn="1"/>
        </p:nvCxnSpPr>
        <p:spPr>
          <a:xfrm>
            <a:off x="6096000" y="4506835"/>
            <a:ext cx="0" cy="861774"/>
          </a:xfrm>
          <a:prstGeom prst="line">
            <a:avLst/>
          </a:prstGeom>
          <a:ln>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 name="Rectangle 10"/>
          <p:cNvSpPr/>
          <p:nvPr userDrawn="1"/>
        </p:nvSpPr>
        <p:spPr>
          <a:xfrm>
            <a:off x="3804685" y="2"/>
            <a:ext cx="4582632" cy="43651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Text Placeholder 5"/>
          <p:cNvSpPr>
            <a:spLocks noGrp="1"/>
          </p:cNvSpPr>
          <p:nvPr>
            <p:ph type="body" sz="quarter" idx="11" hasCustomPrompt="1"/>
          </p:nvPr>
        </p:nvSpPr>
        <p:spPr>
          <a:xfrm>
            <a:off x="5484014" y="436841"/>
            <a:ext cx="1225297" cy="246888"/>
          </a:xfrm>
          <a:prstGeom prst="rect">
            <a:avLst/>
          </a:prstGeom>
          <a:solidFill>
            <a:schemeClr val="accent6"/>
          </a:solidFill>
        </p:spPr>
        <p:txBody>
          <a:bodyPr/>
          <a:lstStyle>
            <a:lvl1pPr marL="0" indent="0" algn="ctr">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BRAND NAME</a:t>
            </a:r>
            <a:endParaRPr lang="en-US"/>
          </a:p>
        </p:txBody>
      </p:sp>
      <p:sp>
        <p:nvSpPr>
          <p:cNvPr id="8" name="Text Placeholder 7"/>
          <p:cNvSpPr>
            <a:spLocks noGrp="1"/>
          </p:cNvSpPr>
          <p:nvPr>
            <p:ph type="body" sz="quarter" idx="12"/>
          </p:nvPr>
        </p:nvSpPr>
        <p:spPr>
          <a:xfrm>
            <a:off x="4492625" y="825395"/>
            <a:ext cx="3206750" cy="566737"/>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10" name="Chart Placeholder 9"/>
          <p:cNvSpPr>
            <a:spLocks noGrp="1"/>
          </p:cNvSpPr>
          <p:nvPr>
            <p:ph type="chart" sz="quarter" idx="13"/>
          </p:nvPr>
        </p:nvSpPr>
        <p:spPr>
          <a:xfrm>
            <a:off x="4492625" y="1912938"/>
            <a:ext cx="3206750" cy="2038350"/>
          </a:xfrm>
          <a:prstGeom prst="rect">
            <a:avLst/>
          </a:prstGeom>
        </p:spPr>
        <p:txBody>
          <a:bodyPr/>
          <a:lstStyle>
            <a:lvl1pPr>
              <a:defRPr>
                <a:solidFill>
                  <a:schemeClr val="tx1">
                    <a:lumMod val="50000"/>
                    <a:lumOff val="50000"/>
                  </a:schemeClr>
                </a:solidFill>
              </a:defRPr>
            </a:lvl1pPr>
          </a:lstStyle>
          <a:p>
            <a:endParaRPr lang="en-US"/>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5" Type="http://schemas.openxmlformats.org/officeDocument/2006/relationships/theme" Target="../theme/theme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hyperlink" Target="http://www.scholat.com/yangcan" TargetMode="Externa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image" Target="../media/image2.png"/><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notesSlide" Target="../notesSlides/notesSlide1.xml"/><Relationship Id="rId10" Type="http://schemas.openxmlformats.org/officeDocument/2006/relationships/slideLayout" Target="../slideLayouts/slideLayout1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tags" Target="../tags/tag8.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9" Type="http://schemas.openxmlformats.org/officeDocument/2006/relationships/slideLayout" Target="../slideLayouts/slideLayout7.xml"/><Relationship Id="rId18" Type="http://schemas.openxmlformats.org/officeDocument/2006/relationships/tags" Target="../tags/tag25.xml"/><Relationship Id="rId17" Type="http://schemas.openxmlformats.org/officeDocument/2006/relationships/image" Target="../media/image3.png"/><Relationship Id="rId16" Type="http://schemas.openxmlformats.org/officeDocument/2006/relationships/tags" Target="../tags/tag24.xml"/><Relationship Id="rId15" Type="http://schemas.openxmlformats.org/officeDocument/2006/relationships/tags" Target="../tags/tag23.xml"/><Relationship Id="rId14" Type="http://schemas.openxmlformats.org/officeDocument/2006/relationships/tags" Target="../tags/tag22.xml"/><Relationship Id="rId13" Type="http://schemas.openxmlformats.org/officeDocument/2006/relationships/tags" Target="../tags/tag21.xml"/><Relationship Id="rId12" Type="http://schemas.openxmlformats.org/officeDocument/2006/relationships/tags" Target="../tags/tag20.xml"/><Relationship Id="rId11" Type="http://schemas.openxmlformats.org/officeDocument/2006/relationships/tags" Target="../tags/tag19.xml"/><Relationship Id="rId10" Type="http://schemas.openxmlformats.org/officeDocument/2006/relationships/tags" Target="../tags/tag18.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9" Type="http://schemas.openxmlformats.org/officeDocument/2006/relationships/slideLayout" Target="../slideLayouts/slideLayout7.xml"/><Relationship Id="rId18" Type="http://schemas.openxmlformats.org/officeDocument/2006/relationships/tags" Target="../tags/tag42.xml"/><Relationship Id="rId17" Type="http://schemas.openxmlformats.org/officeDocument/2006/relationships/image" Target="../media/image3.png"/><Relationship Id="rId16" Type="http://schemas.openxmlformats.org/officeDocument/2006/relationships/tags" Target="../tags/tag41.xml"/><Relationship Id="rId15" Type="http://schemas.openxmlformats.org/officeDocument/2006/relationships/tags" Target="../tags/tag40.xml"/><Relationship Id="rId14" Type="http://schemas.openxmlformats.org/officeDocument/2006/relationships/tags" Target="../tags/tag39.xml"/><Relationship Id="rId13" Type="http://schemas.openxmlformats.org/officeDocument/2006/relationships/tags" Target="../tags/tag38.xml"/><Relationship Id="rId12" Type="http://schemas.openxmlformats.org/officeDocument/2006/relationships/tags" Target="../tags/tag3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tags" Target="../tags/tag26.xml"/></Relationships>
</file>

<file path=ppt/slides/_rels/slide5.xml.rels><?xml version="1.0" encoding="UTF-8" standalone="yes"?>
<Relationships xmlns="http://schemas.openxmlformats.org/package/2006/relationships"><Relationship Id="rId9" Type="http://schemas.openxmlformats.org/officeDocument/2006/relationships/tags" Target="../tags/tag51.xml"/><Relationship Id="rId8" Type="http://schemas.openxmlformats.org/officeDocument/2006/relationships/tags" Target="../tags/tag50.xml"/><Relationship Id="rId7" Type="http://schemas.openxmlformats.org/officeDocument/2006/relationships/tags" Target="../tags/tag49.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tags" Target="../tags/tag45.xml"/><Relationship Id="rId2" Type="http://schemas.openxmlformats.org/officeDocument/2006/relationships/tags" Target="../tags/tag44.xml"/><Relationship Id="rId19" Type="http://schemas.openxmlformats.org/officeDocument/2006/relationships/slideLayout" Target="../slideLayouts/slideLayout7.xml"/><Relationship Id="rId18" Type="http://schemas.openxmlformats.org/officeDocument/2006/relationships/tags" Target="../tags/tag59.xml"/><Relationship Id="rId17" Type="http://schemas.openxmlformats.org/officeDocument/2006/relationships/image" Target="../media/image3.png"/><Relationship Id="rId16" Type="http://schemas.openxmlformats.org/officeDocument/2006/relationships/tags" Target="../tags/tag58.xml"/><Relationship Id="rId15" Type="http://schemas.openxmlformats.org/officeDocument/2006/relationships/tags" Target="../tags/tag57.xml"/><Relationship Id="rId14" Type="http://schemas.openxmlformats.org/officeDocument/2006/relationships/tags" Target="../tags/tag56.xml"/><Relationship Id="rId13" Type="http://schemas.openxmlformats.org/officeDocument/2006/relationships/tags" Target="../tags/tag55.xml"/><Relationship Id="rId12" Type="http://schemas.openxmlformats.org/officeDocument/2006/relationships/tags" Target="../tags/tag54.xml"/><Relationship Id="rId11" Type="http://schemas.openxmlformats.org/officeDocument/2006/relationships/tags" Target="../tags/tag53.xml"/><Relationship Id="rId10" Type="http://schemas.openxmlformats.org/officeDocument/2006/relationships/tags" Target="../tags/tag52.xml"/><Relationship Id="rId1" Type="http://schemas.openxmlformats.org/officeDocument/2006/relationships/tags" Target="../tags/tag43.xml"/></Relationships>
</file>

<file path=ppt/slides/_rels/slide6.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9" Type="http://schemas.openxmlformats.org/officeDocument/2006/relationships/slideLayout" Target="../slideLayouts/slideLayout7.xml"/><Relationship Id="rId18" Type="http://schemas.openxmlformats.org/officeDocument/2006/relationships/tags" Target="../tags/tag76.xml"/><Relationship Id="rId17" Type="http://schemas.openxmlformats.org/officeDocument/2006/relationships/image" Target="../media/image3.png"/><Relationship Id="rId16" Type="http://schemas.openxmlformats.org/officeDocument/2006/relationships/tags" Target="../tags/tag75.xml"/><Relationship Id="rId15" Type="http://schemas.openxmlformats.org/officeDocument/2006/relationships/tags" Target="../tags/tag74.xml"/><Relationship Id="rId14" Type="http://schemas.openxmlformats.org/officeDocument/2006/relationships/tags" Target="../tags/tag73.xml"/><Relationship Id="rId13" Type="http://schemas.openxmlformats.org/officeDocument/2006/relationships/tags" Target="../tags/tag72.xml"/><Relationship Id="rId12" Type="http://schemas.openxmlformats.org/officeDocument/2006/relationships/tags" Target="../tags/tag71.xml"/><Relationship Id="rId11" Type="http://schemas.openxmlformats.org/officeDocument/2006/relationships/tags" Target="../tags/tag70.xml"/><Relationship Id="rId10" Type="http://schemas.openxmlformats.org/officeDocument/2006/relationships/tags" Target="../tags/tag69.xml"/><Relationship Id="rId1" Type="http://schemas.openxmlformats.org/officeDocument/2006/relationships/tags" Target="../tags/tag60.xml"/></Relationships>
</file>

<file path=ppt/slides/_rels/slide7.xml.rels><?xml version="1.0" encoding="UTF-8" standalone="yes"?>
<Relationships xmlns="http://schemas.openxmlformats.org/package/2006/relationships"><Relationship Id="rId9" Type="http://schemas.openxmlformats.org/officeDocument/2006/relationships/tags" Target="../tags/tag85.xml"/><Relationship Id="rId8" Type="http://schemas.openxmlformats.org/officeDocument/2006/relationships/tags" Target="../tags/tag84.xml"/><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9" Type="http://schemas.openxmlformats.org/officeDocument/2006/relationships/slideLayout" Target="../slideLayouts/slideLayout7.xml"/><Relationship Id="rId18" Type="http://schemas.openxmlformats.org/officeDocument/2006/relationships/tags" Target="../tags/tag93.xml"/><Relationship Id="rId17" Type="http://schemas.openxmlformats.org/officeDocument/2006/relationships/image" Target="../media/image3.png"/><Relationship Id="rId16" Type="http://schemas.openxmlformats.org/officeDocument/2006/relationships/tags" Target="../tags/tag92.xml"/><Relationship Id="rId15" Type="http://schemas.openxmlformats.org/officeDocument/2006/relationships/tags" Target="../tags/tag91.xml"/><Relationship Id="rId14" Type="http://schemas.openxmlformats.org/officeDocument/2006/relationships/tags" Target="../tags/tag90.xml"/><Relationship Id="rId13" Type="http://schemas.openxmlformats.org/officeDocument/2006/relationships/tags" Target="../tags/tag89.xml"/><Relationship Id="rId12" Type="http://schemas.openxmlformats.org/officeDocument/2006/relationships/tags" Target="../tags/tag88.xml"/><Relationship Id="rId11" Type="http://schemas.openxmlformats.org/officeDocument/2006/relationships/tags" Target="../tags/tag87.xml"/><Relationship Id="rId10" Type="http://schemas.openxmlformats.org/officeDocument/2006/relationships/tags" Target="../tags/tag86.xml"/><Relationship Id="rId1" Type="http://schemas.openxmlformats.org/officeDocument/2006/relationships/tags" Target="../tags/tag77.xml"/></Relationships>
</file>

<file path=ppt/slides/_rels/slide8.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01.xml"/><Relationship Id="rId7" Type="http://schemas.openxmlformats.org/officeDocument/2006/relationships/tags" Target="../tags/tag100.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1" Type="http://schemas.openxmlformats.org/officeDocument/2006/relationships/slideLayout" Target="../slideLayouts/slideLayout7.xml"/><Relationship Id="rId10" Type="http://schemas.openxmlformats.org/officeDocument/2006/relationships/tags" Target="../tags/tag102.xml"/><Relationship Id="rId1" Type="http://schemas.openxmlformats.org/officeDocument/2006/relationships/tags" Target="../tags/tag9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3.xml"/></Relationships>
</file>

<file path=ppt/slides/_rels/slide10.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11.xml"/><Relationship Id="rId7" Type="http://schemas.openxmlformats.org/officeDocument/2006/relationships/tags" Target="../tags/tag110.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1" Type="http://schemas.openxmlformats.org/officeDocument/2006/relationships/slideLayout" Target="../slideLayouts/slideLayout7.xml"/><Relationship Id="rId10" Type="http://schemas.openxmlformats.org/officeDocument/2006/relationships/tags" Target="../tags/tag112.xml"/><Relationship Id="rId1" Type="http://schemas.openxmlformats.org/officeDocument/2006/relationships/tags" Target="../tags/tag104.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3.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15.xml"/><Relationship Id="rId2" Type="http://schemas.openxmlformats.org/officeDocument/2006/relationships/image" Target="../media/image4.png"/><Relationship Id="rId1" Type="http://schemas.openxmlformats.org/officeDocument/2006/relationships/tags" Target="../tags/tag114.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16.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tags" Target="../tags/tag117.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21.xml"/><Relationship Id="rId1" Type="http://schemas.openxmlformats.org/officeDocument/2006/relationships/tags" Target="../tags/tag120.xml"/></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tags" Target="../tags/tag12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27.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29.xml"/><Relationship Id="rId2" Type="http://schemas.openxmlformats.org/officeDocument/2006/relationships/image" Target="../media/image6.png"/><Relationship Id="rId1" Type="http://schemas.openxmlformats.org/officeDocument/2006/relationships/tags" Target="../tags/tag128.xml"/></Relationships>
</file>

<file path=ppt/slides/_rels/slide19.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1.xml"/><Relationship Id="rId3" Type="http://schemas.openxmlformats.org/officeDocument/2006/relationships/tags" Target="../tags/tag130.xml"/><Relationship Id="rId2" Type="http://schemas.openxmlformats.org/officeDocument/2006/relationships/image" Target="../media/image7.png"/><Relationship Id="rId1"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32.xml"/><Relationship Id="rId1" Type="http://schemas.openxmlformats.org/officeDocument/2006/relationships/tags" Target="../tags/tag131.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35.xml"/><Relationship Id="rId4" Type="http://schemas.openxmlformats.org/officeDocument/2006/relationships/image" Target="../media/image9.png"/><Relationship Id="rId3" Type="http://schemas.openxmlformats.org/officeDocument/2006/relationships/tags" Target="../tags/tag134.xml"/><Relationship Id="rId2" Type="http://schemas.openxmlformats.org/officeDocument/2006/relationships/image" Target="../media/image8.png"/><Relationship Id="rId1" Type="http://schemas.openxmlformats.org/officeDocument/2006/relationships/tags" Target="../tags/tag133.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36.xml"/></Relationships>
</file>

<file path=ppt/slides/_rels/slide23.xml.rels><?xml version="1.0" encoding="UTF-8" standalone="yes"?>
<Relationships xmlns="http://schemas.openxmlformats.org/package/2006/relationships"><Relationship Id="rId9" Type="http://schemas.openxmlformats.org/officeDocument/2006/relationships/tags" Target="../tags/tag145.xml"/><Relationship Id="rId8" Type="http://schemas.openxmlformats.org/officeDocument/2006/relationships/tags" Target="../tags/tag144.xml"/><Relationship Id="rId7" Type="http://schemas.openxmlformats.org/officeDocument/2006/relationships/tags" Target="../tags/tag143.xml"/><Relationship Id="rId6" Type="http://schemas.openxmlformats.org/officeDocument/2006/relationships/tags" Target="../tags/tag142.xml"/><Relationship Id="rId5" Type="http://schemas.openxmlformats.org/officeDocument/2006/relationships/tags" Target="../tags/tag141.xml"/><Relationship Id="rId4" Type="http://schemas.openxmlformats.org/officeDocument/2006/relationships/tags" Target="../tags/tag140.xml"/><Relationship Id="rId3" Type="http://schemas.openxmlformats.org/officeDocument/2006/relationships/tags" Target="../tags/tag139.xml"/><Relationship Id="rId2" Type="http://schemas.openxmlformats.org/officeDocument/2006/relationships/tags" Target="../tags/tag138.xml"/><Relationship Id="rId12" Type="http://schemas.openxmlformats.org/officeDocument/2006/relationships/slideLayout" Target="../slideLayouts/slideLayout7.xml"/><Relationship Id="rId11" Type="http://schemas.openxmlformats.org/officeDocument/2006/relationships/tags" Target="../tags/tag146.xml"/><Relationship Id="rId10" Type="http://schemas.openxmlformats.org/officeDocument/2006/relationships/image" Target="../media/image3.png"/><Relationship Id="rId1" Type="http://schemas.openxmlformats.org/officeDocument/2006/relationships/tags" Target="../tags/tag13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7.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48.xml"/><Relationship Id="rId1" Type="http://schemas.openxmlformats.org/officeDocument/2006/relationships/image" Target="../media/image10.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9.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50.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51.xml"/><Relationship Id="rId1" Type="http://schemas.openxmlformats.org/officeDocument/2006/relationships/image" Target="../media/image11.jpe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52.xml"/><Relationship Id="rId1" Type="http://schemas.openxmlformats.org/officeDocument/2006/relationships/image" Target="../media/image12.jpe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55.xml"/><Relationship Id="rId2" Type="http://schemas.openxmlformats.org/officeDocument/2006/relationships/tags" Target="../tags/tag154.xml"/><Relationship Id="rId1" Type="http://schemas.openxmlformats.org/officeDocument/2006/relationships/tags" Target="../tags/tag153.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57.xml"/><Relationship Id="rId1" Type="http://schemas.openxmlformats.org/officeDocument/2006/relationships/tags" Target="../tags/tag156.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58.xml"/></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60.xml"/><Relationship Id="rId2" Type="http://schemas.openxmlformats.org/officeDocument/2006/relationships/image" Target="../media/image13.png"/><Relationship Id="rId1" Type="http://schemas.openxmlformats.org/officeDocument/2006/relationships/tags" Target="../tags/tag159.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2.xml"/><Relationship Id="rId1" Type="http://schemas.openxmlformats.org/officeDocument/2006/relationships/tags" Target="../tags/tag161.xml"/></Relationships>
</file>

<file path=ppt/slides/_rels/slide35.xml.rels><?xml version="1.0" encoding="UTF-8" standalone="yes"?>
<Relationships xmlns="http://schemas.openxmlformats.org/package/2006/relationships"><Relationship Id="rId9" Type="http://schemas.openxmlformats.org/officeDocument/2006/relationships/tags" Target="../tags/tag171.xml"/><Relationship Id="rId8" Type="http://schemas.openxmlformats.org/officeDocument/2006/relationships/tags" Target="../tags/tag170.xml"/><Relationship Id="rId7" Type="http://schemas.openxmlformats.org/officeDocument/2006/relationships/tags" Target="../tags/tag169.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tags" Target="../tags/tag165.xml"/><Relationship Id="rId2" Type="http://schemas.openxmlformats.org/officeDocument/2006/relationships/tags" Target="../tags/tag164.xml"/><Relationship Id="rId12" Type="http://schemas.openxmlformats.org/officeDocument/2006/relationships/slideLayout" Target="../slideLayouts/slideLayout7.xml"/><Relationship Id="rId11" Type="http://schemas.openxmlformats.org/officeDocument/2006/relationships/tags" Target="../tags/tag172.xml"/><Relationship Id="rId10" Type="http://schemas.openxmlformats.org/officeDocument/2006/relationships/image" Target="../media/image3.png"/><Relationship Id="rId1" Type="http://schemas.openxmlformats.org/officeDocument/2006/relationships/tags" Target="../tags/tag163.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73.xml"/></Relationships>
</file>

<file path=ppt/slides/_rels/slide37.xml.rels><?xml version="1.0" encoding="UTF-8" standalone="yes"?>
<Relationships xmlns="http://schemas.openxmlformats.org/package/2006/relationships"><Relationship Id="rId9" Type="http://schemas.openxmlformats.org/officeDocument/2006/relationships/tags" Target="../tags/tag182.xml"/><Relationship Id="rId8" Type="http://schemas.openxmlformats.org/officeDocument/2006/relationships/tags" Target="../tags/tag181.xml"/><Relationship Id="rId7" Type="http://schemas.openxmlformats.org/officeDocument/2006/relationships/tags" Target="../tags/tag180.xml"/><Relationship Id="rId6" Type="http://schemas.openxmlformats.org/officeDocument/2006/relationships/tags" Target="../tags/tag179.xml"/><Relationship Id="rId5" Type="http://schemas.openxmlformats.org/officeDocument/2006/relationships/tags" Target="../tags/tag178.xml"/><Relationship Id="rId4" Type="http://schemas.openxmlformats.org/officeDocument/2006/relationships/tags" Target="../tags/tag177.xml"/><Relationship Id="rId3" Type="http://schemas.openxmlformats.org/officeDocument/2006/relationships/tags" Target="../tags/tag176.xml"/><Relationship Id="rId2" Type="http://schemas.openxmlformats.org/officeDocument/2006/relationships/tags" Target="../tags/tag175.xml"/><Relationship Id="rId19" Type="http://schemas.openxmlformats.org/officeDocument/2006/relationships/slideLayout" Target="../slideLayouts/slideLayout7.xml"/><Relationship Id="rId18" Type="http://schemas.openxmlformats.org/officeDocument/2006/relationships/tags" Target="../tags/tag190.xml"/><Relationship Id="rId17" Type="http://schemas.openxmlformats.org/officeDocument/2006/relationships/image" Target="../media/image3.png"/><Relationship Id="rId16" Type="http://schemas.openxmlformats.org/officeDocument/2006/relationships/tags" Target="../tags/tag189.xml"/><Relationship Id="rId15" Type="http://schemas.openxmlformats.org/officeDocument/2006/relationships/tags" Target="../tags/tag188.xml"/><Relationship Id="rId14" Type="http://schemas.openxmlformats.org/officeDocument/2006/relationships/tags" Target="../tags/tag187.xml"/><Relationship Id="rId13" Type="http://schemas.openxmlformats.org/officeDocument/2006/relationships/tags" Target="../tags/tag186.xml"/><Relationship Id="rId12" Type="http://schemas.openxmlformats.org/officeDocument/2006/relationships/tags" Target="../tags/tag185.xml"/><Relationship Id="rId11" Type="http://schemas.openxmlformats.org/officeDocument/2006/relationships/tags" Target="../tags/tag184.xml"/><Relationship Id="rId10" Type="http://schemas.openxmlformats.org/officeDocument/2006/relationships/tags" Target="../tags/tag183.xml"/><Relationship Id="rId1" Type="http://schemas.openxmlformats.org/officeDocument/2006/relationships/tags" Target="../tags/tag174.xml"/></Relationships>
</file>

<file path=ppt/slides/_rels/slide38.xml.rels><?xml version="1.0" encoding="UTF-8" standalone="yes"?>
<Relationships xmlns="http://schemas.openxmlformats.org/package/2006/relationships"><Relationship Id="rId9" Type="http://schemas.openxmlformats.org/officeDocument/2006/relationships/tags" Target="../tags/tag199.xml"/><Relationship Id="rId8" Type="http://schemas.openxmlformats.org/officeDocument/2006/relationships/tags" Target="../tags/tag198.xml"/><Relationship Id="rId7" Type="http://schemas.openxmlformats.org/officeDocument/2006/relationships/tags" Target="../tags/tag197.xml"/><Relationship Id="rId6" Type="http://schemas.openxmlformats.org/officeDocument/2006/relationships/tags" Target="../tags/tag196.xml"/><Relationship Id="rId5" Type="http://schemas.openxmlformats.org/officeDocument/2006/relationships/tags" Target="../tags/tag195.xml"/><Relationship Id="rId4" Type="http://schemas.openxmlformats.org/officeDocument/2006/relationships/tags" Target="../tags/tag194.xml"/><Relationship Id="rId3" Type="http://schemas.openxmlformats.org/officeDocument/2006/relationships/tags" Target="../tags/tag193.xml"/><Relationship Id="rId2" Type="http://schemas.openxmlformats.org/officeDocument/2006/relationships/tags" Target="../tags/tag192.xml"/><Relationship Id="rId19" Type="http://schemas.openxmlformats.org/officeDocument/2006/relationships/slideLayout" Target="../slideLayouts/slideLayout7.xml"/><Relationship Id="rId18" Type="http://schemas.openxmlformats.org/officeDocument/2006/relationships/tags" Target="../tags/tag207.xml"/><Relationship Id="rId17" Type="http://schemas.openxmlformats.org/officeDocument/2006/relationships/image" Target="../media/image3.png"/><Relationship Id="rId16" Type="http://schemas.openxmlformats.org/officeDocument/2006/relationships/tags" Target="../tags/tag206.xml"/><Relationship Id="rId15" Type="http://schemas.openxmlformats.org/officeDocument/2006/relationships/tags" Target="../tags/tag205.xml"/><Relationship Id="rId14" Type="http://schemas.openxmlformats.org/officeDocument/2006/relationships/tags" Target="../tags/tag204.xml"/><Relationship Id="rId13" Type="http://schemas.openxmlformats.org/officeDocument/2006/relationships/tags" Target="../tags/tag203.xml"/><Relationship Id="rId12" Type="http://schemas.openxmlformats.org/officeDocument/2006/relationships/tags" Target="../tags/tag202.xml"/><Relationship Id="rId11" Type="http://schemas.openxmlformats.org/officeDocument/2006/relationships/tags" Target="../tags/tag201.xml"/><Relationship Id="rId10" Type="http://schemas.openxmlformats.org/officeDocument/2006/relationships/tags" Target="../tags/tag200.xml"/><Relationship Id="rId1" Type="http://schemas.openxmlformats.org/officeDocument/2006/relationships/tags" Target="../tags/tag191.xml"/></Relationships>
</file>

<file path=ppt/slides/_rels/slide39.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209.xml"/><Relationship Id="rId5" Type="http://schemas.openxmlformats.org/officeDocument/2006/relationships/image" Target="../media/image16.png"/><Relationship Id="rId4" Type="http://schemas.openxmlformats.org/officeDocument/2006/relationships/tags" Target="../tags/tag208.xml"/><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hyperlink" Target="https://www.bilibili.com/video/BV1Zc411D7s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任意多边形: 形状 58"/>
          <p:cNvSpPr/>
          <p:nvPr>
            <p:custDataLst>
              <p:tags r:id="rId1"/>
            </p:custDataLst>
          </p:nvPr>
        </p:nvSpPr>
        <p:spPr>
          <a:xfrm>
            <a:off x="6962845" y="1219168"/>
            <a:ext cx="4420430" cy="4420430"/>
          </a:xfrm>
          <a:custGeom>
            <a:avLst/>
            <a:gdLst>
              <a:gd name="connsiteX0" fmla="*/ 2192419 w 4384838"/>
              <a:gd name="connsiteY0" fmla="*/ 426532 h 4384838"/>
              <a:gd name="connsiteX1" fmla="*/ 426532 w 4384838"/>
              <a:gd name="connsiteY1" fmla="*/ 2192419 h 4384838"/>
              <a:gd name="connsiteX2" fmla="*/ 2192419 w 4384838"/>
              <a:gd name="connsiteY2" fmla="*/ 3958306 h 4384838"/>
              <a:gd name="connsiteX3" fmla="*/ 3958306 w 4384838"/>
              <a:gd name="connsiteY3" fmla="*/ 2192419 h 4384838"/>
              <a:gd name="connsiteX4" fmla="*/ 2192419 w 4384838"/>
              <a:gd name="connsiteY4" fmla="*/ 426532 h 4384838"/>
              <a:gd name="connsiteX5" fmla="*/ 2192419 w 4384838"/>
              <a:gd name="connsiteY5" fmla="*/ 0 h 4384838"/>
              <a:gd name="connsiteX6" fmla="*/ 4384838 w 4384838"/>
              <a:gd name="connsiteY6" fmla="*/ 2192419 h 4384838"/>
              <a:gd name="connsiteX7" fmla="*/ 2192419 w 4384838"/>
              <a:gd name="connsiteY7" fmla="*/ 4384838 h 4384838"/>
              <a:gd name="connsiteX8" fmla="*/ 0 w 4384838"/>
              <a:gd name="connsiteY8" fmla="*/ 2192419 h 4384838"/>
              <a:gd name="connsiteX9" fmla="*/ 2192419 w 4384838"/>
              <a:gd name="connsiteY9" fmla="*/ 0 h 4384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84838" h="4384838">
                <a:moveTo>
                  <a:pt x="2192419" y="426532"/>
                </a:moveTo>
                <a:cubicBezTo>
                  <a:pt x="1217147" y="426532"/>
                  <a:pt x="426532" y="1217147"/>
                  <a:pt x="426532" y="2192419"/>
                </a:cubicBezTo>
                <a:cubicBezTo>
                  <a:pt x="426532" y="3167691"/>
                  <a:pt x="1217147" y="3958306"/>
                  <a:pt x="2192419" y="3958306"/>
                </a:cubicBezTo>
                <a:cubicBezTo>
                  <a:pt x="3167691" y="3958306"/>
                  <a:pt x="3958306" y="3167691"/>
                  <a:pt x="3958306" y="2192419"/>
                </a:cubicBezTo>
                <a:cubicBezTo>
                  <a:pt x="3958306" y="1217147"/>
                  <a:pt x="3167691" y="426532"/>
                  <a:pt x="2192419" y="426532"/>
                </a:cubicBezTo>
                <a:close/>
                <a:moveTo>
                  <a:pt x="2192419" y="0"/>
                </a:moveTo>
                <a:cubicBezTo>
                  <a:pt x="3403259" y="0"/>
                  <a:pt x="4384838" y="981579"/>
                  <a:pt x="4384838" y="2192419"/>
                </a:cubicBezTo>
                <a:cubicBezTo>
                  <a:pt x="4384838" y="3403259"/>
                  <a:pt x="3403259" y="4384838"/>
                  <a:pt x="2192419" y="4384838"/>
                </a:cubicBezTo>
                <a:cubicBezTo>
                  <a:pt x="981579" y="4384838"/>
                  <a:pt x="0" y="3403259"/>
                  <a:pt x="0" y="2192419"/>
                </a:cubicBezTo>
                <a:cubicBezTo>
                  <a:pt x="0" y="981579"/>
                  <a:pt x="981579" y="0"/>
                  <a:pt x="2192419"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p>
        </p:txBody>
      </p:sp>
      <p:sp>
        <p:nvSpPr>
          <p:cNvPr id="60" name="任意多边形: 形状 59"/>
          <p:cNvSpPr/>
          <p:nvPr>
            <p:custDataLst>
              <p:tags r:id="rId2"/>
            </p:custDataLst>
          </p:nvPr>
        </p:nvSpPr>
        <p:spPr>
          <a:xfrm>
            <a:off x="6962845" y="1219168"/>
            <a:ext cx="4126450" cy="3283662"/>
          </a:xfrm>
          <a:custGeom>
            <a:avLst/>
            <a:gdLst>
              <a:gd name="connsiteX0" fmla="*/ 2192419 w 4093225"/>
              <a:gd name="connsiteY0" fmla="*/ 0 h 3257223"/>
              <a:gd name="connsiteX1" fmla="*/ 4010407 w 4093225"/>
              <a:gd name="connsiteY1" fmla="*/ 966617 h 3257223"/>
              <a:gd name="connsiteX2" fmla="*/ 4093225 w 4093225"/>
              <a:gd name="connsiteY2" fmla="*/ 1102939 h 3257223"/>
              <a:gd name="connsiteX3" fmla="*/ 3721968 w 4093225"/>
              <a:gd name="connsiteY3" fmla="*/ 1312496 h 3257223"/>
              <a:gd name="connsiteX4" fmla="*/ 3656720 w 4093225"/>
              <a:gd name="connsiteY4" fmla="*/ 1205095 h 3257223"/>
              <a:gd name="connsiteX5" fmla="*/ 2192419 w 4093225"/>
              <a:gd name="connsiteY5" fmla="*/ 426532 h 3257223"/>
              <a:gd name="connsiteX6" fmla="*/ 426532 w 4093225"/>
              <a:gd name="connsiteY6" fmla="*/ 2192419 h 3257223"/>
              <a:gd name="connsiteX7" fmla="*/ 639665 w 4093225"/>
              <a:gd name="connsiteY7" fmla="*/ 3034146 h 3257223"/>
              <a:gd name="connsiteX8" fmla="*/ 647880 w 4093225"/>
              <a:gd name="connsiteY8" fmla="*/ 3047667 h 3257223"/>
              <a:gd name="connsiteX9" fmla="*/ 276622 w 4093225"/>
              <a:gd name="connsiteY9" fmla="*/ 3257223 h 3257223"/>
              <a:gd name="connsiteX10" fmla="*/ 264613 w 4093225"/>
              <a:gd name="connsiteY10" fmla="*/ 3237457 h 3257223"/>
              <a:gd name="connsiteX11" fmla="*/ 0 w 4093225"/>
              <a:gd name="connsiteY11" fmla="*/ 2192419 h 3257223"/>
              <a:gd name="connsiteX12" fmla="*/ 2192419 w 4093225"/>
              <a:gd name="connsiteY12" fmla="*/ 0 h 3257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93225" h="3257223">
                <a:moveTo>
                  <a:pt x="2192419" y="0"/>
                </a:moveTo>
                <a:cubicBezTo>
                  <a:pt x="2949194" y="0"/>
                  <a:pt x="3616414" y="383429"/>
                  <a:pt x="4010407" y="966617"/>
                </a:cubicBezTo>
                <a:lnTo>
                  <a:pt x="4093225" y="1102939"/>
                </a:lnTo>
                <a:lnTo>
                  <a:pt x="3721968" y="1312496"/>
                </a:lnTo>
                <a:lnTo>
                  <a:pt x="3656720" y="1205095"/>
                </a:lnTo>
                <a:cubicBezTo>
                  <a:pt x="3339377" y="735366"/>
                  <a:pt x="2801964" y="426532"/>
                  <a:pt x="2192419" y="426532"/>
                </a:cubicBezTo>
                <a:cubicBezTo>
                  <a:pt x="1217147" y="426532"/>
                  <a:pt x="426532" y="1217147"/>
                  <a:pt x="426532" y="2192419"/>
                </a:cubicBezTo>
                <a:cubicBezTo>
                  <a:pt x="426532" y="2497192"/>
                  <a:pt x="503741" y="2783931"/>
                  <a:pt x="639665" y="3034146"/>
                </a:cubicBezTo>
                <a:lnTo>
                  <a:pt x="647880" y="3047667"/>
                </a:lnTo>
                <a:lnTo>
                  <a:pt x="276622" y="3257223"/>
                </a:lnTo>
                <a:lnTo>
                  <a:pt x="264613" y="3237457"/>
                </a:lnTo>
                <a:cubicBezTo>
                  <a:pt x="95858" y="2926805"/>
                  <a:pt x="0" y="2570807"/>
                  <a:pt x="0" y="2192419"/>
                </a:cubicBezTo>
                <a:cubicBezTo>
                  <a:pt x="0" y="981579"/>
                  <a:pt x="981579" y="0"/>
                  <a:pt x="2192419" y="0"/>
                </a:cubicBezTo>
                <a:close/>
              </a:path>
            </a:pathLst>
          </a:custGeom>
          <a:gradFill>
            <a:gsLst>
              <a:gs pos="0">
                <a:schemeClr val="accent1">
                  <a:lumMod val="40000"/>
                  <a:lumOff val="60000"/>
                </a:schemeClr>
              </a:gs>
              <a:gs pos="49000">
                <a:schemeClr val="accent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pic>
        <p:nvPicPr>
          <p:cNvPr id="63" name="图片 62"/>
          <p:cNvPicPr>
            <a:picLocks noChangeAspect="1"/>
          </p:cNvPicPr>
          <p:nvPr>
            <p:custDataLst>
              <p:tags r:id="rId3"/>
            </p:custDataLst>
          </p:nvPr>
        </p:nvPicPr>
        <p:blipFill>
          <a:blip r:embed="rId4"/>
          <a:srcRect/>
          <a:stretch>
            <a:fillRect/>
          </a:stretch>
        </p:blipFill>
        <p:spPr>
          <a:xfrm>
            <a:off x="7390895" y="1620136"/>
            <a:ext cx="3618497" cy="3618496"/>
          </a:xfrm>
          <a:custGeom>
            <a:avLst/>
            <a:gdLst>
              <a:gd name="connsiteX0" fmla="*/ 1794661 w 3589362"/>
              <a:gd name="connsiteY0" fmla="*/ 0 h 3589361"/>
              <a:gd name="connsiteX1" fmla="*/ 1794701 w 3589362"/>
              <a:gd name="connsiteY1" fmla="*/ 0 h 3589361"/>
              <a:gd name="connsiteX2" fmla="*/ 1978177 w 3589362"/>
              <a:gd name="connsiteY2" fmla="*/ 9265 h 3589361"/>
              <a:gd name="connsiteX3" fmla="*/ 3589362 w 3589362"/>
              <a:gd name="connsiteY3" fmla="*/ 1794680 h 3589361"/>
              <a:gd name="connsiteX4" fmla="*/ 1794681 w 3589362"/>
              <a:gd name="connsiteY4" fmla="*/ 3589361 h 3589361"/>
              <a:gd name="connsiteX5" fmla="*/ 0 w 3589362"/>
              <a:gd name="connsiteY5" fmla="*/ 1794680 h 3589361"/>
              <a:gd name="connsiteX6" fmla="*/ 1611185 w 3589362"/>
              <a:gd name="connsiteY6" fmla="*/ 9265 h 3589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9362" h="3589361">
                <a:moveTo>
                  <a:pt x="1794661" y="0"/>
                </a:moveTo>
                <a:lnTo>
                  <a:pt x="1794701" y="0"/>
                </a:lnTo>
                <a:lnTo>
                  <a:pt x="1978177" y="9265"/>
                </a:lnTo>
                <a:cubicBezTo>
                  <a:pt x="2883156" y="101170"/>
                  <a:pt x="3589362" y="865454"/>
                  <a:pt x="3589362" y="1794680"/>
                </a:cubicBezTo>
                <a:cubicBezTo>
                  <a:pt x="3589362" y="2785855"/>
                  <a:pt x="2785856" y="3589361"/>
                  <a:pt x="1794681" y="3589361"/>
                </a:cubicBezTo>
                <a:cubicBezTo>
                  <a:pt x="803506" y="3589361"/>
                  <a:pt x="0" y="2785855"/>
                  <a:pt x="0" y="1794680"/>
                </a:cubicBezTo>
                <a:cubicBezTo>
                  <a:pt x="0" y="865454"/>
                  <a:pt x="706207" y="101170"/>
                  <a:pt x="1611185" y="9265"/>
                </a:cubicBezTo>
                <a:close/>
              </a:path>
            </a:pathLst>
          </a:custGeom>
        </p:spPr>
      </p:pic>
      <p:sp>
        <p:nvSpPr>
          <p:cNvPr id="8" name="文本框 7"/>
          <p:cNvSpPr txBox="1"/>
          <p:nvPr>
            <p:custDataLst>
              <p:tags r:id="rId5"/>
            </p:custDataLst>
          </p:nvPr>
        </p:nvSpPr>
        <p:spPr>
          <a:xfrm>
            <a:off x="552410" y="203124"/>
            <a:ext cx="5543550" cy="1615553"/>
          </a:xfrm>
          <a:prstGeom prst="rect">
            <a:avLst/>
          </a:prstGeom>
          <a:noFill/>
        </p:spPr>
        <p:txBody>
          <a:bodyPr wrap="square" lIns="63500" tIns="25400" rIns="63500" bIns="25400" rtlCol="0" anchor="b" anchorCtr="0">
            <a:normAutofit/>
          </a:bodyPr>
          <a:p>
            <a:pPr marL="0" indent="0" algn="l">
              <a:lnSpc>
                <a:spcPct val="110000"/>
              </a:lnSpc>
              <a:spcBef>
                <a:spcPts val="0"/>
              </a:spcBef>
              <a:spcAft>
                <a:spcPts val="0"/>
              </a:spcAft>
              <a:buSzPct val="100000"/>
              <a:buNone/>
            </a:pPr>
            <a:r>
              <a:rPr lang="zh-CN" altLang="en-US" sz="3400" b="1" spc="180" dirty="0">
                <a:solidFill>
                  <a:schemeClr val="accent1"/>
                </a:solidFill>
                <a:uFillTx/>
                <a:latin typeface="微软雅黑" panose="020B0503020204020204" pitchFamily="34" charset="-122"/>
                <a:ea typeface="微软雅黑" panose="020B0503020204020204" pitchFamily="34" charset="-122"/>
              </a:rPr>
              <a:t>操 作 系 统</a:t>
            </a:r>
            <a:r>
              <a:rPr lang="en-US" altLang="zh-CN" sz="3400" b="1" spc="180" dirty="0">
                <a:solidFill>
                  <a:schemeClr val="accent1"/>
                </a:solidFill>
                <a:uFillTx/>
                <a:latin typeface="微软雅黑" panose="020B0503020204020204" pitchFamily="34" charset="-122"/>
                <a:ea typeface="微软雅黑" panose="020B0503020204020204" pitchFamily="34" charset="-122"/>
              </a:rPr>
              <a:t> </a:t>
            </a:r>
            <a:endParaRPr lang="zh-CN" altLang="en-US" sz="3400" b="1" spc="180" dirty="0">
              <a:solidFill>
                <a:schemeClr val="accent1"/>
              </a:solidFill>
              <a:uFillTx/>
              <a:latin typeface="微软雅黑" panose="020B0503020204020204" pitchFamily="34" charset="-122"/>
              <a:ea typeface="微软雅黑" panose="020B0503020204020204" pitchFamily="34" charset="-122"/>
            </a:endParaRPr>
          </a:p>
          <a:p>
            <a:pPr marL="0" lvl="0" algn="ctr">
              <a:lnSpc>
                <a:spcPct val="110000"/>
              </a:lnSpc>
              <a:spcBef>
                <a:spcPts val="0"/>
              </a:spcBef>
              <a:spcAft>
                <a:spcPts val="0"/>
              </a:spcAft>
              <a:buNone/>
            </a:pPr>
            <a:r>
              <a:rPr lang="en-US" altLang="zh-CN" sz="3400" b="1" spc="180" dirty="0">
                <a:solidFill>
                  <a:schemeClr val="accent1"/>
                </a:solidFill>
                <a:uFillTx/>
                <a:latin typeface="微软雅黑" panose="020B0503020204020204" pitchFamily="34" charset="-122"/>
                <a:ea typeface="微软雅黑" panose="020B0503020204020204" pitchFamily="34" charset="-122"/>
              </a:rPr>
              <a:t>Operation System</a:t>
            </a:r>
            <a:endParaRPr lang="en-US" altLang="zh-CN" sz="3400" b="1" spc="180" dirty="0">
              <a:solidFill>
                <a:schemeClr val="accent1"/>
              </a:solidFill>
              <a:uFillTx/>
              <a:latin typeface="微软雅黑" panose="020B0503020204020204" pitchFamily="34" charset="-122"/>
              <a:ea typeface="微软雅黑" panose="020B0503020204020204" pitchFamily="34" charset="-122"/>
            </a:endParaRPr>
          </a:p>
        </p:txBody>
      </p:sp>
      <p:sp>
        <p:nvSpPr>
          <p:cNvPr id="11" name="Title 6"/>
          <p:cNvSpPr txBox="1"/>
          <p:nvPr>
            <p:custDataLst>
              <p:tags r:id="rId6"/>
            </p:custDataLst>
          </p:nvPr>
        </p:nvSpPr>
        <p:spPr>
          <a:xfrm>
            <a:off x="415885" y="3429089"/>
            <a:ext cx="5543550" cy="3596627"/>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20000"/>
              </a:lnSpc>
              <a:spcBef>
                <a:spcPts val="0"/>
              </a:spcBef>
              <a:spcAft>
                <a:spcPts val="800"/>
              </a:spcAft>
              <a:buSzPct val="100000"/>
              <a:buFont typeface="Wingdings" panose="05000000000000000000" charset="0"/>
              <a:buNone/>
            </a:pPr>
            <a:r>
              <a:rPr lang="zh-CN" altLang="en-US" sz="2300" spc="150" dirty="0">
                <a:ln w="3175">
                  <a:noFill/>
                  <a:prstDash val="dash"/>
                </a:ln>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rPr>
              <a:t>杨 灿</a:t>
            </a:r>
            <a:endParaRPr lang="zh-CN" altLang="en-US" sz="2300" spc="150" dirty="0">
              <a:ln w="3175">
                <a:noFill/>
                <a:prstDash val="dash"/>
              </a:ln>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0" lvl="0" indent="-285750" algn="l" fontAlgn="ctr">
              <a:lnSpc>
                <a:spcPct val="120000"/>
              </a:lnSpc>
              <a:spcBef>
                <a:spcPts val="0"/>
              </a:spcBef>
              <a:spcAft>
                <a:spcPts val="800"/>
              </a:spcAft>
              <a:buSzPct val="100000"/>
              <a:buFont typeface="Wingdings" panose="05000000000000000000" charset="0"/>
              <a:buNone/>
            </a:pPr>
            <a:r>
              <a:rPr lang="zh-CN" altLang="en-US" sz="2300" spc="150" dirty="0">
                <a:ln w="3175">
                  <a:noFill/>
                  <a:prstDash val="dash"/>
                </a:ln>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rPr>
              <a:t>华南理工大学</a:t>
            </a:r>
            <a:endParaRPr lang="zh-CN" altLang="en-US" sz="2300" spc="150" dirty="0">
              <a:ln w="3175">
                <a:noFill/>
                <a:prstDash val="dash"/>
              </a:ln>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0" lvl="0" indent="-285750" algn="l" fontAlgn="ctr">
              <a:lnSpc>
                <a:spcPct val="120000"/>
              </a:lnSpc>
              <a:spcBef>
                <a:spcPts val="0"/>
              </a:spcBef>
              <a:spcAft>
                <a:spcPts val="800"/>
              </a:spcAft>
              <a:buSzPct val="100000"/>
              <a:buFont typeface="Wingdings" panose="05000000000000000000" charset="0"/>
              <a:buNone/>
            </a:pPr>
            <a:r>
              <a:rPr lang="zh-CN" altLang="en-US" sz="2300" spc="150" dirty="0">
                <a:ln w="3175">
                  <a:noFill/>
                  <a:prstDash val="dash"/>
                </a:ln>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rPr>
              <a:t>计算机科学与工程学院</a:t>
            </a:r>
            <a:endParaRPr lang="zh-CN" altLang="en-US" sz="2300" spc="150" dirty="0">
              <a:ln w="3175">
                <a:noFill/>
                <a:prstDash val="dash"/>
              </a:ln>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0" lvl="0" indent="-285750" algn="l" fontAlgn="ctr">
              <a:lnSpc>
                <a:spcPct val="120000"/>
              </a:lnSpc>
              <a:spcBef>
                <a:spcPts val="0"/>
              </a:spcBef>
              <a:spcAft>
                <a:spcPts val="800"/>
              </a:spcAft>
              <a:buSzPct val="100000"/>
              <a:buFont typeface="Wingdings" panose="05000000000000000000" charset="0"/>
              <a:buNone/>
            </a:pPr>
            <a:r>
              <a:rPr lang="en-US" sz="2300" spc="150" dirty="0">
                <a:ln w="3175">
                  <a:noFill/>
                  <a:prstDash val="dash"/>
                </a:ln>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rPr>
              <a:t>Email: cscyang@scut.edu.cn</a:t>
            </a:r>
            <a:endParaRPr lang="en-US" sz="2300" spc="150" dirty="0">
              <a:ln w="3175">
                <a:noFill/>
                <a:prstDash val="dash"/>
              </a:ln>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0" lvl="0" indent="-285750" algn="l" fontAlgn="ctr">
              <a:lnSpc>
                <a:spcPct val="120000"/>
              </a:lnSpc>
              <a:spcBef>
                <a:spcPts val="0"/>
              </a:spcBef>
              <a:spcAft>
                <a:spcPts val="800"/>
              </a:spcAft>
              <a:buSzPct val="100000"/>
              <a:buFont typeface="Wingdings" panose="05000000000000000000" charset="0"/>
              <a:buNone/>
            </a:pPr>
            <a:r>
              <a:rPr lang="en-US" sz="2300" spc="150" dirty="0">
                <a:ln w="3175">
                  <a:noFill/>
                  <a:prstDash val="dash"/>
                </a:ln>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hlinkClick r:id="rId7"/>
              </a:rPr>
              <a:t>http://www.scholat.com/yangcan </a:t>
            </a:r>
            <a:endParaRPr lang="en-US" sz="2300" spc="150" dirty="0">
              <a:ln w="3175">
                <a:noFill/>
                <a:prstDash val="dash"/>
              </a:ln>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hlinkClick r:id="rId7"/>
            </a:endParaRPr>
          </a:p>
        </p:txBody>
      </p:sp>
      <p:sp>
        <p:nvSpPr>
          <p:cNvPr id="2" name="文本框 1"/>
          <p:cNvSpPr txBox="1"/>
          <p:nvPr/>
        </p:nvSpPr>
        <p:spPr>
          <a:xfrm>
            <a:off x="3218180" y="605155"/>
            <a:ext cx="5154295" cy="614045"/>
          </a:xfrm>
          <a:prstGeom prst="rect">
            <a:avLst/>
          </a:prstGeom>
          <a:noFill/>
        </p:spPr>
        <p:txBody>
          <a:bodyPr wrap="square" rtlCol="0">
            <a:spAutoFit/>
          </a:bodyPr>
          <a:p>
            <a:r>
              <a:rPr lang="en-US" altLang="zh-CN" sz="3400" b="1" spc="180" dirty="0">
                <a:solidFill>
                  <a:srgbClr val="FF0000"/>
                </a:solidFill>
                <a:uFillTx/>
                <a:latin typeface="微软雅黑" panose="020B0503020204020204" pitchFamily="34" charset="-122"/>
                <a:ea typeface="微软雅黑" panose="020B0503020204020204" pitchFamily="34" charset="-122"/>
              </a:rPr>
              <a:t>Part 5</a:t>
            </a:r>
            <a:r>
              <a:rPr lang="zh-CN" altLang="en-US" sz="3400" b="1" spc="180" dirty="0">
                <a:solidFill>
                  <a:srgbClr val="FF0000"/>
                </a:solidFill>
                <a:uFillTx/>
                <a:latin typeface="微软雅黑" panose="020B0503020204020204" pitchFamily="34" charset="-122"/>
                <a:ea typeface="微软雅黑" panose="020B0503020204020204" pitchFamily="34" charset="-122"/>
              </a:rPr>
              <a:t> </a:t>
            </a:r>
            <a:r>
              <a:rPr lang="zh-CN" altLang="en-US" sz="3100" b="1" dirty="0">
                <a:solidFill>
                  <a:srgbClr val="FF0000"/>
                </a:solidFill>
                <a:latin typeface="微软雅黑" panose="020B0503020204020204" pitchFamily="34" charset="-122"/>
                <a:ea typeface="微软雅黑" panose="020B0503020204020204" pitchFamily="34" charset="-122"/>
              </a:rPr>
              <a:t>文件系统</a:t>
            </a:r>
            <a:r>
              <a:rPr lang="en-US" altLang="zh-CN" sz="3100" b="1" dirty="0">
                <a:solidFill>
                  <a:srgbClr val="FF0000"/>
                </a:solidFill>
                <a:latin typeface="微软雅黑" panose="020B0503020204020204" pitchFamily="34" charset="-122"/>
                <a:ea typeface="微软雅黑" panose="020B0503020204020204" pitchFamily="34" charset="-122"/>
              </a:rPr>
              <a:t> （1）</a:t>
            </a:r>
            <a:endParaRPr lang="en-US" altLang="zh-CN" sz="3100" b="1" spc="180" dirty="0">
              <a:solidFill>
                <a:srgbClr val="FF0000"/>
              </a:solidFill>
              <a:uFillTx/>
              <a:latin typeface="微软雅黑" panose="020B0503020204020204" pitchFamily="34" charset="-122"/>
              <a:ea typeface="微软雅黑" panose="020B0503020204020204" pitchFamily="34" charset="-122"/>
            </a:endParaRPr>
          </a:p>
        </p:txBody>
      </p:sp>
      <p:sp>
        <p:nvSpPr>
          <p:cNvPr id="3" name="文本框 2"/>
          <p:cNvSpPr txBox="1"/>
          <p:nvPr>
            <p:custDataLst>
              <p:tags r:id="rId8"/>
            </p:custDataLst>
          </p:nvPr>
        </p:nvSpPr>
        <p:spPr>
          <a:xfrm>
            <a:off x="415290" y="2317115"/>
            <a:ext cx="6975475" cy="614045"/>
          </a:xfrm>
          <a:prstGeom prst="rect">
            <a:avLst/>
          </a:prstGeom>
          <a:noFill/>
        </p:spPr>
        <p:txBody>
          <a:bodyPr wrap="square" rtlCol="0">
            <a:spAutoFit/>
          </a:bodyPr>
          <a:p>
            <a:r>
              <a:rPr lang="zh-CN" altLang="en-US" sz="3400" b="1" spc="180" dirty="0">
                <a:solidFill>
                  <a:srgbClr val="FF0000"/>
                </a:solidFill>
                <a:uFillTx/>
                <a:latin typeface="微软雅黑" panose="020B0503020204020204" pitchFamily="34" charset="-122"/>
                <a:ea typeface="微软雅黑" panose="020B0503020204020204" pitchFamily="34" charset="-122"/>
              </a:rPr>
              <a:t>文件</a:t>
            </a:r>
            <a:r>
              <a:rPr lang="zh-CN" altLang="en-US" sz="3400" b="1" spc="180" dirty="0">
                <a:solidFill>
                  <a:srgbClr val="FF0000"/>
                </a:solidFill>
                <a:uFillTx/>
                <a:latin typeface="微软雅黑" panose="020B0503020204020204" pitchFamily="34" charset="-122"/>
                <a:ea typeface="微软雅黑" panose="020B0503020204020204" pitchFamily="34" charset="-122"/>
              </a:rPr>
              <a:t>系统的若干</a:t>
            </a:r>
            <a:r>
              <a:rPr lang="zh-CN" altLang="en-US" sz="3400" b="1" spc="180" dirty="0">
                <a:solidFill>
                  <a:srgbClr val="FF0000"/>
                </a:solidFill>
                <a:uFillTx/>
                <a:latin typeface="微软雅黑" panose="020B0503020204020204" pitchFamily="34" charset="-122"/>
                <a:ea typeface="微软雅黑" panose="020B0503020204020204" pitchFamily="34" charset="-122"/>
              </a:rPr>
              <a:t>技术问题</a:t>
            </a:r>
            <a:endParaRPr lang="zh-CN" altLang="en-US" sz="3400" b="1" spc="180" dirty="0">
              <a:solidFill>
                <a:srgbClr val="FF0000"/>
              </a:solidFill>
              <a:uFillTx/>
              <a:latin typeface="微软雅黑" panose="020B0503020204020204" pitchFamily="34" charset="-122"/>
              <a:ea typeface="微软雅黑" panose="020B0503020204020204" pitchFamily="34" charset="-122"/>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 y="2005859"/>
            <a:ext cx="12192001" cy="1754326"/>
          </a:xfrm>
          <a:prstGeom prst="rect">
            <a:avLst/>
          </a:prstGeom>
          <a:noFill/>
          <a:ln>
            <a:noFill/>
          </a:ln>
          <a:effectLst/>
          <a:scene3d>
            <a:camera prst="orthographicFront"/>
            <a:lightRig rig="harsh" dir="t">
              <a:rot lat="0" lon="0" rev="0"/>
            </a:lightRig>
          </a:scene3d>
          <a:sp3d>
            <a:bevelT/>
          </a:sp3d>
        </p:spPr>
        <p:txBody>
          <a:bodyPr vert="horz" wrap="square" rtlCol="0">
            <a:spAutoFit/>
            <a:sp3d extrusionH="57150" prstMaterial="powder">
              <a:bevelT w="38100" h="38100"/>
              <a:bevelB w="38100" h="38100"/>
            </a:sp3d>
          </a:bodyPr>
          <a:lstStyle/>
          <a:p>
            <a:pPr algn="ctr"/>
            <a:r>
              <a:rPr lang="zh-CN" altLang="en-US" sz="10800" b="1" dirty="0">
                <a:ln>
                  <a:solidFill>
                    <a:schemeClr val="accent1">
                      <a:shade val="50000"/>
                    </a:schemeClr>
                  </a:solidFill>
                </a:ln>
                <a:solidFill>
                  <a:srgbClr val="3399FF"/>
                </a:solidFill>
                <a:effectLst>
                  <a:outerShdw blurRad="76200" dist="76200" dir="13500000" algn="br" rotWithShape="0">
                    <a:prstClr val="black">
                      <a:alpha val="40000"/>
                    </a:prstClr>
                  </a:outerShdw>
                </a:effectLst>
                <a:latin typeface="微软雅黑" panose="020B0503020204020204" pitchFamily="34" charset="-122"/>
                <a:ea typeface="微软雅黑" panose="020B0503020204020204" pitchFamily="34" charset="-122"/>
                <a:cs typeface="Times New Roman" panose="02020703060505090304" pitchFamily="18" charset="0"/>
              </a:rPr>
              <a:t>操 作 系 统</a:t>
            </a:r>
            <a:endParaRPr lang="en-US" sz="10800" b="1" dirty="0">
              <a:ln>
                <a:solidFill>
                  <a:schemeClr val="accent1">
                    <a:shade val="50000"/>
                  </a:schemeClr>
                </a:solidFill>
              </a:ln>
              <a:solidFill>
                <a:srgbClr val="3399FF"/>
              </a:solidFill>
              <a:effectLst>
                <a:outerShdw blurRad="76200" dist="76200" dir="13500000" algn="br" rotWithShape="0">
                  <a:prstClr val="black">
                    <a:alpha val="40000"/>
                  </a:prstClr>
                </a:outerShdw>
              </a:effectLst>
              <a:latin typeface="微软雅黑" panose="020B0503020204020204" pitchFamily="34" charset="-122"/>
              <a:ea typeface="微软雅黑" panose="020B0503020204020204" pitchFamily="34" charset="-122"/>
              <a:cs typeface="Times New Roman" panose="02020703060505090304" pitchFamily="18" charset="0"/>
            </a:endParaRPr>
          </a:p>
        </p:txBody>
      </p:sp>
      <p:sp>
        <p:nvSpPr>
          <p:cNvPr id="31" name="矩形 30"/>
          <p:cNvSpPr/>
          <p:nvPr/>
        </p:nvSpPr>
        <p:spPr>
          <a:xfrm>
            <a:off x="2629254" y="4496338"/>
            <a:ext cx="6933492" cy="1446549"/>
          </a:xfrm>
          <a:prstGeom prst="rect">
            <a:avLst/>
          </a:prstGeom>
          <a:solidFill>
            <a:srgbClr val="3399FF"/>
          </a:solidFill>
          <a:ln>
            <a:noFill/>
          </a:ln>
        </p:spPr>
        <p:style>
          <a:lnRef idx="3">
            <a:schemeClr val="lt1"/>
          </a:lnRef>
          <a:fillRef idx="1">
            <a:schemeClr val="accent3"/>
          </a:fillRef>
          <a:effectRef idx="1">
            <a:schemeClr val="accent3"/>
          </a:effectRef>
          <a:fontRef idx="minor">
            <a:schemeClr val="lt1"/>
          </a:fontRef>
        </p:style>
        <p:txBody>
          <a:bodyPr rtlCol="0" anchor="ctr"/>
          <a:lstStyle/>
          <a:p>
            <a:pPr algn="ctr" defTabSz="685800" fontAlgn="base">
              <a:spcBef>
                <a:spcPct val="0"/>
              </a:spcBef>
              <a:spcAft>
                <a:spcPct val="0"/>
              </a:spcAft>
              <a:defRPr/>
            </a:pPr>
            <a:endParaRPr lang="zh-CN" altLang="en-US" sz="1100">
              <a:solidFill>
                <a:srgbClr val="0099CC"/>
              </a:solidFill>
              <a:latin typeface="微软雅黑" panose="020B0503020204020204" pitchFamily="34" charset="-122"/>
              <a:ea typeface="微软雅黑" panose="020B0503020204020204" pitchFamily="34" charset="-122"/>
              <a:cs typeface="Times New Roman" panose="02020703060505090304" pitchFamily="18" charset="0"/>
            </a:endParaRPr>
          </a:p>
        </p:txBody>
      </p:sp>
      <p:sp>
        <p:nvSpPr>
          <p:cNvPr id="6" name="TextBox 5"/>
          <p:cNvSpPr txBox="1"/>
          <p:nvPr/>
        </p:nvSpPr>
        <p:spPr>
          <a:xfrm>
            <a:off x="3631580" y="4529653"/>
            <a:ext cx="4928839" cy="1289905"/>
          </a:xfrm>
          <a:prstGeom prst="rect">
            <a:avLst/>
          </a:prstGeom>
          <a:noFill/>
          <a:effectLst>
            <a:outerShdw blurRad="50800" dist="38100" dir="13500000" algn="br" rotWithShape="0">
              <a:prstClr val="black">
                <a:alpha val="40000"/>
              </a:prstClr>
            </a:outerShdw>
          </a:effectLst>
        </p:spPr>
        <p:txBody>
          <a:bodyPr wrap="square" rtlCol="0">
            <a:spAutoFit/>
          </a:bodyPr>
          <a:lstStyle/>
          <a:p>
            <a:pPr algn="ctr">
              <a:lnSpc>
                <a:spcPct val="150000"/>
              </a:lnSpc>
            </a:pPr>
            <a:r>
              <a:rPr lang="zh-CN" altLang="en-US" b="1" dirty="0">
                <a:solidFill>
                  <a:schemeClr val="bg1"/>
                </a:solidFill>
                <a:latin typeface="微软雅黑" panose="020B0503020204020204" pitchFamily="34" charset="-122"/>
                <a:ea typeface="微软雅黑" panose="020B0503020204020204" pitchFamily="34" charset="-122"/>
                <a:cs typeface="Times New Roman" panose="02020703060505090304" pitchFamily="18" charset="0"/>
              </a:rPr>
              <a:t>钟竞辉</a:t>
            </a:r>
            <a:endParaRPr lang="en-US" altLang="zh-CN" b="1" dirty="0">
              <a:solidFill>
                <a:schemeClr val="bg1"/>
              </a:solidFill>
              <a:latin typeface="微软雅黑" panose="020B0503020204020204" pitchFamily="34" charset="-122"/>
              <a:ea typeface="微软雅黑" panose="020B0503020204020204" pitchFamily="34" charset="-122"/>
              <a:cs typeface="Times New Roman" panose="02020703060505090304" pitchFamily="18" charset="0"/>
            </a:endParaRPr>
          </a:p>
          <a:p>
            <a:pPr algn="ctr">
              <a:lnSpc>
                <a:spcPct val="150000"/>
              </a:lnSpc>
            </a:pPr>
            <a:r>
              <a:rPr lang="zh-CN" altLang="en-US" b="1" dirty="0">
                <a:solidFill>
                  <a:schemeClr val="bg1"/>
                </a:solidFill>
                <a:latin typeface="微软雅黑" panose="020B0503020204020204" pitchFamily="34" charset="-122"/>
                <a:ea typeface="微软雅黑" panose="020B0503020204020204" pitchFamily="34" charset="-122"/>
                <a:cs typeface="Times New Roman" panose="02020703060505090304" pitchFamily="18" charset="0"/>
              </a:rPr>
              <a:t>办公室：</a:t>
            </a:r>
            <a:r>
              <a:rPr lang="en-US" altLang="zh-CN" b="1" dirty="0">
                <a:solidFill>
                  <a:schemeClr val="bg1"/>
                </a:solidFill>
                <a:latin typeface="微软雅黑" panose="020B0503020204020204" pitchFamily="34" charset="-122"/>
                <a:ea typeface="微软雅黑" panose="020B0503020204020204" pitchFamily="34" charset="-122"/>
                <a:cs typeface="Times New Roman" panose="02020703060505090304" pitchFamily="18" charset="0"/>
              </a:rPr>
              <a:t>B3-515</a:t>
            </a:r>
            <a:endParaRPr lang="en-US" altLang="zh-CN" b="1" dirty="0">
              <a:solidFill>
                <a:schemeClr val="bg1"/>
              </a:solidFill>
              <a:latin typeface="微软雅黑" panose="020B0503020204020204" pitchFamily="34" charset="-122"/>
              <a:ea typeface="微软雅黑" panose="020B0503020204020204" pitchFamily="34" charset="-122"/>
              <a:cs typeface="Times New Roman" panose="02020703060505090304" pitchFamily="18" charset="0"/>
            </a:endParaRPr>
          </a:p>
          <a:p>
            <a:pPr algn="ctr">
              <a:lnSpc>
                <a:spcPct val="150000"/>
              </a:lnSpc>
            </a:pPr>
            <a:r>
              <a:rPr lang="zh-CN" altLang="en-US" b="1" dirty="0">
                <a:solidFill>
                  <a:schemeClr val="bg1"/>
                </a:solidFill>
                <a:latin typeface="微软雅黑" panose="020B0503020204020204" pitchFamily="34" charset="-122"/>
                <a:ea typeface="微软雅黑" panose="020B0503020204020204" pitchFamily="34" charset="-122"/>
                <a:cs typeface="Times New Roman" panose="02020703060505090304" pitchFamily="18" charset="0"/>
              </a:rPr>
              <a:t>电子邮箱：</a:t>
            </a:r>
            <a:r>
              <a:rPr lang="en-US" b="1" dirty="0">
                <a:solidFill>
                  <a:schemeClr val="bg1"/>
                </a:solidFill>
                <a:latin typeface="微软雅黑" panose="020B0503020204020204" pitchFamily="34" charset="-122"/>
                <a:ea typeface="微软雅黑" panose="020B0503020204020204" pitchFamily="34" charset="-122"/>
                <a:cs typeface="Times New Roman" panose="02020703060505090304" pitchFamily="18" charset="0"/>
              </a:rPr>
              <a:t>jinghuizhong@scut.edu.cn</a:t>
            </a:r>
            <a:endParaRPr lang="en-US" altLang="zh-CN" b="1" dirty="0">
              <a:solidFill>
                <a:schemeClr val="bg1"/>
              </a:solidFill>
              <a:latin typeface="微软雅黑" panose="020B0503020204020204" pitchFamily="34" charset="-122"/>
              <a:ea typeface="微软雅黑" panose="020B0503020204020204" pitchFamily="34" charset="-122"/>
              <a:cs typeface="Times New Roman" panose="02020703060505090304" pitchFamily="18" charset="0"/>
            </a:endParaRPr>
          </a:p>
        </p:txBody>
      </p:sp>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03207" y="84152"/>
            <a:ext cx="844884" cy="844884"/>
          </a:xfrm>
          <a:prstGeom prst="rect">
            <a:avLst/>
          </a:prstGeom>
          <a:effectLst/>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800" dirty="0"/>
              <a:t>关于文件系统的索引节点（</a:t>
            </a:r>
            <a:r>
              <a:rPr lang="en-US" altLang="zh-CN" sz="2800" dirty="0" err="1"/>
              <a:t>inode</a:t>
            </a:r>
            <a:r>
              <a:rPr lang="zh-CN" altLang="en-US" sz="2800" dirty="0"/>
              <a:t>），以下哪个描述是错误的？</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2"/>
            </p:custDataLst>
          </p:nvPr>
        </p:nvSpPr>
        <p:spPr>
          <a:xfrm>
            <a:off x="2438400" y="2570903"/>
            <a:ext cx="8534400" cy="642938"/>
          </a:xfrm>
          <a:prstGeom prst="rect">
            <a:avLst/>
          </a:prstGeom>
          <a:noFill/>
        </p:spPr>
        <p:txBody>
          <a:bodyPr vert="horz" rtlCol="0" anchor="ctr" anchorCtr="0">
            <a:noAutofit/>
          </a:bodyPr>
          <a:lstStyle/>
          <a:p>
            <a:r>
              <a:rPr lang="en-US" altLang="zh-CN" sz="2800" dirty="0" err="1"/>
              <a:t>inode</a:t>
            </a:r>
            <a:r>
              <a:rPr lang="zh-CN" altLang="en-US" sz="2800" dirty="0"/>
              <a:t>包含了文件的属性信息</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3"/>
            </p:custDataLst>
          </p:nvPr>
        </p:nvSpPr>
        <p:spPr>
          <a:xfrm>
            <a:off x="2438400" y="3428153"/>
            <a:ext cx="8534400" cy="642938"/>
          </a:xfrm>
          <a:prstGeom prst="rect">
            <a:avLst/>
          </a:prstGeom>
          <a:noFill/>
        </p:spPr>
        <p:txBody>
          <a:bodyPr vert="horz" rtlCol="0" anchor="ctr" anchorCtr="0">
            <a:noAutofit/>
          </a:bodyPr>
          <a:lstStyle/>
          <a:p>
            <a:r>
              <a:rPr lang="zh-CN" altLang="en-US" sz="2800" dirty="0"/>
              <a:t>每个文件在文件系统中都有唯一的</a:t>
            </a:r>
            <a:r>
              <a:rPr lang="en-US" altLang="zh-CN" sz="2800" dirty="0" err="1"/>
              <a:t>inode</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4"/>
            </p:custDataLst>
          </p:nvPr>
        </p:nvSpPr>
        <p:spPr>
          <a:xfrm>
            <a:off x="2438400" y="4285403"/>
            <a:ext cx="8534400" cy="642938"/>
          </a:xfrm>
          <a:prstGeom prst="rect">
            <a:avLst/>
          </a:prstGeom>
          <a:noFill/>
        </p:spPr>
        <p:txBody>
          <a:bodyPr vert="horz" rtlCol="0" anchor="ctr" anchorCtr="0">
            <a:noAutofit/>
          </a:bodyPr>
          <a:lstStyle/>
          <a:p>
            <a:r>
              <a:rPr lang="en-US" altLang="zh-CN" sz="2800" dirty="0" err="1"/>
              <a:t>inode</a:t>
            </a:r>
            <a:r>
              <a:rPr lang="zh-CN" altLang="en-US" sz="2800" dirty="0"/>
              <a:t>不占用磁盘空间</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5"/>
            </p:custDataLst>
          </p:nvPr>
        </p:nvSpPr>
        <p:spPr>
          <a:xfrm>
            <a:off x="2438400" y="5142653"/>
            <a:ext cx="8534400" cy="642938"/>
          </a:xfrm>
          <a:prstGeom prst="rect">
            <a:avLst/>
          </a:prstGeom>
          <a:noFill/>
        </p:spPr>
        <p:txBody>
          <a:bodyPr vert="horz" rtlCol="0" anchor="ctr" anchorCtr="0">
            <a:noAutofit/>
          </a:bodyPr>
          <a:lstStyle/>
          <a:p>
            <a:r>
              <a:rPr lang="zh-CN" altLang="en-US" sz="2800" dirty="0"/>
              <a:t> </a:t>
            </a:r>
            <a:r>
              <a:rPr lang="en-US" altLang="zh-CN" sz="2800" dirty="0" err="1"/>
              <a:t>inode</a:t>
            </a:r>
            <a:r>
              <a:rPr lang="zh-CN" altLang="en-US" sz="2800" dirty="0"/>
              <a:t>中包含了指向文件数据块的指针</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6"/>
            </p:custDataLst>
          </p:nvPr>
        </p:nvSpPr>
        <p:spPr>
          <a:xfrm>
            <a:off x="1571625" y="263519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7"/>
            </p:custDataLst>
          </p:nvPr>
        </p:nvSpPr>
        <p:spPr>
          <a:xfrm>
            <a:off x="1571625" y="349244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8"/>
            </p:custDataLst>
          </p:nvPr>
        </p:nvSpPr>
        <p:spPr>
          <a:xfrm>
            <a:off x="1571625" y="434969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9"/>
            </p:custDataLst>
          </p:nvPr>
        </p:nvSpPr>
        <p:spPr>
          <a:xfrm>
            <a:off x="1571625" y="520694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p:cNvSpPr/>
          <p:nvPr>
            <p:custDataLst>
              <p:tags r:id="rId10"/>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1"/>
            </p:custDataLst>
          </p:nvPr>
        </p:nvGrpSpPr>
        <p:grpSpPr>
          <a:xfrm>
            <a:off x="0" y="0"/>
            <a:ext cx="12192000" cy="635000"/>
            <a:chOff x="0" y="0"/>
            <a:chExt cx="12192000" cy="635000"/>
          </a:xfrm>
        </p:grpSpPr>
        <p:sp>
          <p:nvSpPr>
            <p:cNvPr id="14"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800" dirty="0"/>
              <a:t>在基于索引的文件系统中，目录项（</a:t>
            </a:r>
            <a:r>
              <a:rPr lang="en-US" altLang="zh-CN" sz="2800" dirty="0"/>
              <a:t>directory entry</a:t>
            </a:r>
            <a:r>
              <a:rPr lang="zh-CN" altLang="en-US" sz="2800" dirty="0"/>
              <a:t>）通常包含哪些信息？</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2"/>
            </p:custDataLst>
          </p:nvPr>
        </p:nvSpPr>
        <p:spPr>
          <a:xfrm>
            <a:off x="2438400" y="2635454"/>
            <a:ext cx="8534400" cy="642938"/>
          </a:xfrm>
          <a:prstGeom prst="rect">
            <a:avLst/>
          </a:prstGeom>
          <a:noFill/>
        </p:spPr>
        <p:txBody>
          <a:bodyPr vert="horz" rtlCol="0" anchor="ctr" anchorCtr="0">
            <a:noAutofit/>
          </a:bodyPr>
          <a:lstStyle/>
          <a:p>
            <a:r>
              <a:rPr lang="zh-CN" altLang="en-US" sz="2800" dirty="0"/>
              <a:t>文件名</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3"/>
            </p:custDataLst>
          </p:nvPr>
        </p:nvSpPr>
        <p:spPr>
          <a:xfrm>
            <a:off x="2438400" y="3492704"/>
            <a:ext cx="8534400" cy="642938"/>
          </a:xfrm>
          <a:prstGeom prst="rect">
            <a:avLst/>
          </a:prstGeom>
          <a:noFill/>
        </p:spPr>
        <p:txBody>
          <a:bodyPr vert="horz" rtlCol="0" anchor="ctr" anchorCtr="0">
            <a:noAutofit/>
          </a:bodyPr>
          <a:lstStyle/>
          <a:p>
            <a:r>
              <a:rPr lang="zh-CN" altLang="en-US" sz="2800" dirty="0"/>
              <a:t>文件的全部数据</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4"/>
            </p:custDataLst>
          </p:nvPr>
        </p:nvSpPr>
        <p:spPr>
          <a:xfrm>
            <a:off x="2438400" y="4349954"/>
            <a:ext cx="8534400" cy="642938"/>
          </a:xfrm>
          <a:prstGeom prst="rect">
            <a:avLst/>
          </a:prstGeom>
          <a:noFill/>
        </p:spPr>
        <p:txBody>
          <a:bodyPr vert="horz" rtlCol="0" anchor="ctr" anchorCtr="0">
            <a:noAutofit/>
          </a:bodyPr>
          <a:lstStyle/>
          <a:p>
            <a:r>
              <a:rPr lang="zh-CN" altLang="en-US" sz="2800" dirty="0">
                <a:sym typeface="Microsoft Yahei" panose="020B0503020204020204" pitchFamily="34" charset="-122"/>
              </a:rPr>
              <a:t>文件数据的开头部分</a:t>
            </a:r>
            <a:endParaRPr lang="zh-CN" altLang="en-US" sz="2800" dirty="0">
              <a:sym typeface="Microsoft Yahei" panose="020B0503020204020204" pitchFamily="34" charset="-122"/>
            </a:endParaRPr>
          </a:p>
        </p:txBody>
      </p:sp>
      <p:sp>
        <p:nvSpPr>
          <p:cNvPr id="8" name="文本框 7"/>
          <p:cNvSpPr txBox="1"/>
          <p:nvPr>
            <p:custDataLst>
              <p:tags r:id="rId5"/>
            </p:custDataLst>
          </p:nvPr>
        </p:nvSpPr>
        <p:spPr>
          <a:xfrm>
            <a:off x="2438400" y="5207204"/>
            <a:ext cx="8534400" cy="642938"/>
          </a:xfrm>
          <a:prstGeom prst="rect">
            <a:avLst/>
          </a:prstGeom>
          <a:noFill/>
        </p:spPr>
        <p:txBody>
          <a:bodyPr vert="horz" rtlCol="0" anchor="ctr" anchorCtr="0">
            <a:noAutofit/>
          </a:bodyPr>
          <a:lstStyle/>
          <a:p>
            <a:r>
              <a:rPr lang="zh-CN" altLang="en-US" sz="2800" dirty="0"/>
              <a:t>文件的</a:t>
            </a:r>
            <a:r>
              <a:rPr lang="en-US" altLang="zh-CN" sz="2800" dirty="0" err="1"/>
              <a:t>inode</a:t>
            </a:r>
            <a:r>
              <a:rPr lang="zh-CN" altLang="en-US" sz="2800" dirty="0"/>
              <a:t>号</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6"/>
            </p:custDataLst>
          </p:nvPr>
        </p:nvSpPr>
        <p:spPr>
          <a:xfrm>
            <a:off x="1571625" y="2699747"/>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7"/>
            </p:custDataLst>
          </p:nvPr>
        </p:nvSpPr>
        <p:spPr>
          <a:xfrm>
            <a:off x="1571625" y="3556997"/>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8"/>
            </p:custDataLst>
          </p:nvPr>
        </p:nvSpPr>
        <p:spPr>
          <a:xfrm>
            <a:off x="1571625" y="4414247"/>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p:cNvSpPr>
            <a:spLocks noChangeAspect="1"/>
          </p:cNvSpPr>
          <p:nvPr>
            <p:custDataLst>
              <p:tags r:id="rId9"/>
            </p:custDataLst>
          </p:nvPr>
        </p:nvSpPr>
        <p:spPr>
          <a:xfrm>
            <a:off x="1571625" y="5271497"/>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p:cNvSpPr/>
          <p:nvPr>
            <p:custDataLst>
              <p:tags r:id="rId10"/>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22" name="组合 21"/>
          <p:cNvGrpSpPr/>
          <p:nvPr>
            <p:custDataLst>
              <p:tags r:id="rId11"/>
            </p:custDataLst>
          </p:nvPr>
        </p:nvGrpSpPr>
        <p:grpSpPr>
          <a:xfrm>
            <a:off x="0" y="0"/>
            <a:ext cx="12192000" cy="635000"/>
            <a:chOff x="0" y="0"/>
            <a:chExt cx="12192000" cy="635000"/>
          </a:xfrm>
        </p:grpSpPr>
        <p:sp>
          <p:nvSpPr>
            <p:cNvPr id="14"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1"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800" dirty="0"/>
              <a:t>在文件系统设计时，以下哪个因素不是需要考虑的？</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800" dirty="0"/>
              <a:t>磁盘空间利用率</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800" dirty="0"/>
              <a:t>文件访问速度</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lang="zh-CN" altLang="en-US" sz="2800" dirty="0"/>
              <a:t>操作系统版本</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5"/>
            </p:custDataLst>
          </p:nvPr>
        </p:nvSpPr>
        <p:spPr>
          <a:xfrm>
            <a:off x="2438400" y="5357813"/>
            <a:ext cx="8534400" cy="642938"/>
          </a:xfrm>
          <a:prstGeom prst="rect">
            <a:avLst/>
          </a:prstGeom>
          <a:noFill/>
        </p:spPr>
        <p:txBody>
          <a:bodyPr vert="horz" rtlCol="0" anchor="ctr" anchorCtr="0">
            <a:noAutofit/>
          </a:bodyPr>
          <a:lstStyle/>
          <a:p>
            <a:r>
              <a:rPr lang="zh-CN" altLang="en-US" sz="2800" dirty="0"/>
              <a:t>文件的并发访问</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6"/>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7"/>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8"/>
            </p:custDataLst>
          </p:nvPr>
        </p:nvSpPr>
        <p:spPr>
          <a:xfrm>
            <a:off x="15716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9"/>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p:cNvSpPr/>
          <p:nvPr>
            <p:custDataLst>
              <p:tags r:id="rId10"/>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1"/>
            </p:custDataLst>
          </p:nvPr>
        </p:nvGrpSpPr>
        <p:grpSpPr>
          <a:xfrm>
            <a:off x="0" y="0"/>
            <a:ext cx="12192000" cy="635000"/>
            <a:chOff x="0" y="0"/>
            <a:chExt cx="12192000" cy="635000"/>
          </a:xfrm>
        </p:grpSpPr>
        <p:sp>
          <p:nvSpPr>
            <p:cNvPr id="14"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800" dirty="0"/>
              <a:t>在文件系统中，文件的逻辑结构通常包括哪些类型？</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800" dirty="0"/>
              <a:t>连续文件</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800" dirty="0"/>
              <a:t>块设备文件</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lang="zh-CN" altLang="en-US" sz="2800" dirty="0"/>
              <a:t>索引文件</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5"/>
            </p:custDataLst>
          </p:nvPr>
        </p:nvSpPr>
        <p:spPr>
          <a:xfrm>
            <a:off x="2438400" y="5357813"/>
            <a:ext cx="8534400" cy="642938"/>
          </a:xfrm>
          <a:prstGeom prst="rect">
            <a:avLst/>
          </a:prstGeom>
          <a:noFill/>
        </p:spPr>
        <p:txBody>
          <a:bodyPr vert="horz" rtlCol="0" anchor="ctr" anchorCtr="0">
            <a:noAutofit/>
          </a:bodyPr>
          <a:lstStyle/>
          <a:p>
            <a:r>
              <a:rPr lang="zh-CN" altLang="en-US" sz="2800" dirty="0"/>
              <a:t>散列文件</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6"/>
            </p:custDataLst>
          </p:nvPr>
        </p:nvSpPr>
        <p:spPr>
          <a:xfrm>
            <a:off x="1571625" y="28503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7"/>
            </p:custDataLst>
          </p:nvPr>
        </p:nvSpPr>
        <p:spPr>
          <a:xfrm>
            <a:off x="1571625" y="370760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8"/>
            </p:custDataLst>
          </p:nvPr>
        </p:nvSpPr>
        <p:spPr>
          <a:xfrm>
            <a:off x="1571625" y="45648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p:cNvSpPr>
            <a:spLocks noChangeAspect="1"/>
          </p:cNvSpPr>
          <p:nvPr>
            <p:custDataLst>
              <p:tags r:id="rId9"/>
            </p:custDataLst>
          </p:nvPr>
        </p:nvSpPr>
        <p:spPr>
          <a:xfrm>
            <a:off x="1571625" y="542210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p:cNvSpPr/>
          <p:nvPr>
            <p:custDataLst>
              <p:tags r:id="rId10"/>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22" name="组合 21"/>
          <p:cNvGrpSpPr/>
          <p:nvPr>
            <p:custDataLst>
              <p:tags r:id="rId11"/>
            </p:custDataLst>
          </p:nvPr>
        </p:nvGrpSpPr>
        <p:grpSpPr>
          <a:xfrm>
            <a:off x="0" y="0"/>
            <a:ext cx="12192000" cy="635000"/>
            <a:chOff x="0" y="0"/>
            <a:chExt cx="12192000" cy="635000"/>
          </a:xfrm>
        </p:grpSpPr>
        <p:sp>
          <p:nvSpPr>
            <p:cNvPr id="14"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1"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800" dirty="0"/>
              <a:t>在文件系统中，关于文件的硬链接和软链接（符号链接），以下哪个描述是错误的？</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800" dirty="0"/>
              <a:t>硬链接指向文件的</a:t>
            </a:r>
            <a:r>
              <a:rPr lang="en-US" altLang="zh-CN" sz="2800" dirty="0" err="1"/>
              <a:t>inode</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800" dirty="0"/>
              <a:t>硬链接不能跨文件系统</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lang="zh-CN" altLang="en-US" sz="2800" dirty="0"/>
              <a:t> 软链接指向文件的</a:t>
            </a:r>
            <a:r>
              <a:rPr lang="en-US" altLang="zh-CN" sz="2800" dirty="0" err="1"/>
              <a:t>inode</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5"/>
            </p:custDataLst>
          </p:nvPr>
        </p:nvSpPr>
        <p:spPr>
          <a:xfrm>
            <a:off x="2438400" y="5357813"/>
            <a:ext cx="8534400" cy="642938"/>
          </a:xfrm>
          <a:prstGeom prst="rect">
            <a:avLst/>
          </a:prstGeom>
          <a:noFill/>
        </p:spPr>
        <p:txBody>
          <a:bodyPr vert="horz" rtlCol="0" anchor="ctr" anchorCtr="0">
            <a:noAutofit/>
          </a:bodyPr>
          <a:lstStyle/>
          <a:p>
            <a:r>
              <a:rPr lang="zh-CN" altLang="en-US" sz="2800" dirty="0"/>
              <a:t>软链接可以跨文件系统</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6"/>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7"/>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8"/>
            </p:custDataLst>
          </p:nvPr>
        </p:nvSpPr>
        <p:spPr>
          <a:xfrm>
            <a:off x="15716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9"/>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p:cNvSpPr/>
          <p:nvPr>
            <p:custDataLst>
              <p:tags r:id="rId10"/>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1"/>
            </p:custDataLst>
          </p:nvPr>
        </p:nvGrpSpPr>
        <p:grpSpPr>
          <a:xfrm>
            <a:off x="0" y="0"/>
            <a:ext cx="12192000" cy="635000"/>
            <a:chOff x="0" y="0"/>
            <a:chExt cx="12192000" cy="635000"/>
          </a:xfrm>
        </p:grpSpPr>
        <p:sp>
          <p:nvSpPr>
            <p:cNvPr id="14"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1206500" y="1656977"/>
            <a:ext cx="9753600" cy="2143125"/>
          </a:xfrm>
          <a:prstGeom prst="rect">
            <a:avLst/>
          </a:prstGeom>
          <a:noFill/>
        </p:spPr>
        <p:txBody>
          <a:bodyPr vert="horz" wrap="square" rtlCol="0" anchor="ctr" anchorCtr="0">
            <a:noAutofit/>
          </a:bodyPr>
          <a:lstStyle/>
          <a:p>
            <a:pPr>
              <a:lnSpc>
                <a:spcPct val="200000"/>
              </a:lnSpc>
            </a:pPr>
            <a:r>
              <a:rPr lang="zh-CN" altLang="en-US" sz="3600" dirty="0"/>
              <a:t>一个文件系统有</a:t>
            </a:r>
            <a:r>
              <a:rPr lang="en-US" altLang="zh-CN" sz="3600" dirty="0"/>
              <a:t>1TB</a:t>
            </a:r>
            <a:r>
              <a:rPr lang="zh-CN" altLang="en-US" sz="3600" dirty="0"/>
              <a:t>的磁盘空间，每个</a:t>
            </a:r>
            <a:r>
              <a:rPr lang="en-US" altLang="zh-CN" sz="3600" dirty="0" err="1"/>
              <a:t>inode</a:t>
            </a:r>
            <a:r>
              <a:rPr lang="zh-CN" altLang="en-US" sz="3600" dirty="0"/>
              <a:t>占用</a:t>
            </a:r>
            <a:r>
              <a:rPr lang="en-US" altLang="zh-CN" sz="3600" dirty="0"/>
              <a:t>128</a:t>
            </a:r>
            <a:r>
              <a:rPr lang="zh-CN" altLang="en-US" sz="3600" dirty="0"/>
              <a:t>字节，每个数据块占用</a:t>
            </a:r>
            <a:r>
              <a:rPr lang="en-US" altLang="zh-CN" sz="3600" dirty="0"/>
              <a:t>4KB</a:t>
            </a:r>
            <a:r>
              <a:rPr lang="zh-CN" altLang="en-US" sz="3600" dirty="0"/>
              <a:t>。请问这个文件系统最多可以有多少个</a:t>
            </a:r>
            <a:r>
              <a:rPr lang="en-US" altLang="zh-CN" sz="3600" dirty="0" err="1"/>
              <a:t>inode</a:t>
            </a:r>
            <a:r>
              <a:rPr lang="zh-CN" altLang="en-US" sz="3600" dirty="0"/>
              <a:t>？</a:t>
            </a:r>
            <a:endParaRPr lang="zh-CN" altLang="en-US" sz="3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矩形: 圆角 4"/>
          <p:cNvSpPr/>
          <p:nvPr>
            <p:custDataLst>
              <p:tags r:id="rId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0" name="组合 9"/>
          <p:cNvGrpSpPr/>
          <p:nvPr>
            <p:custDataLst>
              <p:tags r:id="rId3"/>
            </p:custDataLst>
          </p:nvPr>
        </p:nvGrpSpPr>
        <p:grpSpPr>
          <a:xfrm>
            <a:off x="0" y="0"/>
            <a:ext cx="12192000" cy="635000"/>
            <a:chOff x="0" y="0"/>
            <a:chExt cx="12192000" cy="635000"/>
          </a:xfrm>
        </p:grpSpPr>
        <p:sp>
          <p:nvSpPr>
            <p:cNvPr id="6" name="TitleBackground"/>
            <p:cNvSpPr/>
            <p:nvPr>
              <p:custDataLst>
                <p:tags r:id="rId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TipText"/>
            <p:cNvSpPr txBox="1"/>
            <p:nvPr>
              <p:custDataLst>
                <p:tags r:id="rId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p:nvPr>
            <p:custDataLst>
              <p:tags r:id="rId8"/>
            </p:custDataLst>
          </p:nvPr>
        </p:nvPicPr>
        <p:blipFill>
          <a:blip r:embed="rId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0"/>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42682" y="466203"/>
            <a:ext cx="10682344" cy="5143203"/>
          </a:xfrm>
          <a:prstGeom prst="rect">
            <a:avLst/>
          </a:prstGeom>
        </p:spPr>
        <p:txBody>
          <a:bodyPr wrap="square">
            <a:spAutoFit/>
          </a:bodyPr>
          <a:lstStyle/>
          <a:p>
            <a:pPr>
              <a:lnSpc>
                <a:spcPct val="200000"/>
              </a:lnSpc>
            </a:pPr>
            <a:r>
              <a:rPr lang="zh-CN" altLang="en-US" sz="2800" b="1" dirty="0">
                <a:latin typeface="-apple-system"/>
              </a:rPr>
              <a:t>题目</a:t>
            </a:r>
            <a:r>
              <a:rPr lang="zh-CN" altLang="en-US" sz="2800" dirty="0">
                <a:latin typeface="-apple-system"/>
              </a:rPr>
              <a:t>：</a:t>
            </a:r>
            <a:br>
              <a:rPr lang="zh-CN" altLang="en-US" sz="2800" dirty="0">
                <a:latin typeface="-apple-system"/>
              </a:rPr>
            </a:br>
            <a:r>
              <a:rPr lang="zh-CN" altLang="en-US" sz="2800" dirty="0">
                <a:latin typeface="-apple-system"/>
              </a:rPr>
              <a:t>一个文件系统有</a:t>
            </a:r>
            <a:r>
              <a:rPr lang="en-US" altLang="zh-CN" sz="2800" dirty="0">
                <a:latin typeface="-apple-system"/>
              </a:rPr>
              <a:t>1TB</a:t>
            </a:r>
            <a:r>
              <a:rPr lang="zh-CN" altLang="en-US" sz="2800" dirty="0">
                <a:latin typeface="-apple-system"/>
              </a:rPr>
              <a:t>的磁盘空间，每个</a:t>
            </a:r>
            <a:r>
              <a:rPr lang="en-US" altLang="zh-CN" sz="2800" dirty="0" err="1">
                <a:latin typeface="-apple-system"/>
              </a:rPr>
              <a:t>inode</a:t>
            </a:r>
            <a:r>
              <a:rPr lang="zh-CN" altLang="en-US" sz="2800" dirty="0">
                <a:latin typeface="-apple-system"/>
              </a:rPr>
              <a:t>占用</a:t>
            </a:r>
            <a:r>
              <a:rPr lang="en-US" altLang="zh-CN" sz="2800" dirty="0">
                <a:latin typeface="-apple-system"/>
              </a:rPr>
              <a:t>128</a:t>
            </a:r>
            <a:r>
              <a:rPr lang="zh-CN" altLang="en-US" sz="2800" dirty="0">
                <a:latin typeface="-apple-system"/>
              </a:rPr>
              <a:t>字节，每个数据块占用</a:t>
            </a:r>
            <a:r>
              <a:rPr lang="en-US" altLang="zh-CN" sz="2800" dirty="0">
                <a:latin typeface="-apple-system"/>
              </a:rPr>
              <a:t>4KB</a:t>
            </a:r>
            <a:r>
              <a:rPr lang="zh-CN" altLang="en-US" sz="2800" dirty="0">
                <a:latin typeface="-apple-system"/>
              </a:rPr>
              <a:t>。请问这个文件系统最多可以有多少个</a:t>
            </a:r>
            <a:r>
              <a:rPr lang="en-US" altLang="zh-CN" sz="2800" dirty="0" err="1">
                <a:latin typeface="-apple-system"/>
              </a:rPr>
              <a:t>inode</a:t>
            </a:r>
            <a:r>
              <a:rPr lang="zh-CN" altLang="en-US" sz="2800" dirty="0">
                <a:latin typeface="-apple-system"/>
              </a:rPr>
              <a:t>？</a:t>
            </a:r>
            <a:endParaRPr lang="zh-CN" altLang="en-US" sz="2800" dirty="0">
              <a:latin typeface="-apple-system"/>
            </a:endParaRPr>
          </a:p>
          <a:p>
            <a:pPr>
              <a:lnSpc>
                <a:spcPct val="200000"/>
              </a:lnSpc>
            </a:pPr>
            <a:r>
              <a:rPr lang="zh-CN" altLang="en-US" sz="2800" b="1" dirty="0">
                <a:latin typeface="-apple-system"/>
              </a:rPr>
              <a:t>答案</a:t>
            </a:r>
            <a:r>
              <a:rPr lang="zh-CN" altLang="en-US" sz="2800" dirty="0">
                <a:latin typeface="-apple-system"/>
              </a:rPr>
              <a:t>：</a:t>
            </a:r>
            <a:br>
              <a:rPr lang="zh-CN" altLang="en-US" sz="2800" dirty="0">
                <a:latin typeface="-apple-system"/>
              </a:rPr>
            </a:br>
            <a:r>
              <a:rPr lang="zh-CN" altLang="en-US" sz="2800" dirty="0">
                <a:latin typeface="-apple-system"/>
              </a:rPr>
              <a:t>这个文件系统最多可以有 </a:t>
            </a:r>
            <a:r>
              <a:rPr lang="en-US" altLang="zh-CN" sz="2800" dirty="0">
                <a:latin typeface="-apple-system"/>
              </a:rPr>
              <a:t>1TB / (128B + 4KB) = 2,097,150 </a:t>
            </a:r>
            <a:r>
              <a:rPr lang="zh-CN" altLang="en-US" sz="2800" dirty="0">
                <a:latin typeface="-apple-system"/>
              </a:rPr>
              <a:t>个</a:t>
            </a:r>
            <a:r>
              <a:rPr lang="en-US" altLang="zh-CN" sz="2800" dirty="0" err="1">
                <a:latin typeface="-apple-system"/>
              </a:rPr>
              <a:t>inode</a:t>
            </a:r>
            <a:r>
              <a:rPr lang="zh-CN" altLang="en-US" sz="2800" dirty="0">
                <a:latin typeface="-apple-system"/>
              </a:rPr>
              <a:t>（取整数部分）。</a:t>
            </a:r>
            <a:endParaRPr lang="zh-CN" altLang="en-US" sz="2800" b="0" i="0" dirty="0">
              <a:effectLst/>
              <a:latin typeface="-apple-system"/>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1294503" y="1654222"/>
            <a:ext cx="10291482" cy="2143125"/>
          </a:xfrm>
          <a:prstGeom prst="rect">
            <a:avLst/>
          </a:prstGeom>
          <a:noFill/>
        </p:spPr>
        <p:txBody>
          <a:bodyPr vert="horz" wrap="square" rtlCol="0" anchor="ctr" anchorCtr="0">
            <a:noAutofit/>
          </a:bodyPr>
          <a:lstStyle/>
          <a:p>
            <a:pPr>
              <a:lnSpc>
                <a:spcPct val="200000"/>
              </a:lnSpc>
            </a:pPr>
            <a:r>
              <a:rPr lang="zh-CN" altLang="en-US" sz="2800" dirty="0"/>
              <a:t>某混合索引文件系统，直接地址项为</a:t>
            </a:r>
            <a:r>
              <a:rPr lang="en-US" altLang="zh-CN" sz="2800" dirty="0"/>
              <a:t>10</a:t>
            </a:r>
            <a:r>
              <a:rPr lang="zh-CN" altLang="en-US" sz="2800" dirty="0"/>
              <a:t>项，一、二和三级间接地址项各一项，如果一个盘块大小为</a:t>
            </a:r>
            <a:r>
              <a:rPr lang="en-US" altLang="zh-CN" sz="2800" dirty="0"/>
              <a:t>1KB</a:t>
            </a:r>
            <a:r>
              <a:rPr lang="zh-CN" altLang="en-US" sz="2800" dirty="0"/>
              <a:t>，每个盘块号占</a:t>
            </a:r>
            <a:r>
              <a:rPr lang="en-US" altLang="zh-CN" sz="2800" dirty="0"/>
              <a:t>4B</a:t>
            </a:r>
            <a:r>
              <a:rPr lang="zh-CN" altLang="en-US" sz="2800" dirty="0"/>
              <a:t>，问若进程要访问偏移量</a:t>
            </a:r>
            <a:r>
              <a:rPr lang="en-US" altLang="zh-CN" sz="2800" dirty="0"/>
              <a:t>263168B</a:t>
            </a:r>
            <a:r>
              <a:rPr lang="zh-CN" altLang="en-US" sz="2800" dirty="0"/>
              <a:t>处的数据，要经过几次间接寻址？</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矩形: 圆角 4"/>
          <p:cNvSpPr/>
          <p:nvPr>
            <p:custDataLst>
              <p:tags r:id="rId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0" name="组合 9"/>
          <p:cNvGrpSpPr/>
          <p:nvPr>
            <p:custDataLst>
              <p:tags r:id="rId3"/>
            </p:custDataLst>
          </p:nvPr>
        </p:nvGrpSpPr>
        <p:grpSpPr>
          <a:xfrm>
            <a:off x="0" y="0"/>
            <a:ext cx="12192000" cy="635000"/>
            <a:chOff x="0" y="0"/>
            <a:chExt cx="12192000" cy="635000"/>
          </a:xfrm>
        </p:grpSpPr>
        <p:sp>
          <p:nvSpPr>
            <p:cNvPr id="6" name="TitleBackground"/>
            <p:cNvSpPr/>
            <p:nvPr>
              <p:custDataLst>
                <p:tags r:id="rId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TipText"/>
            <p:cNvSpPr txBox="1"/>
            <p:nvPr>
              <p:custDataLst>
                <p:tags r:id="rId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p:nvPr>
            <p:custDataLst>
              <p:tags r:id="rId8"/>
            </p:custDataLst>
          </p:nvPr>
        </p:nvPicPr>
        <p:blipFill>
          <a:blip r:embed="rId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0"/>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46847" y="627611"/>
            <a:ext cx="11098306" cy="5262979"/>
          </a:xfrm>
          <a:prstGeom prst="rect">
            <a:avLst/>
          </a:prstGeom>
        </p:spPr>
        <p:txBody>
          <a:bodyPr wrap="square">
            <a:spAutoFit/>
          </a:bodyPr>
          <a:lstStyle/>
          <a:p>
            <a:pPr lvl="0" defTabSz="914400" eaLnBrk="0" fontAlgn="base" hangingPunct="0">
              <a:spcBef>
                <a:spcPct val="0"/>
              </a:spcBef>
              <a:spcAft>
                <a:spcPct val="0"/>
              </a:spcAft>
            </a:pPr>
            <a:r>
              <a:rPr lang="zh-CN" altLang="en-US" sz="2400" dirty="0">
                <a:solidFill>
                  <a:srgbClr val="191B1F"/>
                </a:solidFill>
                <a:latin typeface="Arial" panose="020B0604020202090204" pitchFamily="34" charset="0"/>
                <a:ea typeface="-apple-system"/>
              </a:rPr>
              <a:t>题目：</a:t>
            </a:r>
            <a:r>
              <a:rPr lang="zh-CN" altLang="zh-CN" sz="2400" dirty="0">
                <a:solidFill>
                  <a:srgbClr val="191B1F"/>
                </a:solidFill>
                <a:latin typeface="Arial" panose="020B0604020202090204" pitchFamily="34" charset="0"/>
                <a:ea typeface="-apple-system"/>
              </a:rPr>
              <a:t>某混合索引文件系统，直接地址项为10项，一、二和三级间接地址项各一项，如果一个盘块大小为1KB，每个盘块号占4B，问若进程要访问偏移量263168B处的数据，要经过几次间接寻址？</a:t>
            </a:r>
            <a:endParaRPr lang="en-US" altLang="zh-CN" sz="2400" dirty="0">
              <a:solidFill>
                <a:srgbClr val="191B1F"/>
              </a:solidFill>
              <a:latin typeface="Arial" panose="020B0604020202090204" pitchFamily="34" charset="0"/>
              <a:ea typeface="-apple-system"/>
            </a:endParaRPr>
          </a:p>
          <a:p>
            <a:pPr lvl="0" defTabSz="914400" eaLnBrk="0" fontAlgn="base" hangingPunct="0">
              <a:spcBef>
                <a:spcPct val="0"/>
              </a:spcBef>
              <a:spcAft>
                <a:spcPct val="0"/>
              </a:spcAft>
            </a:pPr>
            <a:endParaRPr lang="en-US" altLang="zh-CN" sz="2400" dirty="0">
              <a:solidFill>
                <a:srgbClr val="191B1F"/>
              </a:solidFill>
              <a:latin typeface="Arial" panose="020B0604020202090204" pitchFamily="34" charset="0"/>
            </a:endParaRPr>
          </a:p>
          <a:p>
            <a:pPr lvl="0" defTabSz="914400" eaLnBrk="0" fontAlgn="base" hangingPunct="0">
              <a:spcBef>
                <a:spcPct val="0"/>
              </a:spcBef>
              <a:spcAft>
                <a:spcPct val="0"/>
              </a:spcAft>
            </a:pPr>
            <a:r>
              <a:rPr lang="zh-CN" altLang="en-US" sz="2400" b="1" dirty="0">
                <a:latin typeface="Arial" panose="020B0604020202090204" pitchFamily="34" charset="0"/>
              </a:rPr>
              <a:t>答案：</a:t>
            </a:r>
            <a:endParaRPr lang="en-US" altLang="zh-CN" sz="2400" b="1" dirty="0">
              <a:latin typeface="Arial" panose="020B0604020202090204" pitchFamily="34" charset="0"/>
            </a:endParaRPr>
          </a:p>
          <a:p>
            <a:pPr lvl="0" defTabSz="914400" eaLnBrk="0" fontAlgn="base" hangingPunct="0">
              <a:spcBef>
                <a:spcPct val="0"/>
              </a:spcBef>
              <a:spcAft>
                <a:spcPct val="0"/>
              </a:spcAft>
            </a:pPr>
            <a:r>
              <a:rPr lang="zh-CN" altLang="zh-CN" sz="2400" dirty="0">
                <a:latin typeface="Arial" panose="020B0604020202090204" pitchFamily="34" charset="0"/>
              </a:rPr>
              <a:t>索引地址的结构为10+1+1+1。</a:t>
            </a:r>
            <a:br>
              <a:rPr lang="zh-CN" altLang="zh-CN" sz="2400" dirty="0">
                <a:latin typeface="Arial" panose="020B0604020202090204" pitchFamily="34" charset="0"/>
              </a:rPr>
            </a:br>
            <a:r>
              <a:rPr lang="zh-CN" altLang="zh-CN" sz="2400" dirty="0">
                <a:latin typeface="Arial" panose="020B0604020202090204" pitchFamily="34" charset="0"/>
              </a:rPr>
              <a:t>一个盘块1KB，一个盘块号4B，故一个盘块可以放下1KB/4B=256个盘块号。</a:t>
            </a:r>
            <a:br>
              <a:rPr lang="zh-CN" altLang="zh-CN" sz="2400" dirty="0">
                <a:latin typeface="Arial" panose="020B0604020202090204" pitchFamily="34" charset="0"/>
              </a:rPr>
            </a:br>
            <a:r>
              <a:rPr lang="zh-CN" altLang="zh-CN" sz="2400" dirty="0">
                <a:latin typeface="Arial" panose="020B0604020202090204" pitchFamily="34" charset="0"/>
              </a:rPr>
              <a:t>偏移为263168B的数据地址为263168，</a:t>
            </a:r>
            <a:endParaRPr lang="en-US" altLang="zh-CN" sz="2400" dirty="0">
              <a:latin typeface="Arial" panose="020B0604020202090204" pitchFamily="34" charset="0"/>
            </a:endParaRPr>
          </a:p>
          <a:p>
            <a:pPr lvl="0" defTabSz="914400" eaLnBrk="0" fontAlgn="base" hangingPunct="0">
              <a:spcBef>
                <a:spcPct val="0"/>
              </a:spcBef>
              <a:spcAft>
                <a:spcPct val="0"/>
              </a:spcAft>
            </a:pPr>
            <a:r>
              <a:rPr lang="zh-CN" altLang="zh-CN" sz="2400" dirty="0">
                <a:latin typeface="Arial" panose="020B0604020202090204" pitchFamily="34" charset="0"/>
              </a:rPr>
              <a:t>263168/1024（向下取整）= 257，</a:t>
            </a:r>
            <a:endParaRPr lang="en-US" altLang="zh-CN" sz="2400" dirty="0">
              <a:latin typeface="Arial" panose="020B0604020202090204" pitchFamily="34" charset="0"/>
            </a:endParaRPr>
          </a:p>
          <a:p>
            <a:pPr lvl="0" defTabSz="914400" eaLnBrk="0" fontAlgn="base" hangingPunct="0">
              <a:spcBef>
                <a:spcPct val="0"/>
              </a:spcBef>
              <a:spcAft>
                <a:spcPct val="0"/>
              </a:spcAft>
            </a:pPr>
            <a:r>
              <a:rPr lang="zh-CN" altLang="zh-CN" sz="2400" dirty="0">
                <a:latin typeface="Arial" panose="020B0604020202090204" pitchFamily="34" charset="0"/>
              </a:rPr>
              <a:t>263168%1024=0。</a:t>
            </a:r>
            <a:br>
              <a:rPr lang="zh-CN" altLang="zh-CN" sz="2400" dirty="0">
                <a:latin typeface="Arial" panose="020B0604020202090204" pitchFamily="34" charset="0"/>
              </a:rPr>
            </a:br>
            <a:r>
              <a:rPr lang="zh-CN" altLang="zh-CN" sz="2400" dirty="0">
                <a:latin typeface="Arial" panose="020B0604020202090204" pitchFamily="34" charset="0"/>
              </a:rPr>
              <a:t>即263168B处的数据在第257个盘块上的最后一个字节。</a:t>
            </a:r>
            <a:br>
              <a:rPr lang="zh-CN" altLang="zh-CN" sz="2400" dirty="0">
                <a:latin typeface="Arial" panose="020B0604020202090204" pitchFamily="34" charset="0"/>
              </a:rPr>
            </a:br>
            <a:r>
              <a:rPr lang="zh-CN" altLang="zh-CN" sz="2400" dirty="0">
                <a:latin typeface="Arial" panose="020B0604020202090204" pitchFamily="34" charset="0"/>
              </a:rPr>
              <a:t>10个直接地址项对应的盘块最多指向10个盘块，257-10=247。</a:t>
            </a:r>
            <a:br>
              <a:rPr lang="zh-CN" altLang="zh-CN" sz="2400" dirty="0">
                <a:latin typeface="Arial" panose="020B0604020202090204" pitchFamily="34" charset="0"/>
              </a:rPr>
            </a:br>
            <a:r>
              <a:rPr lang="zh-CN" altLang="zh-CN" sz="2400" dirty="0">
                <a:latin typeface="Arial" panose="020B0604020202090204" pitchFamily="34" charset="0"/>
              </a:rPr>
              <a:t>一个一级间接地址最多指向256个盘块号，而247&lt;256，故不需要二级间接地址。</a:t>
            </a:r>
            <a:br>
              <a:rPr lang="zh-CN" altLang="zh-CN" sz="2400" dirty="0">
                <a:latin typeface="Arial" panose="020B0604020202090204" pitchFamily="34" charset="0"/>
              </a:rPr>
            </a:br>
            <a:r>
              <a:rPr lang="zh-CN" altLang="zh-CN" sz="2400" dirty="0">
                <a:latin typeface="Arial" panose="020B0604020202090204" pitchFamily="34" charset="0"/>
              </a:rPr>
              <a:t>只需要一次一级间接寻址即可访问到263168B处的数据</a:t>
            </a:r>
            <a:endParaRPr lang="zh-CN" altLang="en-US" sz="2400" dirty="0"/>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solidFill>
                  <a:schemeClr val="tx1"/>
                </a:solidFill>
                <a:latin typeface="微软雅黑" panose="020B0503020204020204" pitchFamily="34" charset="-122"/>
                <a:ea typeface="微软雅黑" panose="020B0503020204020204" pitchFamily="34" charset="-122"/>
                <a:cs typeface="Times New Roman" panose="02020703060505090304" pitchFamily="18" charset="0"/>
              </a:rPr>
              <a:t>虚拟文件系统</a:t>
            </a:r>
            <a:endParaRPr lang="en-US" altLang="zh-CN" sz="3200" b="1" dirty="0">
              <a:solidFill>
                <a:schemeClr val="tx1"/>
              </a:solidFill>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a:xfrm>
            <a:off x="317500" y="899795"/>
            <a:ext cx="11729085" cy="387985"/>
          </a:xfrm>
        </p:spPr>
        <p:txBody>
          <a:bodyPr/>
          <a:lstStyle/>
          <a:p>
            <a:r>
              <a:rPr lang="zh-CN" altLang="en-US" sz="2400" b="1" dirty="0">
                <a:latin typeface="微软雅黑" panose="020B0503020204020204" pitchFamily="34" charset="-122"/>
                <a:ea typeface="微软雅黑" panose="020B0503020204020204" pitchFamily="34" charset="-122"/>
                <a:cs typeface="Times New Roman" panose="02020703060505090304" pitchFamily="18" charset="0"/>
              </a:rPr>
              <a:t>定义</a:t>
            </a:r>
            <a:r>
              <a:rPr lang="en-US" altLang="zh-CN" sz="2400" b="1" dirty="0">
                <a:latin typeface="微软雅黑" panose="020B0503020204020204" pitchFamily="34" charset="-122"/>
                <a:ea typeface="微软雅黑" panose="020B0503020204020204" pitchFamily="34" charset="-122"/>
                <a:cs typeface="Times New Roman" panose="02020703060505090304" pitchFamily="18" charset="0"/>
              </a:rPr>
              <a:t>:</a:t>
            </a:r>
            <a:r>
              <a:rPr lang="zh-CN" altLang="en-US" sz="2400" dirty="0">
                <a:latin typeface="微软雅黑" panose="020B0503020204020204" pitchFamily="34" charset="-122"/>
                <a:ea typeface="微软雅黑" panose="020B0503020204020204" pitchFamily="34" charset="-122"/>
                <a:cs typeface="Times New Roman" panose="02020703060505090304" pitchFamily="18" charset="0"/>
              </a:rPr>
              <a:t> 虚拟文件系统是操作系统内核的一层软件，它提供文件系统的接口给用户程序；</a:t>
            </a:r>
            <a:endParaRPr lang="en-US" altLang="zh-CN" sz="2400"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4" name="文本占位符 3"/>
          <p:cNvSpPr>
            <a:spLocks noGrp="1"/>
          </p:cNvSpPr>
          <p:nvPr>
            <p:ph type="body" sz="quarter" idx="15"/>
          </p:nvPr>
        </p:nvSpPr>
        <p:spPr/>
        <p:txBody>
          <a:bodyPr/>
          <a:lstStyle/>
          <a:p>
            <a:r>
              <a:rPr lang="en-US" altLang="zh-CN" dirty="0"/>
              <a:t>21</a:t>
            </a:r>
            <a:endParaRPr lang="zh-CN" altLang="en-US" dirty="0"/>
          </a:p>
        </p:txBody>
      </p:sp>
      <p:sp>
        <p:nvSpPr>
          <p:cNvPr id="5" name="文本占位符 2"/>
          <p:cNvSpPr txBox="1"/>
          <p:nvPr/>
        </p:nvSpPr>
        <p:spPr>
          <a:xfrm>
            <a:off x="232410" y="1562100"/>
            <a:ext cx="11612245" cy="387985"/>
          </a:xfrm>
          <a:prstGeom prst="rect">
            <a:avLst/>
          </a:prstGeom>
        </p:spPr>
        <p:txBody>
          <a:bodyPr/>
          <a:lstStyle>
            <a:lvl1pPr marL="0" indent="0" algn="l" defTabSz="914400" rtl="0" eaLnBrk="1" latinLnBrk="0" hangingPunct="1">
              <a:lnSpc>
                <a:spcPct val="90000"/>
              </a:lnSpc>
              <a:spcBef>
                <a:spcPts val="1000"/>
              </a:spcBef>
              <a:buFont typeface="Arial" panose="020B0604020202090204" pitchFamily="34" charset="0"/>
              <a:buNone/>
              <a:defRPr sz="2400" b="1"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42900" indent="-342900">
              <a:lnSpc>
                <a:spcPct val="100000"/>
              </a:lnSpc>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cs typeface="Times New Roman" panose="02020703060505090304" pitchFamily="18" charset="0"/>
              </a:rPr>
              <a:t>目前存在很多文件系统：</a:t>
            </a:r>
            <a:r>
              <a:rPr lang="en-US" altLang="zh-CN" sz="2400" dirty="0">
                <a:latin typeface="微软雅黑" panose="020B0503020204020204" pitchFamily="34" charset="-122"/>
                <a:ea typeface="微软雅黑" panose="020B0503020204020204" pitchFamily="34" charset="-122"/>
                <a:cs typeface="Times New Roman" panose="02020703060505090304" pitchFamily="18" charset="0"/>
              </a:rPr>
              <a:t>Ext2, UFS(Solaris), NFS, Ext3, Ext4, Veritas, </a:t>
            </a:r>
            <a:r>
              <a:rPr lang="en-US" altLang="zh-CN" sz="2400" dirty="0" err="1">
                <a:latin typeface="微软雅黑" panose="020B0503020204020204" pitchFamily="34" charset="-122"/>
                <a:ea typeface="微软雅黑" panose="020B0503020204020204" pitchFamily="34" charset="-122"/>
                <a:cs typeface="Times New Roman" panose="02020703060505090304" pitchFamily="18" charset="0"/>
              </a:rPr>
              <a:t>ReiserFS</a:t>
            </a:r>
            <a:r>
              <a:rPr lang="en-US" altLang="zh-CN" sz="2400" dirty="0">
                <a:latin typeface="微软雅黑" panose="020B0503020204020204" pitchFamily="34" charset="-122"/>
                <a:ea typeface="微软雅黑" panose="020B0503020204020204" pitchFamily="34" charset="-122"/>
                <a:cs typeface="Times New Roman" panose="02020703060505090304" pitchFamily="18" charset="0"/>
              </a:rPr>
              <a:t>, XFS, ISO9660 (CD), UDF (DVD) etc.</a:t>
            </a:r>
            <a:endParaRPr lang="en-US" altLang="zh-CN" sz="2400" dirty="0">
              <a:latin typeface="微软雅黑" panose="020B0503020204020204" pitchFamily="34" charset="-122"/>
              <a:ea typeface="微软雅黑" panose="020B0503020204020204" pitchFamily="34" charset="-122"/>
              <a:cs typeface="Times New Roman" panose="02020703060505090304" pitchFamily="18" charset="0"/>
            </a:endParaRPr>
          </a:p>
          <a:p>
            <a:pPr marL="342900" indent="-342900">
              <a:lnSpc>
                <a:spcPct val="100000"/>
              </a:lnSpc>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cs typeface="Times New Roman" panose="02020703060505090304" pitchFamily="18" charset="0"/>
              </a:rPr>
              <a:t>虚拟文件系统抽象出所有文件系统的共有部分，并将这部分代码放在单独的一层。所有和文件相关的系统调用都先指向虚拟文件系统。</a:t>
            </a:r>
            <a:endParaRPr lang="zh-CN" altLang="en-US" sz="2400"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00000"/>
              </a:lnSpc>
            </a:pPr>
            <a:endParaRPr lang="zh-CN" altLang="en-US" dirty="0"/>
          </a:p>
        </p:txBody>
      </p:sp>
      <p:sp>
        <p:nvSpPr>
          <p:cNvPr id="8" name="文本框 7"/>
          <p:cNvSpPr txBox="1"/>
          <p:nvPr/>
        </p:nvSpPr>
        <p:spPr>
          <a:xfrm>
            <a:off x="232410" y="3660140"/>
            <a:ext cx="5224780" cy="1938020"/>
          </a:xfrm>
          <a:prstGeom prst="rect">
            <a:avLst/>
          </a:prstGeom>
          <a:solidFill>
            <a:schemeClr val="accent6">
              <a:lumMod val="20000"/>
              <a:lumOff val="80000"/>
            </a:schemeClr>
          </a:solidFill>
        </p:spPr>
        <p:txBody>
          <a:bodyPr wrap="square" anchor="ctr" anchorCtr="0">
            <a:spAutoFit/>
          </a:bodyPr>
          <a:p>
            <a:pPr marL="0" indent="0" algn="l">
              <a:lnSpc>
                <a:spcPct val="150000"/>
              </a:lnSpc>
            </a:pPr>
            <a:r>
              <a:rPr lang="zh-CN" altLang="en-US" sz="2000" i="0">
                <a:solidFill>
                  <a:srgbClr val="000000"/>
                </a:solidFill>
                <a:latin typeface="Songti SC Regular" panose="02010800040101010101" charset="-122"/>
                <a:ea typeface="Songti SC Regular" panose="02010800040101010101" charset="-122"/>
                <a:cs typeface="Songti SC Regular" panose="02010800040101010101" charset="-122"/>
              </a:rPr>
              <a:t>“虚拟文件系统（</a:t>
            </a:r>
            <a:r>
              <a:rPr lang="en-US" altLang="zh-CN" sz="2000" i="0">
                <a:solidFill>
                  <a:srgbClr val="000000"/>
                </a:solidFill>
                <a:latin typeface="Songti SC Regular" panose="02010800040101010101" charset="-122"/>
                <a:ea typeface="Songti SC Regular" panose="02010800040101010101" charset="-122"/>
                <a:cs typeface="Songti SC Regular" panose="02010800040101010101" charset="-122"/>
              </a:rPr>
              <a:t>VFS</a:t>
            </a:r>
            <a:r>
              <a:rPr lang="zh-CN" altLang="en-US" sz="2000" i="0">
                <a:solidFill>
                  <a:srgbClr val="000000"/>
                </a:solidFill>
                <a:latin typeface="Songti SC Regular" panose="02010800040101010101" charset="-122"/>
                <a:ea typeface="Songti SC Regular" panose="02010800040101010101" charset="-122"/>
                <a:cs typeface="Songti SC Regular" panose="02010800040101010101" charset="-122"/>
              </a:rPr>
              <a:t>：</a:t>
            </a:r>
            <a:r>
              <a:rPr lang="en-US" altLang="zh-CN" sz="2000" i="0">
                <a:solidFill>
                  <a:srgbClr val="000000"/>
                </a:solidFill>
                <a:latin typeface="Songti SC Regular" panose="02010800040101010101" charset="-122"/>
                <a:ea typeface="Songti SC Regular" panose="02010800040101010101" charset="-122"/>
                <a:cs typeface="Songti SC Regular" panose="02010800040101010101" charset="-122"/>
              </a:rPr>
              <a:t>Virtual File System</a:t>
            </a:r>
            <a:r>
              <a:rPr lang="zh-CN" altLang="en-US" sz="2000" i="0">
                <a:solidFill>
                  <a:srgbClr val="000000"/>
                </a:solidFill>
                <a:latin typeface="Songti SC Regular" panose="02010800040101010101" charset="-122"/>
                <a:ea typeface="Songti SC Regular" panose="02010800040101010101" charset="-122"/>
                <a:cs typeface="Songti SC Regular" panose="02010800040101010101" charset="-122"/>
              </a:rPr>
              <a:t>）” 是</a:t>
            </a:r>
            <a:r>
              <a:rPr lang="en-US" altLang="zh-CN" sz="2000" i="0">
                <a:solidFill>
                  <a:srgbClr val="000000"/>
                </a:solidFill>
                <a:latin typeface="Songti SC Regular" panose="02010800040101010101" charset="-122"/>
                <a:ea typeface="Songti SC Regular" panose="02010800040101010101" charset="-122"/>
                <a:cs typeface="Songti SC Regular" panose="02010800040101010101" charset="-122"/>
              </a:rPr>
              <a:t> </a:t>
            </a:r>
            <a:r>
              <a:rPr lang="zh-CN" altLang="en-US" sz="2000" i="0">
                <a:solidFill>
                  <a:srgbClr val="000000"/>
                </a:solidFill>
                <a:latin typeface="Songti SC Regular" panose="02010800040101010101" charset="-122"/>
                <a:ea typeface="Songti SC Regular" panose="02010800040101010101" charset="-122"/>
                <a:cs typeface="Songti SC Regular" panose="02010800040101010101" charset="-122"/>
              </a:rPr>
              <a:t>操作系统文件管理子系统的核心抽象层，它让</a:t>
            </a:r>
            <a:r>
              <a:rPr lang="en-US" altLang="zh-CN" sz="2000" i="0">
                <a:solidFill>
                  <a:srgbClr val="000000"/>
                </a:solidFill>
                <a:latin typeface="Songti SC Regular" panose="02010800040101010101" charset="-122"/>
                <a:ea typeface="Songti SC Regular" panose="02010800040101010101" charset="-122"/>
                <a:cs typeface="Songti SC Regular" panose="02010800040101010101" charset="-122"/>
              </a:rPr>
              <a:t> </a:t>
            </a:r>
            <a:r>
              <a:rPr lang="zh-CN" altLang="en-US" sz="2000" i="0">
                <a:solidFill>
                  <a:srgbClr val="000000"/>
                </a:solidFill>
                <a:latin typeface="Songti SC Regular" panose="02010800040101010101" charset="-122"/>
                <a:ea typeface="Songti SC Regular" panose="02010800040101010101" charset="-122"/>
                <a:cs typeface="Songti SC Regular" panose="02010800040101010101" charset="-122"/>
              </a:rPr>
              <a:t>不同文件系统（如 </a:t>
            </a:r>
            <a:r>
              <a:rPr lang="en-US" altLang="zh-CN" sz="2000" i="0">
                <a:solidFill>
                  <a:srgbClr val="000000"/>
                </a:solidFill>
                <a:latin typeface="Songti SC Regular" panose="02010800040101010101" charset="-122"/>
                <a:ea typeface="Songti SC Regular" panose="02010800040101010101" charset="-122"/>
                <a:cs typeface="Songti SC Regular" panose="02010800040101010101" charset="-122"/>
              </a:rPr>
              <a:t>ext4</a:t>
            </a:r>
            <a:r>
              <a:rPr lang="zh-CN" altLang="en-US" sz="2000" i="0">
                <a:solidFill>
                  <a:srgbClr val="000000"/>
                </a:solidFill>
                <a:latin typeface="Songti SC Regular" panose="02010800040101010101" charset="-122"/>
                <a:ea typeface="Songti SC Regular" panose="02010800040101010101" charset="-122"/>
                <a:cs typeface="Songti SC Regular" panose="02010800040101010101" charset="-122"/>
              </a:rPr>
              <a:t>、</a:t>
            </a:r>
            <a:r>
              <a:rPr lang="en-US" altLang="zh-CN" sz="2000" i="0">
                <a:solidFill>
                  <a:srgbClr val="000000"/>
                </a:solidFill>
                <a:latin typeface="Songti SC Regular" panose="02010800040101010101" charset="-122"/>
                <a:ea typeface="Songti SC Regular" panose="02010800040101010101" charset="-122"/>
                <a:cs typeface="Songti SC Regular" panose="02010800040101010101" charset="-122"/>
              </a:rPr>
              <a:t>NTFS</a:t>
            </a:r>
            <a:r>
              <a:rPr lang="zh-CN" altLang="en-US" sz="2000" i="0">
                <a:solidFill>
                  <a:srgbClr val="000000"/>
                </a:solidFill>
                <a:latin typeface="Songti SC Regular" panose="02010800040101010101" charset="-122"/>
                <a:ea typeface="Songti SC Regular" panose="02010800040101010101" charset="-122"/>
                <a:cs typeface="Songti SC Regular" panose="02010800040101010101" charset="-122"/>
              </a:rPr>
              <a:t>、</a:t>
            </a:r>
            <a:r>
              <a:rPr lang="en-US" altLang="zh-CN" sz="2000" i="0">
                <a:solidFill>
                  <a:srgbClr val="000000"/>
                </a:solidFill>
                <a:latin typeface="Songti SC Regular" panose="02010800040101010101" charset="-122"/>
                <a:ea typeface="Songti SC Regular" panose="02010800040101010101" charset="-122"/>
                <a:cs typeface="Songti SC Regular" panose="02010800040101010101" charset="-122"/>
              </a:rPr>
              <a:t>FAT32</a:t>
            </a:r>
            <a:r>
              <a:rPr lang="zh-CN" altLang="en-US" sz="2000" i="0">
                <a:solidFill>
                  <a:srgbClr val="000000"/>
                </a:solidFill>
                <a:latin typeface="Songti SC Regular" panose="02010800040101010101" charset="-122"/>
                <a:ea typeface="Songti SC Regular" panose="02010800040101010101" charset="-122"/>
                <a:cs typeface="Songti SC Regular" panose="02010800040101010101" charset="-122"/>
              </a:rPr>
              <a:t>、</a:t>
            </a:r>
            <a:r>
              <a:rPr lang="en-US" altLang="zh-CN" sz="2000" i="0">
                <a:solidFill>
                  <a:srgbClr val="000000"/>
                </a:solidFill>
                <a:latin typeface="Songti SC Regular" panose="02010800040101010101" charset="-122"/>
                <a:ea typeface="Songti SC Regular" panose="02010800040101010101" charset="-122"/>
                <a:cs typeface="Songti SC Regular" panose="02010800040101010101" charset="-122"/>
              </a:rPr>
              <a:t>NFS </a:t>
            </a:r>
            <a:r>
              <a:rPr lang="zh-CN" altLang="en-US" sz="2000" i="0">
                <a:solidFill>
                  <a:srgbClr val="000000"/>
                </a:solidFill>
                <a:latin typeface="Songti SC Regular" panose="02010800040101010101" charset="-122"/>
                <a:ea typeface="Songti SC Regular" panose="02010800040101010101" charset="-122"/>
                <a:cs typeface="Songti SC Regular" panose="02010800040101010101" charset="-122"/>
              </a:rPr>
              <a:t>等）能够共存并以统一接口访问。</a:t>
            </a:r>
            <a:endParaRPr lang="zh-CN" altLang="en-US" sz="2000" i="0">
              <a:solidFill>
                <a:srgbClr val="000000"/>
              </a:solidFill>
              <a:latin typeface="Songti SC Regular" panose="02010800040101010101" charset="-122"/>
              <a:ea typeface="Songti SC Regular" panose="02010800040101010101" charset="-122"/>
              <a:cs typeface="Songti SC Regular" panose="02010800040101010101" charset="-122"/>
            </a:endParaRPr>
          </a:p>
        </p:txBody>
      </p:sp>
      <p:pic>
        <p:nvPicPr>
          <p:cNvPr id="9" name="图片 8"/>
          <p:cNvPicPr>
            <a:picLocks noChangeAspect="1"/>
          </p:cNvPicPr>
          <p:nvPr>
            <p:custDataLst>
              <p:tags r:id="rId1"/>
            </p:custDataLst>
          </p:nvPr>
        </p:nvPicPr>
        <p:blipFill>
          <a:blip r:embed="rId2"/>
          <a:stretch>
            <a:fillRect/>
          </a:stretch>
        </p:blipFill>
        <p:spPr>
          <a:xfrm>
            <a:off x="5373370" y="3383915"/>
            <a:ext cx="6818630" cy="3308350"/>
          </a:xfrm>
          <a:prstGeom prst="rect">
            <a:avLst/>
          </a:prstGeom>
        </p:spPr>
      </p:pic>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76312" y="2378221"/>
            <a:ext cx="6198033" cy="4290087"/>
          </a:xfrm>
          <a:prstGeom prst="rect">
            <a:avLst/>
          </a:prstGeom>
        </p:spPr>
      </p:pic>
      <p:sp>
        <p:nvSpPr>
          <p:cNvPr id="2" name="文本占位符 1"/>
          <p:cNvSpPr>
            <a:spLocks noGrp="1"/>
          </p:cNvSpPr>
          <p:nvPr>
            <p:ph type="body" sz="quarter" idx="10"/>
          </p:nvPr>
        </p:nvSpPr>
        <p:spPr/>
        <p:txBody>
          <a:bodyPr/>
          <a:lstStyle/>
          <a:p>
            <a:r>
              <a:rPr lang="zh-CN" altLang="en-US" sz="3200" b="1" dirty="0">
                <a:solidFill>
                  <a:schemeClr val="tx1"/>
                </a:solidFill>
                <a:latin typeface="微软雅黑" panose="020B0503020204020204" pitchFamily="34" charset="-122"/>
                <a:ea typeface="微软雅黑" panose="020B0503020204020204" pitchFamily="34" charset="-122"/>
                <a:cs typeface="Times New Roman" panose="02020703060505090304" pitchFamily="18" charset="0"/>
              </a:rPr>
              <a:t>虚拟文件系统</a:t>
            </a:r>
            <a:endParaRPr lang="en-US" altLang="zh-CN" sz="3200" b="1" dirty="0">
              <a:solidFill>
                <a:schemeClr val="tx1"/>
              </a:solidFill>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a:xfrm>
            <a:off x="176530" y="827405"/>
            <a:ext cx="5992495" cy="1525270"/>
          </a:xfrm>
        </p:spPr>
        <p:txBody>
          <a:bodyPr/>
          <a:lstStyle/>
          <a:p>
            <a:pPr marL="342900" indent="-342900">
              <a:lnSpc>
                <a:spcPct val="100000"/>
              </a:lnSpc>
              <a:buFont typeface="+mj-lt"/>
              <a:buAutoNum type="arabicPeriod"/>
            </a:pPr>
            <a:r>
              <a:rPr lang="zh-CN" altLang="en-US" sz="2400" dirty="0">
                <a:latin typeface="微软雅黑" panose="020B0503020204020204" pitchFamily="34" charset="-122"/>
                <a:ea typeface="微软雅黑" panose="020B0503020204020204" pitchFamily="34" charset="-122"/>
                <a:cs typeface="Times New Roman" panose="02020703060505090304" pitchFamily="18" charset="0"/>
              </a:rPr>
              <a:t>对不同的文件系统使用相同的</a:t>
            </a:r>
            <a:r>
              <a:rPr lang="en-US" altLang="zh-CN" sz="2400" dirty="0">
                <a:latin typeface="微软雅黑" panose="020B0503020204020204" pitchFamily="34" charset="-122"/>
                <a:ea typeface="微软雅黑" panose="020B0503020204020204" pitchFamily="34" charset="-122"/>
                <a:cs typeface="Times New Roman" panose="02020703060505090304" pitchFamily="18" charset="0"/>
              </a:rPr>
              <a:t>API</a:t>
            </a:r>
            <a:endParaRPr lang="en-US" altLang="zh-CN" sz="2400" dirty="0">
              <a:latin typeface="微软雅黑" panose="020B0503020204020204" pitchFamily="34" charset="-122"/>
              <a:ea typeface="微软雅黑" panose="020B0503020204020204" pitchFamily="34" charset="-122"/>
              <a:cs typeface="Times New Roman" panose="02020703060505090304" pitchFamily="18" charset="0"/>
            </a:endParaRPr>
          </a:p>
          <a:p>
            <a:pPr marL="342900" indent="-342900">
              <a:lnSpc>
                <a:spcPct val="100000"/>
              </a:lnSpc>
              <a:buFont typeface="+mj-lt"/>
              <a:buAutoNum type="arabicPeriod"/>
            </a:pPr>
            <a:r>
              <a:rPr lang="zh-CN" altLang="en-US" sz="2400" dirty="0">
                <a:latin typeface="微软雅黑" panose="020B0503020204020204" pitchFamily="34" charset="-122"/>
                <a:ea typeface="微软雅黑" panose="020B0503020204020204" pitchFamily="34" charset="-122"/>
                <a:cs typeface="Times New Roman" panose="02020703060505090304" pitchFamily="18" charset="0"/>
              </a:rPr>
              <a:t>将文件操作与具体的文件系统实现分开；</a:t>
            </a:r>
            <a:r>
              <a:rPr lang="en-US" altLang="zh-CN" sz="2400" dirty="0">
                <a:latin typeface="微软雅黑" panose="020B0503020204020204" pitchFamily="34" charset="-122"/>
                <a:ea typeface="微软雅黑" panose="020B0503020204020204" pitchFamily="34" charset="-122"/>
                <a:cs typeface="Times New Roman" panose="02020703060505090304" pitchFamily="18" charset="0"/>
              </a:rPr>
              <a:t> </a:t>
            </a:r>
            <a:endParaRPr lang="en-US" altLang="zh-CN" sz="2400" dirty="0">
              <a:latin typeface="微软雅黑" panose="020B0503020204020204" pitchFamily="34" charset="-122"/>
              <a:ea typeface="微软雅黑" panose="020B0503020204020204" pitchFamily="34" charset="-122"/>
              <a:cs typeface="Times New Roman" panose="02020703060505090304" pitchFamily="18" charset="0"/>
            </a:endParaRPr>
          </a:p>
          <a:p>
            <a:pPr marL="342900" indent="-342900">
              <a:lnSpc>
                <a:spcPct val="100000"/>
              </a:lnSpc>
              <a:buFont typeface="+mj-lt"/>
              <a:buAutoNum type="arabicPeriod"/>
            </a:pPr>
            <a:r>
              <a:rPr lang="zh-CN" altLang="en-US" sz="2400" dirty="0">
                <a:latin typeface="微软雅黑" panose="020B0503020204020204" pitchFamily="34" charset="-122"/>
                <a:ea typeface="微软雅黑" panose="020B0503020204020204" pitchFamily="34" charset="-122"/>
                <a:cs typeface="Times New Roman" panose="02020703060505090304" pitchFamily="18" charset="0"/>
              </a:rPr>
              <a:t>具有更好的灵活性</a:t>
            </a:r>
            <a:endParaRPr lang="en-US" altLang="zh-CN" sz="2400"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00000"/>
              </a:lnSpc>
            </a:pPr>
            <a:endParaRPr lang="zh-CN" altLang="en-US" dirty="0"/>
          </a:p>
        </p:txBody>
      </p:sp>
      <p:sp>
        <p:nvSpPr>
          <p:cNvPr id="4" name="文本占位符 3"/>
          <p:cNvSpPr>
            <a:spLocks noGrp="1"/>
          </p:cNvSpPr>
          <p:nvPr>
            <p:ph type="body" sz="quarter" idx="15"/>
          </p:nvPr>
        </p:nvSpPr>
        <p:spPr/>
        <p:txBody>
          <a:bodyPr/>
          <a:lstStyle/>
          <a:p>
            <a:r>
              <a:rPr lang="en-US" altLang="zh-CN" dirty="0"/>
              <a:t>22</a:t>
            </a:r>
            <a:endParaRPr lang="zh-CN" altLang="en-US" dirty="0"/>
          </a:p>
        </p:txBody>
      </p:sp>
      <p:sp>
        <p:nvSpPr>
          <p:cNvPr id="6" name="文本框 5"/>
          <p:cNvSpPr txBox="1"/>
          <p:nvPr/>
        </p:nvSpPr>
        <p:spPr>
          <a:xfrm>
            <a:off x="6092190" y="866775"/>
            <a:ext cx="5992495" cy="2515235"/>
          </a:xfrm>
          <a:prstGeom prst="rect">
            <a:avLst/>
          </a:prstGeom>
          <a:solidFill>
            <a:schemeClr val="accent6">
              <a:lumMod val="20000"/>
              <a:lumOff val="80000"/>
            </a:schemeClr>
          </a:solidFill>
        </p:spPr>
        <p:txBody>
          <a:bodyPr wrap="square">
            <a:spAutoFit/>
          </a:bodyPr>
          <a:p>
            <a:pPr indent="0" fontAlgn="auto">
              <a:spcAft>
                <a:spcPts val="600"/>
              </a:spcAft>
            </a:pPr>
            <a:r>
              <a:rPr lang="zh-CN" altLang="en-US" sz="2300" b="1" i="0">
                <a:solidFill>
                  <a:srgbClr val="000000"/>
                </a:solidFill>
              </a:rPr>
              <a:t>一、</a:t>
            </a:r>
            <a:r>
              <a:rPr lang="en-US" altLang="zh-CN" sz="2300" b="1" i="0">
                <a:solidFill>
                  <a:srgbClr val="000000"/>
                </a:solidFill>
              </a:rPr>
              <a:t>VFS </a:t>
            </a:r>
            <a:r>
              <a:rPr lang="zh-CN" altLang="en-US" sz="2300" b="1" i="0">
                <a:solidFill>
                  <a:srgbClr val="000000"/>
                </a:solidFill>
              </a:rPr>
              <a:t>的动机（为什么需要它）</a:t>
            </a:r>
            <a:endParaRPr lang="zh-CN" altLang="en-US" sz="2300" b="1" i="0">
              <a:solidFill>
                <a:srgbClr val="000000"/>
              </a:solidFill>
            </a:endParaRPr>
          </a:p>
          <a:p>
            <a:pPr marL="0" indent="0">
              <a:lnSpc>
                <a:spcPct val="120000"/>
              </a:lnSpc>
            </a:pPr>
            <a:r>
              <a:rPr lang="zh-CN" altLang="en-US" b="0" i="0">
                <a:solidFill>
                  <a:srgbClr val="000000"/>
                </a:solidFill>
              </a:rPr>
              <a:t>早期的操作系统中：每种文件系统格式（如 </a:t>
            </a:r>
            <a:r>
              <a:rPr lang="en-US" altLang="zh-CN" b="0" i="0">
                <a:solidFill>
                  <a:srgbClr val="000000"/>
                </a:solidFill>
              </a:rPr>
              <a:t>FAT</a:t>
            </a:r>
            <a:r>
              <a:rPr lang="zh-CN" altLang="en-US" b="0" i="0">
                <a:solidFill>
                  <a:srgbClr val="000000"/>
                </a:solidFill>
              </a:rPr>
              <a:t>、</a:t>
            </a:r>
            <a:r>
              <a:rPr lang="en-US" altLang="zh-CN" b="0" i="0">
                <a:solidFill>
                  <a:srgbClr val="000000"/>
                </a:solidFill>
              </a:rPr>
              <a:t>EXT</a:t>
            </a:r>
            <a:r>
              <a:rPr lang="zh-CN" altLang="en-US" b="0" i="0">
                <a:solidFill>
                  <a:srgbClr val="000000"/>
                </a:solidFill>
              </a:rPr>
              <a:t>、</a:t>
            </a:r>
            <a:r>
              <a:rPr lang="en-US" altLang="zh-CN" b="0" i="0">
                <a:solidFill>
                  <a:srgbClr val="000000"/>
                </a:solidFill>
              </a:rPr>
              <a:t>NTFS</a:t>
            </a:r>
            <a:r>
              <a:rPr lang="zh-CN" altLang="en-US" b="0" i="0">
                <a:solidFill>
                  <a:srgbClr val="000000"/>
                </a:solidFill>
              </a:rPr>
              <a:t>）都需要专门的访问代码；程序要访问不同类型的文件系统时，必须使用不同的系统调用或驱动逻辑；</a:t>
            </a:r>
            <a:endParaRPr lang="zh-CN" altLang="en-US" b="0" i="0">
              <a:solidFill>
                <a:srgbClr val="000000"/>
              </a:solidFill>
            </a:endParaRPr>
          </a:p>
          <a:p>
            <a:pPr marL="0" indent="0">
              <a:lnSpc>
                <a:spcPct val="120000"/>
              </a:lnSpc>
              <a:buFont typeface="Arial" panose="020B0604020202090204"/>
              <a:buChar char="•"/>
            </a:pPr>
            <a:r>
              <a:rPr lang="zh-CN" altLang="en-US" b="0" i="0">
                <a:solidFill>
                  <a:srgbClr val="000000"/>
                </a:solidFill>
              </a:rPr>
              <a:t>这样严重破坏了系统的可扩展性。</a:t>
            </a:r>
            <a:endParaRPr lang="zh-CN" altLang="en-US" b="0" i="0">
              <a:solidFill>
                <a:srgbClr val="000000"/>
              </a:solidFill>
            </a:endParaRPr>
          </a:p>
          <a:p>
            <a:pPr marL="0" indent="0">
              <a:lnSpc>
                <a:spcPct val="120000"/>
              </a:lnSpc>
            </a:pPr>
            <a:r>
              <a:rPr lang="en-US" altLang="zh-CN" b="0" i="0">
                <a:solidFill>
                  <a:srgbClr val="000000"/>
                </a:solidFill>
              </a:rPr>
              <a:t>→ VFS </a:t>
            </a:r>
            <a:r>
              <a:rPr lang="zh-CN" altLang="en-US" b="0" i="0">
                <a:solidFill>
                  <a:srgbClr val="000000"/>
                </a:solidFill>
              </a:rPr>
              <a:t>的目标：提供统一接口，让所有文件系统看起来都一样。</a:t>
            </a:r>
            <a:endParaRPr lang="zh-CN" altLang="en-US" b="0" i="0">
              <a:solidFill>
                <a:srgbClr val="000000"/>
              </a:solidFill>
            </a:endParaRPr>
          </a:p>
        </p:txBody>
      </p:sp>
      <p:sp>
        <p:nvSpPr>
          <p:cNvPr id="7" name="文本框 6"/>
          <p:cNvSpPr txBox="1"/>
          <p:nvPr/>
        </p:nvSpPr>
        <p:spPr>
          <a:xfrm>
            <a:off x="6092190" y="4010025"/>
            <a:ext cx="5992495" cy="2674620"/>
          </a:xfrm>
          <a:prstGeom prst="rect">
            <a:avLst/>
          </a:prstGeom>
          <a:solidFill>
            <a:schemeClr val="accent2">
              <a:lumMod val="20000"/>
              <a:lumOff val="80000"/>
            </a:schemeClr>
          </a:solidFill>
        </p:spPr>
        <p:txBody>
          <a:bodyPr wrap="square">
            <a:spAutoFit/>
          </a:bodyPr>
          <a:p>
            <a:pPr indent="0" fontAlgn="auto">
              <a:spcAft>
                <a:spcPts val="1200"/>
              </a:spcAft>
            </a:pPr>
            <a:r>
              <a:rPr lang="zh-CN" altLang="en-US" sz="2300" b="1" i="0">
                <a:solidFill>
                  <a:srgbClr val="000000"/>
                </a:solidFill>
              </a:rPr>
              <a:t>二、</a:t>
            </a:r>
            <a:r>
              <a:rPr lang="en-US" altLang="zh-CN" sz="2300" b="1" i="0">
                <a:solidFill>
                  <a:srgbClr val="000000"/>
                </a:solidFill>
              </a:rPr>
              <a:t>VFS </a:t>
            </a:r>
            <a:r>
              <a:rPr lang="zh-CN" altLang="en-US" sz="2300" b="1" i="0">
                <a:solidFill>
                  <a:srgbClr val="000000"/>
                </a:solidFill>
              </a:rPr>
              <a:t>的定义</a:t>
            </a:r>
            <a:endParaRPr lang="zh-CN" altLang="en-US" sz="2300" b="1" i="0">
              <a:solidFill>
                <a:srgbClr val="000000"/>
              </a:solidFill>
            </a:endParaRPr>
          </a:p>
          <a:p>
            <a:pPr marL="0" indent="0">
              <a:lnSpc>
                <a:spcPct val="110000"/>
              </a:lnSpc>
            </a:pPr>
            <a:r>
              <a:rPr lang="en-US" altLang="zh-CN" b="0" i="0">
                <a:solidFill>
                  <a:srgbClr val="000000"/>
                </a:solidFill>
              </a:rPr>
              <a:t>VFS</a:t>
            </a:r>
            <a:r>
              <a:rPr lang="zh-CN" altLang="en-US" b="0" i="0">
                <a:solidFill>
                  <a:srgbClr val="000000"/>
                </a:solidFill>
              </a:rPr>
              <a:t>（</a:t>
            </a:r>
            <a:r>
              <a:rPr lang="en-US" altLang="zh-CN" b="0" i="0">
                <a:solidFill>
                  <a:srgbClr val="000000"/>
                </a:solidFill>
              </a:rPr>
              <a:t>Virtual File System</a:t>
            </a:r>
            <a:r>
              <a:rPr lang="zh-CN" altLang="en-US" b="0" i="0">
                <a:solidFill>
                  <a:srgbClr val="000000"/>
                </a:solidFill>
              </a:rPr>
              <a:t>）是操作系统内核中的抽象层，用来屏蔽不同物理文件系统的差异，为用户提供统一的文件操作接口。换句话说：</a:t>
            </a:r>
            <a:endParaRPr lang="zh-CN" altLang="en-US" b="0" i="0">
              <a:solidFill>
                <a:srgbClr val="000000"/>
              </a:solidFill>
            </a:endParaRPr>
          </a:p>
          <a:p>
            <a:pPr marL="0" indent="0">
              <a:lnSpc>
                <a:spcPct val="140000"/>
              </a:lnSpc>
              <a:buFont typeface="Arial" panose="020B0604020202090204"/>
              <a:buChar char="•"/>
            </a:pPr>
            <a:r>
              <a:rPr lang="zh-CN" altLang="en-US" b="0" i="0">
                <a:solidFill>
                  <a:srgbClr val="000000"/>
                </a:solidFill>
              </a:rPr>
              <a:t>用户程序看到的是</a:t>
            </a:r>
            <a:r>
              <a:rPr lang="en-US" altLang="zh-CN" b="0" i="0">
                <a:solidFill>
                  <a:srgbClr val="000000"/>
                </a:solidFill>
              </a:rPr>
              <a:t> </a:t>
            </a:r>
            <a:r>
              <a:rPr lang="zh-CN" altLang="en-US" b="0" i="0">
                <a:solidFill>
                  <a:srgbClr val="000000"/>
                </a:solidFill>
              </a:rPr>
              <a:t>抽象的文件、目录、</a:t>
            </a:r>
            <a:r>
              <a:rPr lang="en-US" altLang="zh-CN" b="0" i="0">
                <a:solidFill>
                  <a:srgbClr val="000000"/>
                </a:solidFill>
              </a:rPr>
              <a:t>inode</a:t>
            </a:r>
            <a:r>
              <a:rPr lang="zh-CN" altLang="en-US" b="0" i="0">
                <a:solidFill>
                  <a:srgbClr val="000000"/>
                </a:solidFill>
              </a:rPr>
              <a:t>、</a:t>
            </a:r>
            <a:r>
              <a:rPr lang="en-US" altLang="zh-CN" b="0" i="0">
                <a:solidFill>
                  <a:srgbClr val="000000"/>
                </a:solidFill>
              </a:rPr>
              <a:t>superblock</a:t>
            </a:r>
            <a:r>
              <a:rPr lang="zh-CN" altLang="en-US" b="0" i="0">
                <a:solidFill>
                  <a:srgbClr val="000000"/>
                </a:solidFill>
              </a:rPr>
              <a:t>；</a:t>
            </a:r>
            <a:endParaRPr lang="zh-CN" altLang="en-US" b="0" i="0">
              <a:solidFill>
                <a:srgbClr val="000000"/>
              </a:solidFill>
            </a:endParaRPr>
          </a:p>
          <a:p>
            <a:pPr marL="0" indent="0">
              <a:lnSpc>
                <a:spcPct val="140000"/>
              </a:lnSpc>
              <a:buFont typeface="Arial" panose="020B0604020202090204"/>
              <a:buChar char="•"/>
            </a:pPr>
            <a:r>
              <a:rPr lang="zh-CN" altLang="en-US" b="0" i="0">
                <a:solidFill>
                  <a:srgbClr val="000000"/>
                </a:solidFill>
              </a:rPr>
              <a:t>实际存储介质（</a:t>
            </a:r>
            <a:r>
              <a:rPr lang="en-US" altLang="zh-CN" b="0" i="0">
                <a:solidFill>
                  <a:srgbClr val="000000"/>
                </a:solidFill>
              </a:rPr>
              <a:t>ext4</a:t>
            </a:r>
            <a:r>
              <a:rPr lang="zh-CN" altLang="en-US" b="0" i="0">
                <a:solidFill>
                  <a:srgbClr val="000000"/>
                </a:solidFill>
              </a:rPr>
              <a:t>、</a:t>
            </a:r>
            <a:r>
              <a:rPr lang="en-US" altLang="zh-CN" b="0" i="0">
                <a:solidFill>
                  <a:srgbClr val="000000"/>
                </a:solidFill>
              </a:rPr>
              <a:t>XFS</a:t>
            </a:r>
            <a:r>
              <a:rPr lang="zh-CN" altLang="en-US" b="0" i="0">
                <a:solidFill>
                  <a:srgbClr val="000000"/>
                </a:solidFill>
              </a:rPr>
              <a:t>、</a:t>
            </a:r>
            <a:r>
              <a:rPr lang="en-US" altLang="zh-CN" b="0" i="0">
                <a:solidFill>
                  <a:srgbClr val="000000"/>
                </a:solidFill>
              </a:rPr>
              <a:t>NFS</a:t>
            </a:r>
            <a:r>
              <a:rPr lang="zh-CN" altLang="en-US" b="0" i="0">
                <a:solidFill>
                  <a:srgbClr val="000000"/>
                </a:solidFill>
              </a:rPr>
              <a:t>）隐藏在下面；</a:t>
            </a:r>
            <a:endParaRPr lang="zh-CN" altLang="en-US" b="0" i="0">
              <a:solidFill>
                <a:srgbClr val="000000"/>
              </a:solidFill>
            </a:endParaRPr>
          </a:p>
          <a:p>
            <a:pPr marL="0" indent="0">
              <a:lnSpc>
                <a:spcPct val="140000"/>
              </a:lnSpc>
              <a:buFont typeface="Arial" panose="020B0604020202090204"/>
              <a:buChar char="•"/>
            </a:pPr>
            <a:r>
              <a:rPr lang="en-US" altLang="zh-CN" b="0" i="0">
                <a:solidFill>
                  <a:srgbClr val="000000"/>
                </a:solidFill>
              </a:rPr>
              <a:t>VFS </a:t>
            </a:r>
            <a:r>
              <a:rPr lang="zh-CN" altLang="en-US" b="0" i="0">
                <a:solidFill>
                  <a:srgbClr val="000000"/>
                </a:solidFill>
              </a:rPr>
              <a:t>负责调用相应文件系统驱动的函数来完成具体操作</a:t>
            </a:r>
            <a:r>
              <a:rPr lang="zh-CN" altLang="en-US" sz="1600" b="0" i="0">
                <a:solidFill>
                  <a:srgbClr val="000000"/>
                </a:solidFill>
              </a:rPr>
              <a:t>。</a:t>
            </a:r>
            <a:endParaRPr lang="zh-CN" altLang="en-US" sz="1600" b="0" i="0">
              <a:solidFill>
                <a:srgbClr val="000000"/>
              </a:solidFill>
            </a:endParaRPr>
          </a:p>
        </p:txBody>
      </p:sp>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solidFill>
                  <a:schemeClr val="tx1"/>
                </a:solidFill>
                <a:latin typeface="微软雅黑" panose="020B0503020204020204" pitchFamily="34" charset="-122"/>
                <a:ea typeface="微软雅黑" panose="020B0503020204020204" pitchFamily="34" charset="-122"/>
                <a:cs typeface="Times New Roman" panose="02020703060505090304" pitchFamily="18" charset="0"/>
              </a:rPr>
              <a:t>虚拟文件系统</a:t>
            </a:r>
            <a:endParaRPr lang="en-US" altLang="zh-CN" sz="3200" b="1" dirty="0">
              <a:solidFill>
                <a:schemeClr val="tx1"/>
              </a:solidFill>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4" name="文本占位符 3"/>
          <p:cNvSpPr>
            <a:spLocks noGrp="1"/>
          </p:cNvSpPr>
          <p:nvPr>
            <p:ph type="body" sz="quarter" idx="15"/>
          </p:nvPr>
        </p:nvSpPr>
        <p:spPr/>
        <p:txBody>
          <a:bodyPr/>
          <a:lstStyle/>
          <a:p>
            <a:r>
              <a:rPr lang="en-US" altLang="zh-CN" dirty="0"/>
              <a:t>22</a:t>
            </a:r>
            <a:endParaRPr lang="zh-CN" altLang="en-US" dirty="0"/>
          </a:p>
        </p:txBody>
      </p:sp>
      <p:sp>
        <p:nvSpPr>
          <p:cNvPr id="9" name="文本框 8"/>
          <p:cNvSpPr txBox="1"/>
          <p:nvPr/>
        </p:nvSpPr>
        <p:spPr>
          <a:xfrm>
            <a:off x="33655" y="1199515"/>
            <a:ext cx="3396615" cy="5492750"/>
          </a:xfrm>
          <a:prstGeom prst="rect">
            <a:avLst/>
          </a:prstGeom>
          <a:noFill/>
        </p:spPr>
        <p:txBody>
          <a:bodyPr wrap="square" rtlCol="0" anchor="t">
            <a:spAutoFit/>
          </a:bodyPr>
          <a:p>
            <a:r>
              <a:rPr lang="zh-CN" altLang="en-US" sz="1300"/>
              <a:t>        ┌──────────────────────────────┐</a:t>
            </a:r>
            <a:endParaRPr lang="zh-CN" altLang="en-US" sz="1300"/>
          </a:p>
          <a:p>
            <a:r>
              <a:rPr lang="zh-CN" altLang="en-US" sz="1300"/>
              <a:t>        │ 用户层 (User Space)         </a:t>
            </a:r>
            <a:r>
              <a:rPr lang="en-US" altLang="zh-CN" sz="1300"/>
              <a:t>		</a:t>
            </a:r>
            <a:r>
              <a:rPr lang="zh-CN" altLang="en-US" sz="1300"/>
              <a:t> </a:t>
            </a:r>
            <a:r>
              <a:rPr lang="en-US" altLang="zh-CN" sz="1300"/>
              <a:t>  </a:t>
            </a:r>
            <a:r>
              <a:rPr lang="zh-CN" altLang="en-US" sz="1300"/>
              <a:t>│</a:t>
            </a:r>
            <a:endParaRPr lang="zh-CN" altLang="en-US" sz="1300"/>
          </a:p>
          <a:p>
            <a:r>
              <a:rPr lang="zh-CN" altLang="en-US" sz="1300"/>
              <a:t>        │ ────────────────────────────</a:t>
            </a:r>
            <a:r>
              <a:rPr lang="en-US" altLang="zh-CN" sz="1300"/>
              <a:t>--</a:t>
            </a:r>
            <a:r>
              <a:rPr lang="zh-CN" altLang="en-US" sz="1300"/>
              <a:t>│</a:t>
            </a:r>
            <a:endParaRPr lang="zh-CN" altLang="en-US" sz="1300"/>
          </a:p>
          <a:p>
            <a:r>
              <a:rPr lang="zh-CN" altLang="en-US" sz="1300"/>
              <a:t>        │  应用程序 (ls, cat, cp...)    </a:t>
            </a:r>
            <a:r>
              <a:rPr lang="en-US" altLang="zh-CN" sz="1300"/>
              <a:t>		   </a:t>
            </a:r>
            <a:r>
              <a:rPr lang="zh-CN" altLang="en-US" sz="1300"/>
              <a:t>│</a:t>
            </a:r>
            <a:endParaRPr lang="zh-CN" altLang="en-US" sz="1300"/>
          </a:p>
          <a:p>
            <a:r>
              <a:rPr lang="zh-CN" altLang="en-US" sz="1300"/>
              <a:t>        │  系统调用接口 (open, read...) </a:t>
            </a:r>
            <a:r>
              <a:rPr lang="en-US" altLang="zh-CN" sz="1300"/>
              <a:t>	   </a:t>
            </a:r>
            <a:r>
              <a:rPr lang="zh-CN" altLang="en-US" sz="1300"/>
              <a:t>│</a:t>
            </a:r>
            <a:endParaRPr lang="zh-CN" altLang="en-US" sz="1300"/>
          </a:p>
          <a:p>
            <a:r>
              <a:rPr lang="zh-CN" altLang="en-US" sz="1300"/>
              <a:t>        └──────────────────────────────┘</a:t>
            </a:r>
            <a:endParaRPr lang="zh-CN" altLang="en-US" sz="1300"/>
          </a:p>
          <a:p>
            <a:r>
              <a:rPr lang="zh-CN" altLang="en-US" sz="1300"/>
              <a:t>                       ↓</a:t>
            </a:r>
            <a:endParaRPr lang="zh-CN" altLang="en-US" sz="1300"/>
          </a:p>
          <a:p>
            <a:r>
              <a:rPr lang="zh-CN" altLang="en-US" sz="1300"/>
              <a:t>        ┌──────────────────────────────┐</a:t>
            </a:r>
            <a:endParaRPr lang="zh-CN" altLang="en-US" sz="1300"/>
          </a:p>
          <a:p>
            <a:r>
              <a:rPr lang="zh-CN" altLang="en-US" sz="1300"/>
              <a:t>        │ 内核层 (Kernel Space)        </a:t>
            </a:r>
            <a:r>
              <a:rPr lang="en-US" altLang="zh-CN" sz="1300"/>
              <a:t>                 </a:t>
            </a:r>
            <a:r>
              <a:rPr lang="zh-CN" altLang="en-US" sz="1300"/>
              <a:t>│</a:t>
            </a:r>
            <a:endParaRPr lang="zh-CN" altLang="en-US" sz="1300"/>
          </a:p>
          <a:p>
            <a:r>
              <a:rPr lang="zh-CN" altLang="en-US" sz="1300"/>
              <a:t>        │ ────────────────────────────</a:t>
            </a:r>
            <a:r>
              <a:rPr lang="en-US" altLang="zh-CN" sz="1300"/>
              <a:t>--</a:t>
            </a:r>
            <a:r>
              <a:rPr lang="zh-CN" altLang="en-US" sz="1300"/>
              <a:t>│</a:t>
            </a:r>
            <a:endParaRPr lang="zh-CN" altLang="en-US" sz="1300"/>
          </a:p>
          <a:p>
            <a:r>
              <a:rPr lang="zh-CN" altLang="en-US" sz="1300"/>
              <a:t>        │   VFS 抽象层                </a:t>
            </a:r>
            <a:r>
              <a:rPr lang="en-US" altLang="zh-CN" sz="1300"/>
              <a:t>		  </a:t>
            </a:r>
            <a:r>
              <a:rPr lang="zh-CN" altLang="en-US" sz="1300"/>
              <a:t>│</a:t>
            </a:r>
            <a:endParaRPr lang="zh-CN" altLang="en-US" sz="1300"/>
          </a:p>
          <a:p>
            <a:r>
              <a:rPr lang="zh-CN" altLang="en-US" sz="1300"/>
              <a:t>        │   ├─ super_block (文件系统)</a:t>
            </a:r>
            <a:r>
              <a:rPr lang="en-US" altLang="zh-CN" sz="1300"/>
              <a:t>	 </a:t>
            </a:r>
            <a:r>
              <a:rPr lang="zh-CN" altLang="en-US" sz="1300"/>
              <a:t> │</a:t>
            </a:r>
            <a:endParaRPr lang="zh-CN" altLang="en-US" sz="1300"/>
          </a:p>
          <a:p>
            <a:r>
              <a:rPr lang="zh-CN" altLang="en-US" sz="1300"/>
              <a:t>        │   ├─ inode (文件节点)       </a:t>
            </a:r>
            <a:r>
              <a:rPr lang="en-US" altLang="zh-CN" sz="1300"/>
              <a:t>		  </a:t>
            </a:r>
            <a:r>
              <a:rPr lang="zh-CN" altLang="en-US" sz="1300"/>
              <a:t>│</a:t>
            </a:r>
            <a:endParaRPr lang="zh-CN" altLang="en-US" sz="1300"/>
          </a:p>
          <a:p>
            <a:r>
              <a:rPr lang="zh-CN" altLang="en-US" sz="1300"/>
              <a:t>        │   ├─ dentry (目录项缓存)    </a:t>
            </a:r>
            <a:r>
              <a:rPr lang="en-US" altLang="zh-CN" sz="1300"/>
              <a:t>	  </a:t>
            </a:r>
            <a:r>
              <a:rPr lang="zh-CN" altLang="en-US" sz="1300"/>
              <a:t>│</a:t>
            </a:r>
            <a:endParaRPr lang="zh-CN" altLang="en-US" sz="1300"/>
          </a:p>
          <a:p>
            <a:r>
              <a:rPr lang="zh-CN" altLang="en-US" sz="1300"/>
              <a:t>        │   ├─ file (打开文件对象)    </a:t>
            </a:r>
            <a:r>
              <a:rPr lang="en-US" altLang="zh-CN" sz="1300"/>
              <a:t>		  </a:t>
            </a:r>
            <a:r>
              <a:rPr lang="zh-CN" altLang="en-US" sz="1300"/>
              <a:t>│</a:t>
            </a:r>
            <a:endParaRPr lang="zh-CN" altLang="en-US" sz="1300"/>
          </a:p>
          <a:p>
            <a:r>
              <a:rPr lang="zh-CN" altLang="en-US" sz="1300"/>
              <a:t>        │   └─ vfs_operations         </a:t>
            </a:r>
            <a:r>
              <a:rPr lang="en-US" altLang="zh-CN" sz="1300"/>
              <a:t>		  </a:t>
            </a:r>
            <a:r>
              <a:rPr lang="zh-CN" altLang="en-US" sz="1300"/>
              <a:t>│</a:t>
            </a:r>
            <a:endParaRPr lang="zh-CN" altLang="en-US" sz="1300"/>
          </a:p>
          <a:p>
            <a:r>
              <a:rPr lang="zh-CN" altLang="en-US" sz="1300"/>
              <a:t>        └─────────────────────────────</a:t>
            </a:r>
            <a:r>
              <a:rPr lang="en-US" altLang="zh-CN" sz="1300"/>
              <a:t>-</a:t>
            </a:r>
            <a:r>
              <a:rPr lang="zh-CN" altLang="en-US" sz="1300"/>
              <a:t>┘</a:t>
            </a:r>
            <a:endParaRPr lang="zh-CN" altLang="en-US" sz="1300"/>
          </a:p>
          <a:p>
            <a:r>
              <a:rPr lang="zh-CN" altLang="en-US" sz="1300"/>
              <a:t>                       ↓</a:t>
            </a:r>
            <a:endParaRPr lang="zh-CN" altLang="en-US" sz="1300"/>
          </a:p>
          <a:p>
            <a:r>
              <a:rPr lang="zh-CN" altLang="en-US" sz="1300"/>
              <a:t>        ┌──────────────────────────────┐</a:t>
            </a:r>
            <a:endParaRPr lang="zh-CN" altLang="en-US" sz="1300"/>
          </a:p>
          <a:p>
            <a:r>
              <a:rPr lang="zh-CN" altLang="en-US" sz="1300"/>
              <a:t>        │ 具体文件系统驱动层           </a:t>
            </a:r>
            <a:r>
              <a:rPr lang="en-US" altLang="zh-CN" sz="1300"/>
              <a:t>	   </a:t>
            </a:r>
            <a:r>
              <a:rPr lang="zh-CN" altLang="en-US" sz="1300"/>
              <a:t>│</a:t>
            </a:r>
            <a:endParaRPr lang="zh-CN" altLang="en-US" sz="1300"/>
          </a:p>
          <a:p>
            <a:r>
              <a:rPr lang="zh-CN" altLang="en-US" sz="1300"/>
              <a:t>        │ ext4 / XFS / FAT / NFS / ... </a:t>
            </a:r>
            <a:r>
              <a:rPr lang="en-US" altLang="zh-CN" sz="1300"/>
              <a:t> 		   </a:t>
            </a:r>
            <a:r>
              <a:rPr lang="zh-CN" altLang="en-US" sz="1300"/>
              <a:t>│</a:t>
            </a:r>
            <a:endParaRPr lang="zh-CN" altLang="en-US" sz="1300"/>
          </a:p>
          <a:p>
            <a:r>
              <a:rPr lang="zh-CN" altLang="en-US" sz="1300"/>
              <a:t>        └──────────────────────────────┘</a:t>
            </a:r>
            <a:endParaRPr lang="zh-CN" altLang="en-US" sz="1300"/>
          </a:p>
          <a:p>
            <a:r>
              <a:rPr lang="zh-CN" altLang="en-US" sz="1300"/>
              <a:t>                       ↓</a:t>
            </a:r>
            <a:endParaRPr lang="zh-CN" altLang="en-US" sz="1300"/>
          </a:p>
          <a:p>
            <a:r>
              <a:rPr lang="zh-CN" altLang="en-US" sz="1300"/>
              <a:t>        ┌──────────────────────────────┐</a:t>
            </a:r>
            <a:endParaRPr lang="zh-CN" altLang="en-US" sz="1300"/>
          </a:p>
          <a:p>
            <a:r>
              <a:rPr lang="zh-CN" altLang="en-US" sz="1300"/>
              <a:t>        │ 硬件设备层                   </a:t>
            </a:r>
            <a:r>
              <a:rPr lang="en-US" altLang="zh-CN" sz="1300"/>
              <a:t>		   </a:t>
            </a:r>
            <a:r>
              <a:rPr lang="zh-CN" altLang="en-US" sz="1300"/>
              <a:t>│</a:t>
            </a:r>
            <a:endParaRPr lang="zh-CN" altLang="en-US" sz="1300"/>
          </a:p>
          <a:p>
            <a:r>
              <a:rPr lang="zh-CN" altLang="en-US" sz="1300"/>
              <a:t>        │ 磁盘 / SSD / 网络 / 内存盘    </a:t>
            </a:r>
            <a:r>
              <a:rPr lang="en-US" altLang="zh-CN" sz="1300"/>
              <a:t> 	   </a:t>
            </a:r>
            <a:r>
              <a:rPr lang="zh-CN" altLang="en-US" sz="1300"/>
              <a:t>│</a:t>
            </a:r>
            <a:endParaRPr lang="zh-CN" altLang="en-US" sz="1300"/>
          </a:p>
          <a:p>
            <a:r>
              <a:rPr lang="zh-CN" altLang="en-US" sz="1300"/>
              <a:t>        └──────────────────────────────┘</a:t>
            </a:r>
            <a:endParaRPr lang="zh-CN" altLang="en-US" sz="1300"/>
          </a:p>
        </p:txBody>
      </p:sp>
      <p:sp>
        <p:nvSpPr>
          <p:cNvPr id="10" name="文本框 9"/>
          <p:cNvSpPr txBox="1"/>
          <p:nvPr/>
        </p:nvSpPr>
        <p:spPr>
          <a:xfrm>
            <a:off x="336550" y="862330"/>
            <a:ext cx="2791460" cy="414020"/>
          </a:xfrm>
          <a:prstGeom prst="rect">
            <a:avLst/>
          </a:prstGeom>
        </p:spPr>
        <p:txBody>
          <a:bodyPr wrap="square">
            <a:spAutoFit/>
          </a:bodyPr>
          <a:p>
            <a:pPr marL="0" indent="0"/>
            <a:r>
              <a:rPr lang="zh-CN" altLang="en-US" sz="2100" b="1" i="0">
                <a:solidFill>
                  <a:srgbClr val="000000"/>
                </a:solidFill>
                <a:latin typeface="-webkit-standard"/>
                <a:ea typeface="-webkit-standard"/>
              </a:rPr>
              <a:t>三</a:t>
            </a:r>
            <a:r>
              <a:rPr lang="en-US" altLang="zh-CN" sz="2100" b="1" i="0">
                <a:solidFill>
                  <a:srgbClr val="000000"/>
                </a:solidFill>
                <a:latin typeface="-webkit-standard"/>
                <a:ea typeface="-webkit-standard"/>
              </a:rPr>
              <a:t>、VFS </a:t>
            </a:r>
            <a:r>
              <a:rPr lang="zh-CN" altLang="en-US" sz="2100" b="1" i="0">
                <a:solidFill>
                  <a:srgbClr val="000000"/>
                </a:solidFill>
                <a:latin typeface="-webkit-standard"/>
                <a:ea typeface="-webkit-standard"/>
              </a:rPr>
              <a:t>的分层结构</a:t>
            </a:r>
            <a:endParaRPr lang="zh-CN" altLang="en-US" sz="2100" b="1" i="0">
              <a:solidFill>
                <a:srgbClr val="000000"/>
              </a:solidFill>
              <a:latin typeface="-webkit-standard"/>
              <a:ea typeface="-webkit-standard"/>
            </a:endParaRPr>
          </a:p>
        </p:txBody>
      </p:sp>
      <p:sp>
        <p:nvSpPr>
          <p:cNvPr id="6" name="文本框 5"/>
          <p:cNvSpPr txBox="1"/>
          <p:nvPr>
            <p:custDataLst>
              <p:tags r:id="rId1"/>
            </p:custDataLst>
          </p:nvPr>
        </p:nvSpPr>
        <p:spPr>
          <a:xfrm>
            <a:off x="4966335" y="1011555"/>
            <a:ext cx="5849620" cy="5868670"/>
          </a:xfrm>
          <a:prstGeom prst="rect">
            <a:avLst/>
          </a:prstGeom>
          <a:solidFill>
            <a:schemeClr val="accent2">
              <a:lumMod val="20000"/>
              <a:lumOff val="80000"/>
            </a:schemeClr>
          </a:solidFill>
        </p:spPr>
        <p:txBody>
          <a:bodyPr wrap="square">
            <a:spAutoFit/>
          </a:bodyPr>
          <a:p>
            <a:pPr indent="0" fontAlgn="auto">
              <a:lnSpc>
                <a:spcPct val="130000"/>
              </a:lnSpc>
              <a:spcAft>
                <a:spcPts val="0"/>
              </a:spcAft>
            </a:pPr>
            <a:r>
              <a:rPr lang="en-US" altLang="zh-CN" sz="1700" b="1" i="0">
                <a:solidFill>
                  <a:srgbClr val="000000"/>
                </a:solidFill>
              </a:rPr>
              <a:t>1️.  </a:t>
            </a:r>
            <a:r>
              <a:rPr lang="zh-CN" altLang="en-US" sz="1700" b="1" i="0">
                <a:solidFill>
                  <a:srgbClr val="000000"/>
                </a:solidFill>
              </a:rPr>
              <a:t>用户空间调用</a:t>
            </a:r>
            <a:endParaRPr lang="zh-CN" altLang="en-US" sz="1700" b="1" i="0">
              <a:solidFill>
                <a:srgbClr val="000000"/>
              </a:solidFill>
            </a:endParaRPr>
          </a:p>
          <a:p>
            <a:pPr indent="457200" fontAlgn="auto">
              <a:lnSpc>
                <a:spcPct val="130000"/>
              </a:lnSpc>
              <a:spcAft>
                <a:spcPts val="0"/>
              </a:spcAft>
            </a:pPr>
            <a:r>
              <a:rPr lang="en-US" altLang="zh-CN" sz="1700" b="0" i="0">
                <a:solidFill>
                  <a:srgbClr val="000000"/>
                </a:solidFill>
              </a:rPr>
              <a:t>fd = open("/home/your/file.txt", O_RDONLY);</a:t>
            </a:r>
            <a:endParaRPr lang="en-US" altLang="zh-CN" sz="1700" b="0" i="0">
              <a:solidFill>
                <a:srgbClr val="000000"/>
              </a:solidFill>
            </a:endParaRPr>
          </a:p>
          <a:p>
            <a:pPr indent="0" fontAlgn="auto">
              <a:lnSpc>
                <a:spcPct val="130000"/>
              </a:lnSpc>
              <a:spcAft>
                <a:spcPts val="0"/>
              </a:spcAft>
            </a:pPr>
            <a:r>
              <a:rPr lang="en-US" altLang="zh-CN" sz="1700" b="1" i="0">
                <a:solidFill>
                  <a:srgbClr val="000000"/>
                </a:solidFill>
              </a:rPr>
              <a:t>2️.  </a:t>
            </a:r>
            <a:r>
              <a:rPr lang="zh-CN" altLang="en-US" sz="1700" b="1" i="0">
                <a:solidFill>
                  <a:srgbClr val="000000"/>
                </a:solidFill>
              </a:rPr>
              <a:t>进入内核空间的系统调用接口</a:t>
            </a:r>
            <a:endParaRPr lang="zh-CN" altLang="en-US" sz="1700" b="1" i="0">
              <a:solidFill>
                <a:srgbClr val="000000"/>
              </a:solidFill>
            </a:endParaRPr>
          </a:p>
          <a:p>
            <a:pPr lvl="1" indent="0" fontAlgn="auto">
              <a:lnSpc>
                <a:spcPct val="130000"/>
              </a:lnSpc>
              <a:spcAft>
                <a:spcPts val="0"/>
              </a:spcAft>
            </a:pPr>
            <a:r>
              <a:rPr lang="en-US" altLang="zh-CN" sz="1700" b="0" i="0">
                <a:solidFill>
                  <a:srgbClr val="000000"/>
                </a:solidFill>
              </a:rPr>
              <a:t>→ sys_open()</a:t>
            </a:r>
            <a:endParaRPr lang="en-US" altLang="zh-CN" sz="1700" b="0" i="0">
              <a:solidFill>
                <a:srgbClr val="000000"/>
              </a:solidFill>
            </a:endParaRPr>
          </a:p>
          <a:p>
            <a:pPr lvl="1" indent="0" fontAlgn="auto">
              <a:lnSpc>
                <a:spcPct val="130000"/>
              </a:lnSpc>
              <a:spcAft>
                <a:spcPts val="0"/>
              </a:spcAft>
            </a:pPr>
            <a:r>
              <a:rPr lang="en-US" altLang="zh-CN" sz="1700" b="0" i="0">
                <a:solidFill>
                  <a:srgbClr val="000000"/>
                </a:solidFill>
              </a:rPr>
              <a:t>→ </a:t>
            </a:r>
            <a:r>
              <a:rPr lang="zh-CN" altLang="en-US" sz="1700" b="0" i="0">
                <a:solidFill>
                  <a:srgbClr val="000000"/>
                </a:solidFill>
              </a:rPr>
              <a:t>调用 </a:t>
            </a:r>
            <a:r>
              <a:rPr lang="en-US" altLang="zh-CN" sz="1700" b="0" i="0">
                <a:solidFill>
                  <a:srgbClr val="000000"/>
                </a:solidFill>
              </a:rPr>
              <a:t>VFS </a:t>
            </a:r>
            <a:r>
              <a:rPr lang="zh-CN" altLang="en-US" sz="1700" b="0" i="0">
                <a:solidFill>
                  <a:srgbClr val="000000"/>
                </a:solidFill>
              </a:rPr>
              <a:t>的统一接口：</a:t>
            </a:r>
            <a:r>
              <a:rPr lang="en-US" altLang="zh-CN" sz="1700" b="0" i="0">
                <a:solidFill>
                  <a:srgbClr val="000000"/>
                </a:solidFill>
              </a:rPr>
              <a:t>vfs_open()</a:t>
            </a:r>
            <a:endParaRPr lang="en-US" altLang="zh-CN" sz="1700" b="0" i="0">
              <a:solidFill>
                <a:srgbClr val="000000"/>
              </a:solidFill>
            </a:endParaRPr>
          </a:p>
          <a:p>
            <a:pPr indent="0" fontAlgn="auto">
              <a:lnSpc>
                <a:spcPct val="130000"/>
              </a:lnSpc>
              <a:spcAft>
                <a:spcPts val="0"/>
              </a:spcAft>
            </a:pPr>
            <a:r>
              <a:rPr lang="en-US" altLang="zh-CN" sz="1700" b="1" i="0">
                <a:solidFill>
                  <a:srgbClr val="000000"/>
                </a:solidFill>
              </a:rPr>
              <a:t>3️.  VFS </a:t>
            </a:r>
            <a:r>
              <a:rPr lang="zh-CN" altLang="en-US" sz="1700" b="1" i="0">
                <a:solidFill>
                  <a:srgbClr val="000000"/>
                </a:solidFill>
              </a:rPr>
              <a:t>解析路径</a:t>
            </a:r>
            <a:endParaRPr lang="zh-CN" altLang="en-US" sz="1700" b="1" i="0">
              <a:solidFill>
                <a:srgbClr val="000000"/>
              </a:solidFill>
            </a:endParaRPr>
          </a:p>
          <a:p>
            <a:pPr lvl="1" indent="0" fontAlgn="auto">
              <a:lnSpc>
                <a:spcPct val="130000"/>
              </a:lnSpc>
              <a:spcAft>
                <a:spcPts val="0"/>
              </a:spcAft>
              <a:buFont typeface="Arial" panose="020B0604020202090204"/>
              <a:buChar char="•"/>
            </a:pPr>
            <a:r>
              <a:rPr lang="zh-CN" altLang="en-US" sz="1700" b="0" i="0">
                <a:solidFill>
                  <a:srgbClr val="000000"/>
                </a:solidFill>
              </a:rPr>
              <a:t>拆分路径</a:t>
            </a:r>
            <a:r>
              <a:rPr lang="en-US" altLang="zh-CN" sz="1700" b="0" i="0">
                <a:solidFill>
                  <a:srgbClr val="000000"/>
                </a:solidFill>
              </a:rPr>
              <a:t> /home/your/file.txt</a:t>
            </a:r>
            <a:endParaRPr lang="en-US" altLang="zh-CN" sz="1700" b="0" i="0">
              <a:solidFill>
                <a:srgbClr val="000000"/>
              </a:solidFill>
            </a:endParaRPr>
          </a:p>
          <a:p>
            <a:pPr lvl="1" indent="0" fontAlgn="auto">
              <a:lnSpc>
                <a:spcPct val="130000"/>
              </a:lnSpc>
              <a:spcAft>
                <a:spcPts val="0"/>
              </a:spcAft>
              <a:buFont typeface="Arial" panose="020B0604020202090204"/>
              <a:buChar char="•"/>
            </a:pPr>
            <a:r>
              <a:rPr lang="zh-CN" altLang="en-US" sz="1700" b="0" i="0">
                <a:solidFill>
                  <a:srgbClr val="000000"/>
                </a:solidFill>
              </a:rPr>
              <a:t>使用</a:t>
            </a:r>
            <a:r>
              <a:rPr lang="en-US" altLang="zh-CN" sz="1700" b="0" i="0">
                <a:solidFill>
                  <a:srgbClr val="000000"/>
                </a:solidFill>
              </a:rPr>
              <a:t> dentry cache</a:t>
            </a:r>
            <a:r>
              <a:rPr lang="zh-CN" altLang="en-US" sz="1700" b="0" i="0">
                <a:solidFill>
                  <a:srgbClr val="000000"/>
                </a:solidFill>
              </a:rPr>
              <a:t>（目录项缓存）</a:t>
            </a:r>
            <a:r>
              <a:rPr lang="en-US" altLang="zh-CN" sz="1700" b="0" i="0">
                <a:solidFill>
                  <a:srgbClr val="000000"/>
                </a:solidFill>
              </a:rPr>
              <a:t> </a:t>
            </a:r>
            <a:r>
              <a:rPr lang="zh-CN" altLang="en-US" sz="1700" b="0" i="0">
                <a:solidFill>
                  <a:srgbClr val="000000"/>
                </a:solidFill>
              </a:rPr>
              <a:t>查找是否命中</a:t>
            </a:r>
            <a:endParaRPr lang="zh-CN" altLang="en-US" sz="1700" b="0" i="0">
              <a:solidFill>
                <a:srgbClr val="000000"/>
              </a:solidFill>
            </a:endParaRPr>
          </a:p>
          <a:p>
            <a:pPr lvl="1" indent="0" fontAlgn="auto">
              <a:lnSpc>
                <a:spcPct val="130000"/>
              </a:lnSpc>
              <a:spcAft>
                <a:spcPts val="0"/>
              </a:spcAft>
              <a:buFont typeface="Arial" panose="020B0604020202090204"/>
              <a:buChar char="•"/>
            </a:pPr>
            <a:r>
              <a:rPr lang="zh-CN" altLang="en-US" sz="1700" b="0" i="0">
                <a:solidFill>
                  <a:srgbClr val="000000"/>
                </a:solidFill>
              </a:rPr>
              <a:t>若未命中，则访问下层文件系统（如 </a:t>
            </a:r>
            <a:r>
              <a:rPr lang="en-US" altLang="zh-CN" sz="1700" b="0" i="0">
                <a:solidFill>
                  <a:srgbClr val="000000"/>
                </a:solidFill>
              </a:rPr>
              <a:t>ext4</a:t>
            </a:r>
            <a:r>
              <a:rPr lang="zh-CN" altLang="en-US" sz="1700" b="0" i="0">
                <a:solidFill>
                  <a:srgbClr val="000000"/>
                </a:solidFill>
              </a:rPr>
              <a:t>）读取 </a:t>
            </a:r>
            <a:r>
              <a:rPr lang="en-US" altLang="zh-CN" sz="1700" b="0" i="0">
                <a:solidFill>
                  <a:srgbClr val="000000"/>
                </a:solidFill>
              </a:rPr>
              <a:t>inode</a:t>
            </a:r>
            <a:endParaRPr lang="en-US" altLang="zh-CN" sz="1700" b="0" i="0">
              <a:solidFill>
                <a:srgbClr val="000000"/>
              </a:solidFill>
            </a:endParaRPr>
          </a:p>
          <a:p>
            <a:pPr indent="0" fontAlgn="auto">
              <a:lnSpc>
                <a:spcPct val="130000"/>
              </a:lnSpc>
              <a:spcAft>
                <a:spcPts val="0"/>
              </a:spcAft>
            </a:pPr>
            <a:r>
              <a:rPr lang="en-US" altLang="zh-CN" sz="1700" b="1" i="0">
                <a:solidFill>
                  <a:srgbClr val="000000"/>
                </a:solidFill>
              </a:rPr>
              <a:t>4️.  </a:t>
            </a:r>
            <a:r>
              <a:rPr lang="zh-CN" altLang="en-US" sz="1700" b="1" i="0">
                <a:solidFill>
                  <a:srgbClr val="000000"/>
                </a:solidFill>
              </a:rPr>
              <a:t>定位文件系统并调用具体驱动</a:t>
            </a:r>
            <a:endParaRPr lang="zh-CN" altLang="en-US" sz="1700" b="1" i="0">
              <a:solidFill>
                <a:srgbClr val="000000"/>
              </a:solidFill>
            </a:endParaRPr>
          </a:p>
          <a:p>
            <a:pPr lvl="1" indent="0" fontAlgn="auto">
              <a:lnSpc>
                <a:spcPct val="130000"/>
              </a:lnSpc>
              <a:spcAft>
                <a:spcPts val="0"/>
              </a:spcAft>
              <a:buFont typeface="Arial" panose="020B0604020202090204"/>
              <a:buChar char="•"/>
            </a:pPr>
            <a:r>
              <a:rPr lang="en-US" altLang="zh-CN" sz="1700" b="0" i="0">
                <a:solidFill>
                  <a:srgbClr val="000000"/>
                </a:solidFill>
              </a:rPr>
              <a:t>VFS </a:t>
            </a:r>
            <a:r>
              <a:rPr lang="zh-CN" altLang="en-US" sz="1700" b="0" i="0">
                <a:solidFill>
                  <a:srgbClr val="000000"/>
                </a:solidFill>
              </a:rPr>
              <a:t>确认该路径属于哪个文件系统（</a:t>
            </a:r>
            <a:r>
              <a:rPr lang="en-US" altLang="zh-CN" sz="1700" b="0" i="0">
                <a:solidFill>
                  <a:srgbClr val="000000"/>
                </a:solidFill>
              </a:rPr>
              <a:t>ext4</a:t>
            </a:r>
            <a:r>
              <a:rPr lang="zh-CN" altLang="en-US" sz="1700" b="0" i="0">
                <a:solidFill>
                  <a:srgbClr val="000000"/>
                </a:solidFill>
              </a:rPr>
              <a:t>）</a:t>
            </a:r>
            <a:endParaRPr lang="zh-CN" altLang="en-US" sz="1700" b="0" i="0">
              <a:solidFill>
                <a:srgbClr val="000000"/>
              </a:solidFill>
            </a:endParaRPr>
          </a:p>
          <a:p>
            <a:pPr lvl="1" indent="0" fontAlgn="auto">
              <a:lnSpc>
                <a:spcPct val="130000"/>
              </a:lnSpc>
              <a:spcAft>
                <a:spcPts val="0"/>
              </a:spcAft>
              <a:buFont typeface="Arial" panose="020B0604020202090204"/>
              <a:buChar char="•"/>
            </a:pPr>
            <a:r>
              <a:rPr lang="zh-CN" altLang="en-US" sz="1700" b="0" i="0">
                <a:solidFill>
                  <a:srgbClr val="000000"/>
                </a:solidFill>
              </a:rPr>
              <a:t>调用该文件系统注册的操作函数，如</a:t>
            </a:r>
            <a:endParaRPr lang="zh-CN" altLang="en-US" sz="1700" b="0" i="0">
              <a:solidFill>
                <a:srgbClr val="000000"/>
              </a:solidFill>
            </a:endParaRPr>
          </a:p>
          <a:p>
            <a:pPr lvl="1" indent="0" fontAlgn="auto">
              <a:lnSpc>
                <a:spcPct val="130000"/>
              </a:lnSpc>
              <a:spcAft>
                <a:spcPts val="0"/>
              </a:spcAft>
              <a:buFont typeface="Arial" panose="020B0604020202090204"/>
              <a:buNone/>
            </a:pPr>
            <a:r>
              <a:rPr lang="en-US" altLang="zh-CN" sz="1700" b="0" i="0">
                <a:solidFill>
                  <a:srgbClr val="000000"/>
                </a:solidFill>
              </a:rPr>
              <a:t>   ext4_file_operations.open()</a:t>
            </a:r>
            <a:endParaRPr lang="en-US" altLang="zh-CN" sz="1700" b="0" i="0">
              <a:solidFill>
                <a:srgbClr val="000000"/>
              </a:solidFill>
            </a:endParaRPr>
          </a:p>
          <a:p>
            <a:pPr indent="0" fontAlgn="auto">
              <a:lnSpc>
                <a:spcPct val="130000"/>
              </a:lnSpc>
              <a:spcAft>
                <a:spcPts val="0"/>
              </a:spcAft>
            </a:pPr>
            <a:r>
              <a:rPr lang="en-US" altLang="zh-CN" sz="1700" b="1" i="0">
                <a:solidFill>
                  <a:srgbClr val="000000"/>
                </a:solidFill>
              </a:rPr>
              <a:t>5️.  </a:t>
            </a:r>
            <a:r>
              <a:rPr lang="zh-CN" altLang="en-US" sz="1700" b="1" i="0">
                <a:solidFill>
                  <a:srgbClr val="000000"/>
                </a:solidFill>
              </a:rPr>
              <a:t>返回 </a:t>
            </a:r>
            <a:r>
              <a:rPr lang="en-US" altLang="zh-CN" sz="1700" b="1" i="0">
                <a:solidFill>
                  <a:srgbClr val="000000"/>
                </a:solidFill>
              </a:rPr>
              <a:t>file </a:t>
            </a:r>
            <a:r>
              <a:rPr lang="zh-CN" altLang="en-US" sz="1700" b="1" i="0">
                <a:solidFill>
                  <a:srgbClr val="000000"/>
                </a:solidFill>
              </a:rPr>
              <a:t>对象</a:t>
            </a:r>
            <a:endParaRPr lang="zh-CN" altLang="en-US" sz="1700" b="1" i="0">
              <a:solidFill>
                <a:srgbClr val="000000"/>
              </a:solidFill>
            </a:endParaRPr>
          </a:p>
          <a:p>
            <a:pPr lvl="1" indent="0" fontAlgn="auto">
              <a:lnSpc>
                <a:spcPct val="130000"/>
              </a:lnSpc>
              <a:spcAft>
                <a:spcPts val="0"/>
              </a:spcAft>
              <a:buFont typeface="Arial" panose="020B0604020202090204"/>
              <a:buChar char="•"/>
            </a:pPr>
            <a:r>
              <a:rPr lang="en-US" altLang="zh-CN" sz="1700" b="0" i="0">
                <a:solidFill>
                  <a:srgbClr val="000000"/>
                </a:solidFill>
              </a:rPr>
              <a:t>VFS </a:t>
            </a:r>
            <a:r>
              <a:rPr lang="zh-CN" altLang="en-US" sz="1700" b="0" i="0">
                <a:solidFill>
                  <a:srgbClr val="000000"/>
                </a:solidFill>
              </a:rPr>
              <a:t>分配一个通用的</a:t>
            </a:r>
            <a:r>
              <a:rPr lang="en-US" altLang="zh-CN" sz="1700" b="0" i="0">
                <a:solidFill>
                  <a:srgbClr val="000000"/>
                </a:solidFill>
              </a:rPr>
              <a:t> file </a:t>
            </a:r>
            <a:r>
              <a:rPr lang="zh-CN" altLang="en-US" sz="1700" b="0" i="0">
                <a:solidFill>
                  <a:srgbClr val="000000"/>
                </a:solidFill>
              </a:rPr>
              <a:t>结构</a:t>
            </a:r>
            <a:endParaRPr lang="zh-CN" altLang="en-US" sz="1700" b="0" i="0">
              <a:solidFill>
                <a:srgbClr val="000000"/>
              </a:solidFill>
            </a:endParaRPr>
          </a:p>
          <a:p>
            <a:pPr lvl="1" indent="0" fontAlgn="auto">
              <a:lnSpc>
                <a:spcPct val="130000"/>
              </a:lnSpc>
              <a:spcAft>
                <a:spcPts val="0"/>
              </a:spcAft>
              <a:buFont typeface="Arial" panose="020B0604020202090204"/>
              <a:buChar char="•"/>
            </a:pPr>
            <a:r>
              <a:rPr lang="zh-CN" altLang="en-US" sz="1700" b="0" i="0">
                <a:solidFill>
                  <a:srgbClr val="000000"/>
                </a:solidFill>
              </a:rPr>
              <a:t>填入操作函数指针（如 </a:t>
            </a:r>
            <a:r>
              <a:rPr lang="en-US" altLang="zh-CN" sz="1700" b="0" i="0">
                <a:solidFill>
                  <a:srgbClr val="000000"/>
                </a:solidFill>
              </a:rPr>
              <a:t>read/write/close</a:t>
            </a:r>
            <a:r>
              <a:rPr lang="zh-CN" altLang="en-US" sz="1700" b="0" i="0">
                <a:solidFill>
                  <a:srgbClr val="000000"/>
                </a:solidFill>
              </a:rPr>
              <a:t>）</a:t>
            </a:r>
            <a:endParaRPr lang="zh-CN" altLang="en-US" sz="1700" b="0" i="0">
              <a:solidFill>
                <a:srgbClr val="000000"/>
              </a:solidFill>
            </a:endParaRPr>
          </a:p>
          <a:p>
            <a:pPr lvl="1" indent="0" fontAlgn="auto">
              <a:lnSpc>
                <a:spcPct val="130000"/>
              </a:lnSpc>
              <a:spcAft>
                <a:spcPts val="0"/>
              </a:spcAft>
              <a:buFont typeface="Arial" panose="020B0604020202090204"/>
              <a:buChar char="•"/>
            </a:pPr>
            <a:r>
              <a:rPr lang="zh-CN" altLang="en-US" sz="1700" b="0" i="0">
                <a:solidFill>
                  <a:srgbClr val="000000"/>
                </a:solidFill>
              </a:rPr>
              <a:t>返回文件描述符</a:t>
            </a:r>
            <a:r>
              <a:rPr lang="en-US" altLang="zh-CN" sz="1700" b="0" i="0">
                <a:solidFill>
                  <a:srgbClr val="000000"/>
                </a:solidFill>
              </a:rPr>
              <a:t> fd </a:t>
            </a:r>
            <a:r>
              <a:rPr lang="zh-CN" altLang="en-US" sz="1700" b="0" i="0">
                <a:solidFill>
                  <a:srgbClr val="000000"/>
                </a:solidFill>
              </a:rPr>
              <a:t>给用户程序</a:t>
            </a:r>
            <a:endParaRPr lang="zh-CN" altLang="en-US" sz="1700" b="0" i="0">
              <a:solidFill>
                <a:srgbClr val="000000"/>
              </a:solidFill>
            </a:endParaRPr>
          </a:p>
        </p:txBody>
      </p:sp>
      <p:sp>
        <p:nvSpPr>
          <p:cNvPr id="5" name="文本占位符 4"/>
          <p:cNvSpPr/>
          <p:nvPr>
            <p:custDataLst>
              <p:tags r:id="rId2"/>
            </p:custDataLst>
          </p:nvPr>
        </p:nvSpPr>
        <p:spPr>
          <a:xfrm>
            <a:off x="3805555" y="690880"/>
            <a:ext cx="8171180" cy="387985"/>
          </a:xfrm>
          <a:prstGeom prst="rect">
            <a:avLst/>
          </a:prstGeom>
          <a:ln>
            <a:noFill/>
          </a:ln>
        </p:spPr>
        <p:style>
          <a:lnRef idx="2">
            <a:schemeClr val="accent1"/>
          </a:lnRef>
          <a:fillRef idx="0">
            <a:srgbClr val="FFFFFF"/>
          </a:fillRef>
          <a:effectRef idx="0">
            <a:srgbClr val="FFFFFF"/>
          </a:effectRef>
          <a:fontRef idx="minor">
            <a:schemeClr val="tx1"/>
          </a:fontRef>
        </p:style>
        <p:txBody>
          <a:bodyPr/>
          <a:lstStyle>
            <a:lvl1pPr marL="0" indent="0" algn="l" defTabSz="914400" rtl="0" eaLnBrk="1" latinLnBrk="0" hangingPunct="1">
              <a:lnSpc>
                <a:spcPct val="90000"/>
              </a:lnSpc>
              <a:spcBef>
                <a:spcPts val="1000"/>
              </a:spcBef>
              <a:buFont typeface="Arial" panose="020B0604020202090204" pitchFamily="34" charset="0"/>
              <a:buNone/>
              <a:defRPr sz="2400" b="1"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sz="1900"/>
              <a:t>四</a:t>
            </a:r>
            <a:r>
              <a:rPr lang="en-US" altLang="zh-CN" sz="1900"/>
              <a:t>、</a:t>
            </a:r>
            <a:r>
              <a:rPr lang="zh-CN" altLang="en-US" sz="1900"/>
              <a:t>VFS 操作的执行过程（以 open("/home/y</a:t>
            </a:r>
            <a:r>
              <a:rPr lang="en-US" altLang="zh-CN" sz="1900"/>
              <a:t>our</a:t>
            </a:r>
            <a:r>
              <a:rPr lang="zh-CN" altLang="en-US" sz="1900"/>
              <a:t>/file.txt") 为例）</a:t>
            </a:r>
            <a:endParaRPr lang="zh-CN" altLang="en-US" sz="1900"/>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930910" y="90805"/>
            <a:ext cx="8597265" cy="534670"/>
          </a:xfrm>
        </p:spPr>
        <p:txBody>
          <a:bodyPr/>
          <a:lstStyle/>
          <a:p>
            <a:r>
              <a:rPr lang="zh-CN" altLang="en-US" dirty="0">
                <a:cs typeface="Times New Roman" panose="02020703060505090304" pitchFamily="18" charset="0"/>
                <a:sym typeface="+mn-ea"/>
              </a:rPr>
              <a:t>虚拟文件系统</a:t>
            </a:r>
            <a:r>
              <a:rPr lang="en-US" altLang="zh-CN" dirty="0">
                <a:cs typeface="Times New Roman" panose="02020703060505090304" pitchFamily="18" charset="0"/>
                <a:sym typeface="+mn-ea"/>
              </a:rPr>
              <a:t> : VFS 管理相关的常用指令总览</a:t>
            </a:r>
            <a:endParaRPr lang="en-US" altLang="zh-CN" dirty="0">
              <a:cs typeface="Times New Roman" panose="02020703060505090304" pitchFamily="18" charset="0"/>
              <a:sym typeface="+mn-ea"/>
            </a:endParaRPr>
          </a:p>
          <a:p>
            <a:endParaRPr lang="zh-CN" altLang="en-US" dirty="0"/>
          </a:p>
        </p:txBody>
      </p:sp>
      <p:sp>
        <p:nvSpPr>
          <p:cNvPr id="4" name="文本占位符 3"/>
          <p:cNvSpPr>
            <a:spLocks noGrp="1"/>
          </p:cNvSpPr>
          <p:nvPr>
            <p:ph type="body" sz="quarter" idx="15"/>
          </p:nvPr>
        </p:nvSpPr>
        <p:spPr/>
        <p:txBody>
          <a:bodyPr/>
          <a:lstStyle/>
          <a:p>
            <a:r>
              <a:rPr lang="en-US" altLang="zh-CN" dirty="0"/>
              <a:t>28</a:t>
            </a:r>
            <a:endParaRPr lang="zh-CN" altLang="en-US" dirty="0"/>
          </a:p>
        </p:txBody>
      </p:sp>
      <p:graphicFrame>
        <p:nvGraphicFramePr>
          <p:cNvPr id="7" name="表格 6"/>
          <p:cNvGraphicFramePr/>
          <p:nvPr>
            <p:custDataLst>
              <p:tags r:id="rId1"/>
            </p:custDataLst>
          </p:nvPr>
        </p:nvGraphicFramePr>
        <p:xfrm>
          <a:off x="277495" y="767715"/>
          <a:ext cx="11543030" cy="5993765"/>
        </p:xfrm>
        <a:graphic>
          <a:graphicData uri="http://schemas.openxmlformats.org/drawingml/2006/table">
            <a:tbl>
              <a:tblPr firstRow="1" bandRow="1">
                <a:tableStyleId>{5C22544A-7EE6-4342-B048-85BDC9FD1C3A}</a:tableStyleId>
              </a:tblPr>
              <a:tblGrid>
                <a:gridCol w="2457450"/>
                <a:gridCol w="4064000"/>
                <a:gridCol w="5021580"/>
              </a:tblGrid>
              <a:tr h="365760">
                <a:tc>
                  <a:txBody>
                    <a:bodyPr/>
                    <a:p>
                      <a:pPr>
                        <a:buNone/>
                      </a:pPr>
                      <a:r>
                        <a:rPr lang="zh-CN" altLang="en-US"/>
                        <a:t>类别</a:t>
                      </a:r>
                      <a:endParaRPr lang="zh-CN" altLang="en-US"/>
                    </a:p>
                  </a:txBody>
                  <a:tcPr anchor="ctr" anchorCtr="0"/>
                </a:tc>
                <a:tc>
                  <a:txBody>
                    <a:bodyPr/>
                    <a:p>
                      <a:pPr>
                        <a:buNone/>
                      </a:pPr>
                      <a:r>
                        <a:rPr lang="zh-CN" altLang="en-US"/>
                        <a:t>指令</a:t>
                      </a:r>
                      <a:endParaRPr lang="zh-CN" altLang="en-US"/>
                    </a:p>
                  </a:txBody>
                  <a:tcPr anchor="ctr" anchorCtr="0"/>
                </a:tc>
                <a:tc>
                  <a:txBody>
                    <a:bodyPr/>
                    <a:p>
                      <a:pPr>
                        <a:buNone/>
                      </a:pPr>
                      <a:r>
                        <a:rPr lang="zh-CN" altLang="en-US"/>
                        <a:t>作用</a:t>
                      </a:r>
                      <a:endParaRPr lang="zh-CN" altLang="en-US"/>
                    </a:p>
                  </a:txBody>
                  <a:tcPr anchor="ctr" anchorCtr="0"/>
                </a:tc>
              </a:tr>
              <a:tr h="640080">
                <a:tc>
                  <a:txBody>
                    <a:bodyPr/>
                    <a:p>
                      <a:pPr>
                        <a:buNone/>
                      </a:pPr>
                      <a:r>
                        <a:rPr lang="zh-CN" altLang="en-US"/>
                        <a:t>文件系统查看</a:t>
                      </a:r>
                      <a:endParaRPr lang="zh-CN" altLang="en-US"/>
                    </a:p>
                  </a:txBody>
                  <a:tcPr anchor="ctr" anchorCtr="0"/>
                </a:tc>
                <a:tc>
                  <a:txBody>
                    <a:bodyPr/>
                    <a:p>
                      <a:pPr>
                        <a:buNone/>
                      </a:pPr>
                      <a:r>
                        <a:rPr lang="zh-CN" altLang="en-US"/>
                        <a:t>mount、cat /proc/mounts、df、lsblk、</a:t>
                      </a:r>
                      <a:endParaRPr lang="zh-CN" altLang="en-US"/>
                    </a:p>
                    <a:p>
                      <a:pPr>
                        <a:buNone/>
                      </a:pPr>
                      <a:r>
                        <a:rPr lang="zh-CN" altLang="en-US"/>
                        <a:t>cat /proc/filesystems</a:t>
                      </a:r>
                      <a:endParaRPr lang="zh-CN" altLang="en-US"/>
                    </a:p>
                  </a:txBody>
                  <a:tcPr anchor="ctr" anchorCtr="0"/>
                </a:tc>
                <a:tc>
                  <a:txBody>
                    <a:bodyPr/>
                    <a:p>
                      <a:pPr>
                        <a:buNone/>
                      </a:pPr>
                      <a:r>
                        <a:rPr lang="zh-CN" altLang="en-US"/>
                        <a:t>查看当前系统中挂载的文件系统与支持类型</a:t>
                      </a:r>
                      <a:endParaRPr lang="zh-CN" altLang="en-US"/>
                    </a:p>
                  </a:txBody>
                  <a:tcPr anchor="ctr" anchorCtr="0"/>
                </a:tc>
              </a:tr>
              <a:tr h="568325">
                <a:tc>
                  <a:txBody>
                    <a:bodyPr/>
                    <a:p>
                      <a:pPr>
                        <a:buNone/>
                      </a:pPr>
                      <a:r>
                        <a:rPr lang="zh-CN" altLang="en-US"/>
                        <a:t>文件系统挂载/卸载</a:t>
                      </a:r>
                      <a:endParaRPr lang="zh-CN" altLang="en-US"/>
                    </a:p>
                  </a:txBody>
                  <a:tcPr anchor="ctr" anchorCtr="0"/>
                </a:tc>
                <a:tc>
                  <a:txBody>
                    <a:bodyPr/>
                    <a:p>
                      <a:pPr>
                        <a:buNone/>
                      </a:pPr>
                      <a:r>
                        <a:rPr lang="zh-CN" altLang="en-US"/>
                        <a:t>mount、umount</a:t>
                      </a:r>
                      <a:endParaRPr lang="zh-CN" altLang="en-US"/>
                    </a:p>
                  </a:txBody>
                  <a:tcPr anchor="ctr" anchorCtr="0"/>
                </a:tc>
                <a:tc>
                  <a:txBody>
                    <a:bodyPr/>
                    <a:p>
                      <a:pPr>
                        <a:buNone/>
                      </a:pPr>
                      <a:r>
                        <a:rPr lang="zh-CN" altLang="en-US"/>
                        <a:t>让 VFS 管理或解除对某个具体文件系统的访问</a:t>
                      </a:r>
                      <a:endParaRPr lang="zh-CN" altLang="en-US"/>
                    </a:p>
                  </a:txBody>
                  <a:tcPr anchor="ctr" anchorCtr="0"/>
                </a:tc>
              </a:tr>
              <a:tr h="568325">
                <a:tc>
                  <a:txBody>
                    <a:bodyPr/>
                    <a:p>
                      <a:pPr>
                        <a:buNone/>
                      </a:pPr>
                      <a:r>
                        <a:rPr lang="zh-CN" altLang="en-US"/>
                        <a:t>文件系统检测与修复</a:t>
                      </a:r>
                      <a:endParaRPr lang="zh-CN" altLang="en-US"/>
                    </a:p>
                  </a:txBody>
                  <a:tcPr anchor="ctr" anchorCtr="0"/>
                </a:tc>
                <a:tc>
                  <a:txBody>
                    <a:bodyPr/>
                    <a:p>
                      <a:pPr>
                        <a:buNone/>
                      </a:pPr>
                      <a:r>
                        <a:rPr lang="zh-CN" altLang="en-US"/>
                        <a:t>fsck</a:t>
                      </a:r>
                      <a:endParaRPr lang="zh-CN" altLang="en-US"/>
                    </a:p>
                  </a:txBody>
                  <a:tcPr anchor="ctr" anchorCtr="0"/>
                </a:tc>
                <a:tc>
                  <a:txBody>
                    <a:bodyPr/>
                    <a:p>
                      <a:pPr>
                        <a:buNone/>
                      </a:pPr>
                      <a:r>
                        <a:rPr lang="zh-CN" altLang="en-US"/>
                        <a:t>检查并修复文件系统一致性（ext 系列、xfs 等）</a:t>
                      </a:r>
                      <a:endParaRPr lang="zh-CN" altLang="en-US"/>
                    </a:p>
                  </a:txBody>
                  <a:tcPr anchor="ctr" anchorCtr="0"/>
                </a:tc>
              </a:tr>
              <a:tr h="499110">
                <a:tc>
                  <a:txBody>
                    <a:bodyPr/>
                    <a:p>
                      <a:pPr>
                        <a:buNone/>
                      </a:pPr>
                      <a:r>
                        <a:rPr lang="zh-CN" altLang="en-US"/>
                        <a:t>文件系统创建</a:t>
                      </a:r>
                      <a:endParaRPr lang="zh-CN" altLang="en-US"/>
                    </a:p>
                  </a:txBody>
                  <a:tcPr anchor="ctr" anchorCtr="0"/>
                </a:tc>
                <a:tc>
                  <a:txBody>
                    <a:bodyPr/>
                    <a:p>
                      <a:pPr>
                        <a:buNone/>
                      </a:pPr>
                      <a:r>
                        <a:rPr lang="zh-CN" altLang="en-US"/>
                        <a:t>mkfs</a:t>
                      </a:r>
                      <a:endParaRPr lang="zh-CN" altLang="en-US"/>
                    </a:p>
                  </a:txBody>
                  <a:tcPr anchor="ctr" anchorCtr="0"/>
                </a:tc>
                <a:tc>
                  <a:txBody>
                    <a:bodyPr/>
                    <a:p>
                      <a:pPr>
                        <a:buNone/>
                      </a:pPr>
                      <a:r>
                        <a:rPr lang="zh-CN" altLang="en-US"/>
                        <a:t>格式化设备、建立新的文件系统</a:t>
                      </a:r>
                      <a:endParaRPr lang="zh-CN" altLang="en-US"/>
                    </a:p>
                  </a:txBody>
                  <a:tcPr anchor="ctr" anchorCtr="0"/>
                </a:tc>
              </a:tr>
              <a:tr h="640080">
                <a:tc>
                  <a:txBody>
                    <a:bodyPr/>
                    <a:p>
                      <a:pPr>
                        <a:buNone/>
                      </a:pPr>
                      <a:r>
                        <a:rPr lang="zh-CN" altLang="en-US"/>
                        <a:t>文件系统缓存与同步</a:t>
                      </a:r>
                      <a:endParaRPr lang="zh-CN" altLang="en-US"/>
                    </a:p>
                  </a:txBody>
                  <a:tcPr anchor="ctr" anchorCtr="0"/>
                </a:tc>
                <a:tc>
                  <a:txBody>
                    <a:bodyPr/>
                    <a:p>
                      <a:pPr>
                        <a:buNone/>
                      </a:pPr>
                      <a:r>
                        <a:rPr lang="zh-CN" altLang="en-US"/>
                        <a:t>sync、mount -o remount、cat /proc/sys/vm/drop_caches</a:t>
                      </a:r>
                      <a:endParaRPr lang="zh-CN" altLang="en-US"/>
                    </a:p>
                  </a:txBody>
                  <a:tcPr anchor="ctr" anchorCtr="0"/>
                </a:tc>
                <a:tc>
                  <a:txBody>
                    <a:bodyPr/>
                    <a:p>
                      <a:pPr>
                        <a:buNone/>
                      </a:pPr>
                      <a:r>
                        <a:rPr lang="zh-CN" altLang="en-US"/>
                        <a:t>控制或刷新 VFS 缓存</a:t>
                      </a:r>
                      <a:endParaRPr lang="zh-CN" altLang="en-US"/>
                    </a:p>
                  </a:txBody>
                  <a:tcPr anchor="ctr" anchorCtr="0"/>
                </a:tc>
              </a:tr>
              <a:tr h="498475">
                <a:tc>
                  <a:txBody>
                    <a:bodyPr/>
                    <a:p>
                      <a:pPr>
                        <a:buNone/>
                      </a:pPr>
                      <a:r>
                        <a:rPr lang="zh-CN" altLang="en-US"/>
                        <a:t>查看 inode/文件属性</a:t>
                      </a:r>
                      <a:endParaRPr lang="zh-CN" altLang="en-US"/>
                    </a:p>
                  </a:txBody>
                  <a:tcPr anchor="ctr" anchorCtr="0"/>
                </a:tc>
                <a:tc>
                  <a:txBody>
                    <a:bodyPr/>
                    <a:p>
                      <a:pPr>
                        <a:buNone/>
                      </a:pPr>
                      <a:r>
                        <a:rPr lang="zh-CN" altLang="en-US"/>
                        <a:t>stat、ls -i、df -i</a:t>
                      </a:r>
                      <a:endParaRPr lang="zh-CN" altLang="en-US"/>
                    </a:p>
                  </a:txBody>
                  <a:tcPr anchor="ctr" anchorCtr="0"/>
                </a:tc>
                <a:tc>
                  <a:txBody>
                    <a:bodyPr/>
                    <a:p>
                      <a:pPr>
                        <a:buNone/>
                      </a:pPr>
                      <a:r>
                        <a:rPr lang="zh-CN" altLang="en-US"/>
                        <a:t>查看文件在 VFS/inode 层的信息</a:t>
                      </a:r>
                      <a:endParaRPr lang="zh-CN" altLang="en-US"/>
                    </a:p>
                  </a:txBody>
                  <a:tcPr anchor="ctr" anchorCtr="0"/>
                </a:tc>
              </a:tr>
              <a:tr h="568325">
                <a:tc>
                  <a:txBody>
                    <a:bodyPr/>
                    <a:p>
                      <a:pPr>
                        <a:buNone/>
                      </a:pPr>
                      <a:r>
                        <a:rPr lang="zh-CN" altLang="en-US"/>
                        <a:t>打开文件监控</a:t>
                      </a:r>
                      <a:endParaRPr lang="zh-CN" altLang="en-US"/>
                    </a:p>
                  </a:txBody>
                  <a:tcPr anchor="ctr" anchorCtr="0"/>
                </a:tc>
                <a:tc>
                  <a:txBody>
                    <a:bodyPr/>
                    <a:p>
                      <a:pPr>
                        <a:buNone/>
                      </a:pPr>
                      <a:r>
                        <a:rPr lang="zh-CN" altLang="en-US"/>
                        <a:t>lsof、fuser</a:t>
                      </a:r>
                      <a:endParaRPr lang="zh-CN" altLang="en-US"/>
                    </a:p>
                  </a:txBody>
                  <a:tcPr anchor="ctr" anchorCtr="0"/>
                </a:tc>
                <a:tc>
                  <a:txBody>
                    <a:bodyPr/>
                    <a:p>
                      <a:pPr>
                        <a:buNone/>
                      </a:pPr>
                      <a:r>
                        <a:rPr lang="zh-CN" altLang="en-US"/>
                        <a:t>查看哪些进程打开了哪些文件（VFS 的 file 对象）</a:t>
                      </a:r>
                      <a:endParaRPr lang="zh-CN" altLang="en-US"/>
                    </a:p>
                  </a:txBody>
                  <a:tcPr anchor="ctr" anchorCtr="0"/>
                </a:tc>
              </a:tr>
              <a:tr h="498475">
                <a:tc>
                  <a:txBody>
                    <a:bodyPr/>
                    <a:p>
                      <a:pPr>
                        <a:buNone/>
                      </a:pPr>
                      <a:r>
                        <a:rPr lang="zh-CN" altLang="en-US"/>
                        <a:t>内核支持查询</a:t>
                      </a:r>
                      <a:endParaRPr lang="zh-CN" altLang="en-US"/>
                    </a:p>
                  </a:txBody>
                  <a:tcPr anchor="ctr" anchorCtr="0"/>
                </a:tc>
                <a:tc>
                  <a:txBody>
                    <a:bodyPr/>
                    <a:p>
                      <a:pPr>
                        <a:buNone/>
                      </a:pPr>
                      <a:r>
                        <a:rPr lang="zh-CN" altLang="en-US"/>
                        <a:t>cat /proc/filesystems</a:t>
                      </a:r>
                      <a:endParaRPr lang="zh-CN" altLang="en-US"/>
                    </a:p>
                  </a:txBody>
                  <a:tcPr anchor="ctr" anchorCtr="0"/>
                </a:tc>
                <a:tc>
                  <a:txBody>
                    <a:bodyPr/>
                    <a:p>
                      <a:pPr>
                        <a:buNone/>
                      </a:pPr>
                      <a:r>
                        <a:rPr lang="zh-CN" altLang="en-US"/>
                        <a:t>查看内核中注册的文件系统驱动</a:t>
                      </a:r>
                      <a:endParaRPr lang="zh-CN" altLang="en-US"/>
                    </a:p>
                  </a:txBody>
                  <a:tcPr anchor="ctr" anchorCtr="0"/>
                </a:tc>
              </a:tr>
              <a:tr h="568325">
                <a:tc>
                  <a:txBody>
                    <a:bodyPr/>
                    <a:p>
                      <a:pPr>
                        <a:buNone/>
                      </a:pPr>
                      <a:r>
                        <a:rPr lang="zh-CN" altLang="en-US"/>
                        <a:t>临时虚拟文件系统</a:t>
                      </a:r>
                      <a:endParaRPr lang="zh-CN" altLang="en-US"/>
                    </a:p>
                  </a:txBody>
                  <a:tcPr anchor="ctr" anchorCtr="0"/>
                </a:tc>
                <a:tc>
                  <a:txBody>
                    <a:bodyPr/>
                    <a:p>
                      <a:pPr>
                        <a:buNone/>
                      </a:pPr>
                      <a:r>
                        <a:rPr lang="zh-CN" altLang="en-US"/>
                        <a:t>mount -t tmpfs、mount -t proc</a:t>
                      </a:r>
                      <a:endParaRPr lang="zh-CN" altLang="en-US"/>
                    </a:p>
                  </a:txBody>
                  <a:tcPr anchor="ctr" anchorCtr="0"/>
                </a:tc>
                <a:tc>
                  <a:txBody>
                    <a:bodyPr/>
                    <a:p>
                      <a:pPr>
                        <a:buNone/>
                      </a:pPr>
                      <a:r>
                        <a:rPr lang="zh-CN" altLang="en-US"/>
                        <a:t>挂载伪文件系统（tmpfs、proc、sysfs）</a:t>
                      </a:r>
                      <a:endParaRPr lang="zh-CN" altLang="en-US"/>
                    </a:p>
                  </a:txBody>
                  <a:tcPr anchor="ctr" anchorCtr="0"/>
                </a:tc>
              </a:tr>
              <a:tr h="578485">
                <a:tc>
                  <a:txBody>
                    <a:bodyPr/>
                    <a:p>
                      <a:pPr>
                        <a:buNone/>
                      </a:pPr>
                      <a:r>
                        <a:rPr lang="zh-CN" altLang="en-US"/>
                        <a:t>inode 对应路径查找</a:t>
                      </a:r>
                      <a:endParaRPr lang="zh-CN" altLang="en-US"/>
                    </a:p>
                  </a:txBody>
                  <a:tcPr anchor="ctr" anchorCtr="0"/>
                </a:tc>
                <a:tc>
                  <a:txBody>
                    <a:bodyPr/>
                    <a:p>
                      <a:pPr>
                        <a:buNone/>
                      </a:pPr>
                      <a:r>
                        <a:rPr lang="zh-CN" altLang="en-US"/>
                        <a:t>find / -inum &lt;inode号&gt;</a:t>
                      </a:r>
                      <a:endParaRPr lang="zh-CN" altLang="en-US"/>
                    </a:p>
                  </a:txBody>
                  <a:tcPr anchor="ctr" anchorCtr="0"/>
                </a:tc>
                <a:tc>
                  <a:txBody>
                    <a:bodyPr/>
                    <a:p>
                      <a:pPr>
                        <a:buNone/>
                      </a:pPr>
                      <a:r>
                        <a:rPr lang="zh-CN" altLang="en-US"/>
                        <a:t>根据 inode 查找所有对应目录项（hard link 情况）</a:t>
                      </a:r>
                      <a:endParaRPr lang="zh-CN" altLang="en-US"/>
                    </a:p>
                  </a:txBody>
                  <a:tcPr anchor="ctr" anchorCtr="0"/>
                </a:tc>
              </a:tr>
            </a:tbl>
          </a:graphicData>
        </a:graphic>
      </p:graphicFrame>
    </p:spTree>
    <p:custDataLst>
      <p:tags r:id="rId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solidFill>
                  <a:schemeClr val="tx1"/>
                </a:solidFill>
                <a:latin typeface="微软雅黑" panose="020B0503020204020204" pitchFamily="34" charset="-122"/>
                <a:ea typeface="微软雅黑" panose="020B0503020204020204" pitchFamily="34" charset="-122"/>
                <a:cs typeface="Times New Roman" panose="02020703060505090304" pitchFamily="18" charset="0"/>
              </a:rPr>
              <a:t>虚拟文件系统</a:t>
            </a:r>
            <a:endParaRPr lang="en-US" altLang="zh-CN" sz="3200" b="1" dirty="0">
              <a:solidFill>
                <a:schemeClr val="tx1"/>
              </a:solidFill>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4" name="文本占位符 3"/>
          <p:cNvSpPr>
            <a:spLocks noGrp="1"/>
          </p:cNvSpPr>
          <p:nvPr>
            <p:ph type="body" sz="quarter" idx="15"/>
          </p:nvPr>
        </p:nvSpPr>
        <p:spPr/>
        <p:txBody>
          <a:bodyPr/>
          <a:lstStyle/>
          <a:p>
            <a:r>
              <a:rPr lang="en-US" altLang="zh-CN" dirty="0"/>
              <a:t>22</a:t>
            </a:r>
            <a:endParaRPr lang="zh-CN" altLang="en-US" dirty="0"/>
          </a:p>
        </p:txBody>
      </p:sp>
      <p:sp>
        <p:nvSpPr>
          <p:cNvPr id="11" name="文本框 10"/>
          <p:cNvSpPr txBox="1"/>
          <p:nvPr/>
        </p:nvSpPr>
        <p:spPr>
          <a:xfrm>
            <a:off x="185420" y="1528445"/>
            <a:ext cx="3518535" cy="414020"/>
          </a:xfrm>
          <a:prstGeom prst="rect">
            <a:avLst/>
          </a:prstGeom>
        </p:spPr>
        <p:txBody>
          <a:bodyPr wrap="square">
            <a:spAutoFit/>
          </a:bodyPr>
          <a:p>
            <a:pPr marL="0" indent="0"/>
            <a:r>
              <a:rPr lang="en-US" altLang="zh-CN" sz="2100" b="1" i="0">
                <a:solidFill>
                  <a:srgbClr val="000000"/>
                </a:solidFill>
                <a:latin typeface="-webkit-standard"/>
                <a:ea typeface="-webkit-standard"/>
              </a:rPr>
              <a:t>VFS </a:t>
            </a:r>
            <a:r>
              <a:rPr lang="zh-CN" altLang="en-US" sz="2100" b="1" i="0">
                <a:solidFill>
                  <a:srgbClr val="000000"/>
                </a:solidFill>
                <a:latin typeface="-webkit-standard"/>
                <a:ea typeface="-webkit-standard"/>
              </a:rPr>
              <a:t>的关键数据结构</a:t>
            </a:r>
            <a:endParaRPr lang="zh-CN" altLang="en-US" sz="2100" b="1" i="0">
              <a:solidFill>
                <a:srgbClr val="000000"/>
              </a:solidFill>
              <a:latin typeface="-webkit-standard"/>
              <a:ea typeface="-webkit-standard"/>
            </a:endParaRPr>
          </a:p>
        </p:txBody>
      </p:sp>
      <p:graphicFrame>
        <p:nvGraphicFramePr>
          <p:cNvPr id="12" name="表格 11"/>
          <p:cNvGraphicFramePr/>
          <p:nvPr>
            <p:custDataLst>
              <p:tags r:id="rId1"/>
            </p:custDataLst>
          </p:nvPr>
        </p:nvGraphicFramePr>
        <p:xfrm>
          <a:off x="3301365" y="862330"/>
          <a:ext cx="8770620" cy="2002790"/>
        </p:xfrm>
        <a:graphic>
          <a:graphicData uri="http://schemas.openxmlformats.org/drawingml/2006/table">
            <a:tbl>
              <a:tblPr firstRow="1" bandRow="1">
                <a:tableStyleId>{5C22544A-7EE6-4342-B048-85BDC9FD1C3A}</a:tableStyleId>
              </a:tblPr>
              <a:tblGrid>
                <a:gridCol w="1407795"/>
                <a:gridCol w="4079875"/>
                <a:gridCol w="3282950"/>
              </a:tblGrid>
              <a:tr h="365760">
                <a:tc>
                  <a:txBody>
                    <a:bodyPr/>
                    <a:p>
                      <a:pPr>
                        <a:buNone/>
                      </a:pPr>
                      <a:r>
                        <a:rPr lang="zh-CN" altLang="en-US"/>
                        <a:t>结构体</a:t>
                      </a:r>
                      <a:endParaRPr lang="zh-CN" altLang="en-US"/>
                    </a:p>
                  </a:txBody>
                  <a:tcPr/>
                </a:tc>
                <a:tc>
                  <a:txBody>
                    <a:bodyPr/>
                    <a:p>
                      <a:pPr>
                        <a:buNone/>
                      </a:pPr>
                      <a:r>
                        <a:rPr lang="zh-CN" altLang="en-US"/>
                        <a:t>作用</a:t>
                      </a:r>
                      <a:endParaRPr lang="zh-CN" altLang="en-US"/>
                    </a:p>
                  </a:txBody>
                  <a:tcPr/>
                </a:tc>
                <a:tc>
                  <a:txBody>
                    <a:bodyPr/>
                    <a:p>
                      <a:pPr>
                        <a:buNone/>
                      </a:pPr>
                      <a:r>
                        <a:rPr lang="zh-CN" altLang="en-US"/>
                        <a:t>示例</a:t>
                      </a:r>
                      <a:endParaRPr lang="zh-CN" altLang="en-US"/>
                    </a:p>
                  </a:txBody>
                  <a:tcPr/>
                </a:tc>
              </a:tr>
              <a:tr h="399415">
                <a:tc>
                  <a:txBody>
                    <a:bodyPr/>
                    <a:p>
                      <a:pPr>
                        <a:buNone/>
                      </a:pPr>
                      <a:r>
                        <a:rPr lang="zh-CN" altLang="en-US"/>
                        <a:t>super_block</a:t>
                      </a:r>
                      <a:endParaRPr lang="zh-CN" altLang="en-US"/>
                    </a:p>
                  </a:txBody>
                  <a:tcPr/>
                </a:tc>
                <a:tc>
                  <a:txBody>
                    <a:bodyPr/>
                    <a:p>
                      <a:pPr>
                        <a:buNone/>
                      </a:pPr>
                      <a:r>
                        <a:rPr lang="zh-CN" altLang="en-US" sz="1700"/>
                        <a:t>表示一个已挂载的文件系统整体</a:t>
                      </a:r>
                      <a:endParaRPr lang="zh-CN" altLang="en-US" sz="1700"/>
                    </a:p>
                  </a:txBody>
                  <a:tcPr/>
                </a:tc>
                <a:tc>
                  <a:txBody>
                    <a:bodyPr/>
                    <a:p>
                      <a:pPr>
                        <a:buNone/>
                      </a:pPr>
                      <a:r>
                        <a:rPr lang="zh-CN" altLang="en-US" sz="1700"/>
                        <a:t>ext4 的超级块信息</a:t>
                      </a:r>
                      <a:endParaRPr lang="zh-CN" altLang="en-US" sz="1700"/>
                    </a:p>
                  </a:txBody>
                  <a:tcPr/>
                </a:tc>
              </a:tr>
              <a:tr h="399415">
                <a:tc>
                  <a:txBody>
                    <a:bodyPr/>
                    <a:p>
                      <a:pPr>
                        <a:buNone/>
                      </a:pPr>
                      <a:r>
                        <a:rPr lang="zh-CN" altLang="en-US"/>
                        <a:t>inode</a:t>
                      </a:r>
                      <a:endParaRPr lang="zh-CN" altLang="en-US"/>
                    </a:p>
                  </a:txBody>
                  <a:tcPr/>
                </a:tc>
                <a:tc>
                  <a:txBody>
                    <a:bodyPr/>
                    <a:p>
                      <a:pPr>
                        <a:buNone/>
                      </a:pPr>
                      <a:r>
                        <a:rPr lang="zh-CN" altLang="en-US" sz="1700"/>
                        <a:t>表示文件的元数据</a:t>
                      </a:r>
                      <a:endParaRPr lang="zh-CN" altLang="en-US" sz="1700"/>
                    </a:p>
                  </a:txBody>
                  <a:tcPr/>
                </a:tc>
                <a:tc>
                  <a:txBody>
                    <a:bodyPr/>
                    <a:p>
                      <a:pPr>
                        <a:buNone/>
                      </a:pPr>
                      <a:r>
                        <a:rPr lang="zh-CN" altLang="en-US" sz="1700"/>
                        <a:t>权限、大小、时间戳、块地址等</a:t>
                      </a:r>
                      <a:endParaRPr lang="zh-CN" altLang="en-US" sz="1700"/>
                    </a:p>
                  </a:txBody>
                  <a:tcPr/>
                </a:tc>
              </a:tr>
              <a:tr h="472440">
                <a:tc>
                  <a:txBody>
                    <a:bodyPr/>
                    <a:p>
                      <a:pPr>
                        <a:buNone/>
                      </a:pPr>
                      <a:r>
                        <a:rPr lang="zh-CN" altLang="en-US"/>
                        <a:t>dentry</a:t>
                      </a:r>
                      <a:endParaRPr lang="zh-CN" altLang="en-US"/>
                    </a:p>
                  </a:txBody>
                  <a:tcPr/>
                </a:tc>
                <a:tc>
                  <a:txBody>
                    <a:bodyPr/>
                    <a:p>
                      <a:pPr>
                        <a:buNone/>
                      </a:pPr>
                      <a:r>
                        <a:rPr lang="zh-CN" altLang="en-US" sz="1700"/>
                        <a:t>表示目录项缓存（文件名到 inode 的映射）</a:t>
                      </a:r>
                      <a:endParaRPr lang="zh-CN" altLang="en-US" sz="1700"/>
                    </a:p>
                  </a:txBody>
                  <a:tcPr/>
                </a:tc>
                <a:tc>
                  <a:txBody>
                    <a:bodyPr/>
                    <a:p>
                      <a:pPr>
                        <a:buNone/>
                      </a:pPr>
                      <a:r>
                        <a:rPr lang="zh-CN" altLang="en-US" sz="1700"/>
                        <a:t>“/home/yyq/file.txt” 各级目录</a:t>
                      </a:r>
                      <a:endParaRPr lang="zh-CN" altLang="en-US" sz="1700"/>
                    </a:p>
                  </a:txBody>
                  <a:tcPr/>
                </a:tc>
              </a:tr>
              <a:tr h="338455">
                <a:tc>
                  <a:txBody>
                    <a:bodyPr/>
                    <a:p>
                      <a:pPr>
                        <a:buNone/>
                      </a:pPr>
                      <a:r>
                        <a:rPr lang="zh-CN" altLang="en-US"/>
                        <a:t>file</a:t>
                      </a:r>
                      <a:endParaRPr lang="zh-CN" altLang="en-US"/>
                    </a:p>
                  </a:txBody>
                  <a:tcPr/>
                </a:tc>
                <a:tc>
                  <a:txBody>
                    <a:bodyPr/>
                    <a:p>
                      <a:pPr>
                        <a:buNone/>
                      </a:pPr>
                      <a:r>
                        <a:rPr lang="zh-CN" altLang="en-US" sz="1700"/>
                        <a:t>表示打开的文件实例</a:t>
                      </a:r>
                      <a:endParaRPr lang="zh-CN" altLang="en-US" sz="1700"/>
                    </a:p>
                  </a:txBody>
                  <a:tcPr/>
                </a:tc>
                <a:tc>
                  <a:txBody>
                    <a:bodyPr/>
                    <a:p>
                      <a:pPr>
                        <a:buNone/>
                      </a:pPr>
                      <a:r>
                        <a:rPr lang="zh-CN" altLang="en-US" sz="1700"/>
                        <a:t>用户执行 open() 后对应结构</a:t>
                      </a:r>
                      <a:endParaRPr lang="zh-CN" altLang="en-US" sz="1700"/>
                    </a:p>
                  </a:txBody>
                  <a:tcPr/>
                </a:tc>
              </a:tr>
            </a:tbl>
          </a:graphicData>
        </a:graphic>
      </p:graphicFrame>
      <p:graphicFrame>
        <p:nvGraphicFramePr>
          <p:cNvPr id="13" name="表格 12"/>
          <p:cNvGraphicFramePr/>
          <p:nvPr/>
        </p:nvGraphicFramePr>
        <p:xfrm>
          <a:off x="185420" y="3289300"/>
          <a:ext cx="5672455" cy="3401695"/>
        </p:xfrm>
        <a:graphic>
          <a:graphicData uri="http://schemas.openxmlformats.org/drawingml/2006/table">
            <a:tbl>
              <a:tblPr firstRow="1" bandRow="1">
                <a:tableStyleId>{5C22544A-7EE6-4342-B048-85BDC9FD1C3A}</a:tableStyleId>
              </a:tblPr>
              <a:tblGrid>
                <a:gridCol w="1383665"/>
                <a:gridCol w="4288790"/>
              </a:tblGrid>
              <a:tr h="368935">
                <a:tc>
                  <a:txBody>
                    <a:bodyPr/>
                    <a:p>
                      <a:pPr>
                        <a:buNone/>
                      </a:pPr>
                      <a:r>
                        <a:rPr lang="zh-CN" altLang="en-US"/>
                        <a:t>功能</a:t>
                      </a:r>
                      <a:endParaRPr lang="zh-CN" altLang="en-US"/>
                    </a:p>
                  </a:txBody>
                  <a:tcPr/>
                </a:tc>
                <a:tc>
                  <a:txBody>
                    <a:bodyPr/>
                    <a:p>
                      <a:pPr>
                        <a:buNone/>
                      </a:pPr>
                      <a:r>
                        <a:rPr lang="zh-CN" altLang="en-US"/>
                        <a:t>说明</a:t>
                      </a:r>
                      <a:endParaRPr lang="zh-CN" altLang="en-US"/>
                    </a:p>
                  </a:txBody>
                  <a:tcPr/>
                </a:tc>
              </a:tr>
              <a:tr h="640080">
                <a:tc>
                  <a:txBody>
                    <a:bodyPr/>
                    <a:p>
                      <a:pPr>
                        <a:buNone/>
                      </a:pPr>
                      <a:r>
                        <a:rPr lang="zh-CN" altLang="en-US"/>
                        <a:t>统一接口</a:t>
                      </a:r>
                      <a:endParaRPr lang="zh-CN" altLang="en-US"/>
                    </a:p>
                  </a:txBody>
                  <a:tcPr/>
                </a:tc>
                <a:tc>
                  <a:txBody>
                    <a:bodyPr/>
                    <a:p>
                      <a:pPr>
                        <a:buNone/>
                      </a:pPr>
                      <a:r>
                        <a:rPr lang="zh-CN" altLang="en-US"/>
                        <a:t>所有文件系统共用 open/read/write/close 等系统调用</a:t>
                      </a:r>
                      <a:endParaRPr lang="zh-CN" altLang="en-US"/>
                    </a:p>
                  </a:txBody>
                  <a:tcPr/>
                </a:tc>
              </a:tr>
              <a:tr h="584200">
                <a:tc>
                  <a:txBody>
                    <a:bodyPr/>
                    <a:p>
                      <a:pPr>
                        <a:buNone/>
                      </a:pPr>
                      <a:r>
                        <a:rPr lang="zh-CN" altLang="en-US"/>
                        <a:t>可扩展性</a:t>
                      </a:r>
                      <a:endParaRPr lang="zh-CN" altLang="en-US"/>
                    </a:p>
                  </a:txBody>
                  <a:tcPr/>
                </a:tc>
                <a:tc>
                  <a:txBody>
                    <a:bodyPr/>
                    <a:p>
                      <a:pPr>
                        <a:buNone/>
                      </a:pPr>
                      <a:r>
                        <a:rPr lang="zh-CN" altLang="en-US"/>
                        <a:t>可挂载新文件系统而不改动上层应用</a:t>
                      </a:r>
                      <a:endParaRPr lang="zh-CN" altLang="en-US"/>
                    </a:p>
                  </a:txBody>
                  <a:tcPr/>
                </a:tc>
              </a:tr>
              <a:tr h="584200">
                <a:tc>
                  <a:txBody>
                    <a:bodyPr/>
                    <a:p>
                      <a:pPr>
                        <a:buNone/>
                      </a:pPr>
                      <a:r>
                        <a:rPr lang="zh-CN" altLang="en-US"/>
                        <a:t>缓存机制</a:t>
                      </a:r>
                      <a:endParaRPr lang="zh-CN" altLang="en-US"/>
                    </a:p>
                  </a:txBody>
                  <a:tcPr/>
                </a:tc>
                <a:tc>
                  <a:txBody>
                    <a:bodyPr/>
                    <a:p>
                      <a:pPr>
                        <a:buNone/>
                      </a:pPr>
                      <a:r>
                        <a:rPr lang="zh-CN" altLang="en-US"/>
                        <a:t>提供 dentry、inode 缓存，加速文件查找</a:t>
                      </a:r>
                      <a:endParaRPr lang="zh-CN" altLang="en-US"/>
                    </a:p>
                  </a:txBody>
                  <a:tcPr/>
                </a:tc>
              </a:tr>
              <a:tr h="640080">
                <a:tc>
                  <a:txBody>
                    <a:bodyPr/>
                    <a:p>
                      <a:pPr>
                        <a:buNone/>
                      </a:pPr>
                      <a:r>
                        <a:rPr lang="zh-CN" altLang="en-US"/>
                        <a:t>挂载机制</a:t>
                      </a:r>
                      <a:endParaRPr lang="zh-CN" altLang="en-US"/>
                    </a:p>
                  </a:txBody>
                  <a:tcPr/>
                </a:tc>
                <a:tc>
                  <a:txBody>
                    <a:bodyPr/>
                    <a:p>
                      <a:pPr>
                        <a:buNone/>
                      </a:pPr>
                      <a:r>
                        <a:rPr lang="zh-CN" altLang="en-US"/>
                        <a:t>允许同时挂载多个文件系统（根、U盘、NFS等）</a:t>
                      </a:r>
                      <a:endParaRPr lang="zh-CN" altLang="en-US"/>
                    </a:p>
                  </a:txBody>
                  <a:tcPr/>
                </a:tc>
              </a:tr>
              <a:tr h="584200">
                <a:tc>
                  <a:txBody>
                    <a:bodyPr/>
                    <a:p>
                      <a:pPr>
                        <a:buNone/>
                      </a:pPr>
                      <a:r>
                        <a:rPr lang="zh-CN" altLang="en-US"/>
                        <a:t>抽象与分层</a:t>
                      </a:r>
                      <a:endParaRPr lang="zh-CN" altLang="en-US"/>
                    </a:p>
                  </a:txBody>
                  <a:tcPr/>
                </a:tc>
                <a:tc>
                  <a:txBody>
                    <a:bodyPr/>
                    <a:p>
                      <a:pPr>
                        <a:buNone/>
                      </a:pPr>
                      <a:r>
                        <a:rPr lang="zh-CN" altLang="en-US"/>
                        <a:t>分离“文件逻辑”与“文件物理结构”</a:t>
                      </a:r>
                      <a:endParaRPr lang="zh-CN" altLang="en-US"/>
                    </a:p>
                  </a:txBody>
                  <a:tcPr/>
                </a:tc>
              </a:tr>
            </a:tbl>
          </a:graphicData>
        </a:graphic>
      </p:graphicFrame>
      <p:sp>
        <p:nvSpPr>
          <p:cNvPr id="14" name="文本框 13"/>
          <p:cNvSpPr txBox="1"/>
          <p:nvPr>
            <p:custDataLst>
              <p:tags r:id="rId2"/>
            </p:custDataLst>
          </p:nvPr>
        </p:nvSpPr>
        <p:spPr>
          <a:xfrm>
            <a:off x="318770" y="2865438"/>
            <a:ext cx="5080000" cy="414020"/>
          </a:xfrm>
          <a:prstGeom prst="rect">
            <a:avLst/>
          </a:prstGeom>
        </p:spPr>
        <p:txBody>
          <a:bodyPr>
            <a:spAutoFit/>
          </a:bodyPr>
          <a:p>
            <a:pPr marL="0" indent="0"/>
            <a:r>
              <a:rPr lang="en-US" altLang="zh-CN" sz="2100" b="1" i="0">
                <a:solidFill>
                  <a:srgbClr val="000000"/>
                </a:solidFill>
                <a:latin typeface="-webkit-standard"/>
                <a:ea typeface="-webkit-standard"/>
              </a:rPr>
              <a:t>VFS </a:t>
            </a:r>
            <a:r>
              <a:rPr lang="zh-CN" altLang="en-US" sz="2100" b="1" i="0">
                <a:solidFill>
                  <a:srgbClr val="000000"/>
                </a:solidFill>
                <a:latin typeface="-webkit-standard"/>
                <a:ea typeface="-webkit-standard"/>
              </a:rPr>
              <a:t>的意义</a:t>
            </a:r>
            <a:endParaRPr lang="zh-CN" altLang="en-US" sz="2100" b="1" i="0">
              <a:solidFill>
                <a:srgbClr val="000000"/>
              </a:solidFill>
              <a:latin typeface="-webkit-standard"/>
              <a:ea typeface="-webkit-standard"/>
            </a:endParaRPr>
          </a:p>
        </p:txBody>
      </p:sp>
      <p:graphicFrame>
        <p:nvGraphicFramePr>
          <p:cNvPr id="15" name="表格 14"/>
          <p:cNvGraphicFramePr/>
          <p:nvPr>
            <p:custDataLst>
              <p:tags r:id="rId3"/>
            </p:custDataLst>
          </p:nvPr>
        </p:nvGraphicFramePr>
        <p:xfrm>
          <a:off x="6096635" y="3818255"/>
          <a:ext cx="5975350" cy="2634615"/>
        </p:xfrm>
        <a:graphic>
          <a:graphicData uri="http://schemas.openxmlformats.org/drawingml/2006/table">
            <a:tbl>
              <a:tblPr firstRow="1" bandRow="1">
                <a:tableStyleId>{5C22544A-7EE6-4342-B048-85BDC9FD1C3A}</a:tableStyleId>
              </a:tblPr>
              <a:tblGrid>
                <a:gridCol w="1478915"/>
                <a:gridCol w="2359660"/>
                <a:gridCol w="2136775"/>
              </a:tblGrid>
              <a:tr h="407035">
                <a:tc>
                  <a:txBody>
                    <a:bodyPr/>
                    <a:p>
                      <a:pPr>
                        <a:buNone/>
                      </a:pPr>
                      <a:r>
                        <a:rPr lang="zh-CN" altLang="en-US"/>
                        <a:t>层次</a:t>
                      </a:r>
                      <a:endParaRPr lang="zh-CN" altLang="en-US"/>
                    </a:p>
                  </a:txBody>
                  <a:tcPr anchor="ctr" anchorCtr="0"/>
                </a:tc>
                <a:tc>
                  <a:txBody>
                    <a:bodyPr/>
                    <a:p>
                      <a:pPr>
                        <a:buNone/>
                      </a:pPr>
                      <a:r>
                        <a:rPr lang="zh-CN" altLang="en-US"/>
                        <a:t>代表对象</a:t>
                      </a:r>
                      <a:endParaRPr lang="zh-CN" altLang="en-US"/>
                    </a:p>
                  </a:txBody>
                  <a:tcPr anchor="ctr" anchorCtr="0"/>
                </a:tc>
                <a:tc>
                  <a:txBody>
                    <a:bodyPr/>
                    <a:p>
                      <a:pPr>
                        <a:buNone/>
                      </a:pPr>
                      <a:r>
                        <a:rPr lang="zh-CN" altLang="en-US"/>
                        <a:t>功能</a:t>
                      </a:r>
                      <a:endParaRPr lang="zh-CN" altLang="en-US"/>
                    </a:p>
                  </a:txBody>
                  <a:tcPr anchor="ctr" anchorCtr="0"/>
                </a:tc>
              </a:tr>
              <a:tr h="609600">
                <a:tc>
                  <a:txBody>
                    <a:bodyPr/>
                    <a:p>
                      <a:pPr>
                        <a:buNone/>
                      </a:pPr>
                      <a:r>
                        <a:rPr lang="zh-CN" altLang="en-US" sz="1700"/>
                        <a:t>用户层</a:t>
                      </a:r>
                      <a:endParaRPr lang="zh-CN" altLang="en-US" sz="1700"/>
                    </a:p>
                  </a:txBody>
                  <a:tcPr anchor="ctr" anchorCtr="0"/>
                </a:tc>
                <a:tc>
                  <a:txBody>
                    <a:bodyPr/>
                    <a:p>
                      <a:pPr>
                        <a:buNone/>
                      </a:pPr>
                      <a:r>
                        <a:rPr lang="zh-CN" altLang="en-US" sz="1700"/>
                        <a:t>文件名、路径、描述符</a:t>
                      </a:r>
                      <a:endParaRPr lang="zh-CN" altLang="en-US" sz="1700"/>
                    </a:p>
                  </a:txBody>
                  <a:tcPr anchor="ctr" anchorCtr="0"/>
                </a:tc>
                <a:tc>
                  <a:txBody>
                    <a:bodyPr/>
                    <a:p>
                      <a:pPr>
                        <a:buNone/>
                      </a:pPr>
                      <a:r>
                        <a:rPr lang="zh-CN" altLang="en-US" sz="1700"/>
                        <a:t>统一系统调用接口</a:t>
                      </a:r>
                      <a:endParaRPr lang="zh-CN" altLang="en-US" sz="1700"/>
                    </a:p>
                  </a:txBody>
                  <a:tcPr anchor="ctr" anchorCtr="0"/>
                </a:tc>
              </a:tr>
              <a:tr h="609600">
                <a:tc>
                  <a:txBody>
                    <a:bodyPr/>
                    <a:p>
                      <a:pPr>
                        <a:buNone/>
                      </a:pPr>
                      <a:r>
                        <a:rPr lang="zh-CN" altLang="en-US" sz="1700"/>
                        <a:t>VFS 抽象层</a:t>
                      </a:r>
                      <a:endParaRPr lang="zh-CN" altLang="en-US" sz="1700"/>
                    </a:p>
                  </a:txBody>
                  <a:tcPr anchor="ctr" anchorCtr="0"/>
                </a:tc>
                <a:tc>
                  <a:txBody>
                    <a:bodyPr/>
                    <a:p>
                      <a:pPr>
                        <a:buNone/>
                      </a:pPr>
                      <a:r>
                        <a:rPr lang="zh-CN" altLang="en-US" sz="1700"/>
                        <a:t>super_block、inode、dentry、file</a:t>
                      </a:r>
                      <a:endParaRPr lang="zh-CN" altLang="en-US" sz="1700"/>
                    </a:p>
                  </a:txBody>
                  <a:tcPr anchor="ctr" anchorCtr="0"/>
                </a:tc>
                <a:tc>
                  <a:txBody>
                    <a:bodyPr/>
                    <a:p>
                      <a:pPr>
                        <a:buNone/>
                      </a:pPr>
                      <a:r>
                        <a:rPr lang="zh-CN" altLang="en-US" sz="1700"/>
                        <a:t>统一文件模型与操作接口</a:t>
                      </a:r>
                      <a:endParaRPr lang="zh-CN" altLang="en-US" sz="1700"/>
                    </a:p>
                  </a:txBody>
                  <a:tcPr anchor="ctr" anchorCtr="0"/>
                </a:tc>
              </a:tr>
              <a:tr h="601345">
                <a:tc>
                  <a:txBody>
                    <a:bodyPr/>
                    <a:p>
                      <a:pPr>
                        <a:buNone/>
                      </a:pPr>
                      <a:r>
                        <a:rPr lang="zh-CN" altLang="en-US" sz="1700"/>
                        <a:t>具体文件系统</a:t>
                      </a:r>
                      <a:endParaRPr lang="zh-CN" altLang="en-US" sz="1700"/>
                    </a:p>
                  </a:txBody>
                  <a:tcPr anchor="ctr" anchorCtr="0"/>
                </a:tc>
                <a:tc>
                  <a:txBody>
                    <a:bodyPr/>
                    <a:p>
                      <a:pPr>
                        <a:buNone/>
                      </a:pPr>
                      <a:r>
                        <a:rPr lang="zh-CN" altLang="en-US" sz="1700"/>
                        <a:t>ext4、xfs、nfs</a:t>
                      </a:r>
                      <a:endParaRPr lang="zh-CN" altLang="en-US" sz="1700"/>
                    </a:p>
                  </a:txBody>
                  <a:tcPr anchor="ctr" anchorCtr="0"/>
                </a:tc>
                <a:tc>
                  <a:txBody>
                    <a:bodyPr/>
                    <a:p>
                      <a:pPr>
                        <a:buNone/>
                      </a:pPr>
                      <a:r>
                        <a:rPr lang="zh-CN" altLang="en-US" sz="1700"/>
                        <a:t>实现具体的读写逻辑</a:t>
                      </a:r>
                      <a:endParaRPr lang="zh-CN" altLang="en-US" sz="1700"/>
                    </a:p>
                  </a:txBody>
                  <a:tcPr anchor="ctr" anchorCtr="0"/>
                </a:tc>
              </a:tr>
              <a:tr h="407035">
                <a:tc>
                  <a:txBody>
                    <a:bodyPr/>
                    <a:p>
                      <a:pPr>
                        <a:buNone/>
                      </a:pPr>
                      <a:r>
                        <a:rPr lang="zh-CN" altLang="en-US" sz="1700"/>
                        <a:t>硬件层</a:t>
                      </a:r>
                      <a:endParaRPr lang="zh-CN" altLang="en-US" sz="1700"/>
                    </a:p>
                  </a:txBody>
                  <a:tcPr anchor="ctr" anchorCtr="0"/>
                </a:tc>
                <a:tc>
                  <a:txBody>
                    <a:bodyPr/>
                    <a:p>
                      <a:pPr>
                        <a:buNone/>
                      </a:pPr>
                      <a:r>
                        <a:rPr lang="zh-CN" altLang="en-US" sz="1700"/>
                        <a:t>磁盘、SSD、网络</a:t>
                      </a:r>
                      <a:endParaRPr lang="zh-CN" altLang="en-US" sz="1700"/>
                    </a:p>
                  </a:txBody>
                  <a:tcPr anchor="ctr" anchorCtr="0"/>
                </a:tc>
                <a:tc>
                  <a:txBody>
                    <a:bodyPr/>
                    <a:p>
                      <a:pPr>
                        <a:buNone/>
                      </a:pPr>
                      <a:r>
                        <a:rPr lang="zh-CN" altLang="en-US" sz="1700"/>
                        <a:t>物理I/O</a:t>
                      </a:r>
                      <a:endParaRPr lang="zh-CN" altLang="en-US" sz="1700"/>
                    </a:p>
                  </a:txBody>
                  <a:tcPr anchor="ctr" anchorCtr="0"/>
                </a:tc>
              </a:tr>
            </a:tbl>
          </a:graphicData>
        </a:graphic>
      </p:graphicFrame>
      <p:sp>
        <p:nvSpPr>
          <p:cNvPr id="16" name="文本框 15"/>
          <p:cNvSpPr txBox="1"/>
          <p:nvPr>
            <p:custDataLst>
              <p:tags r:id="rId4"/>
            </p:custDataLst>
          </p:nvPr>
        </p:nvSpPr>
        <p:spPr>
          <a:xfrm>
            <a:off x="6096635" y="3279458"/>
            <a:ext cx="5080000" cy="414020"/>
          </a:xfrm>
          <a:prstGeom prst="rect">
            <a:avLst/>
          </a:prstGeom>
        </p:spPr>
        <p:txBody>
          <a:bodyPr>
            <a:spAutoFit/>
          </a:bodyPr>
          <a:p>
            <a:pPr marL="0" indent="0"/>
            <a:r>
              <a:rPr lang="en-US" altLang="zh-CN" sz="2100" b="1" i="0">
                <a:solidFill>
                  <a:srgbClr val="000000"/>
                </a:solidFill>
                <a:latin typeface="-webkit-standard"/>
                <a:ea typeface="-webkit-standard"/>
              </a:rPr>
              <a:t>VFS </a:t>
            </a:r>
            <a:r>
              <a:rPr lang="zh-CN" altLang="en-US" sz="2100" b="1" i="0">
                <a:solidFill>
                  <a:srgbClr val="000000"/>
                </a:solidFill>
                <a:latin typeface="-webkit-standard"/>
                <a:ea typeface="-webkit-standard"/>
              </a:rPr>
              <a:t>总结</a:t>
            </a:r>
            <a:endParaRPr lang="zh-CN" altLang="en-US" sz="2100" b="1" i="0">
              <a:solidFill>
                <a:srgbClr val="000000"/>
              </a:solidFill>
              <a:latin typeface="-webkit-standard"/>
              <a:ea typeface="-webkit-standard"/>
            </a:endParaRPr>
          </a:p>
        </p:txBody>
      </p:sp>
    </p:spTree>
    <p:custDataLst>
      <p:tags r:id="rId5"/>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磁盘空间文件</a:t>
            </a:r>
            <a:r>
              <a:rPr lang="zh-CN" altLang="en-US" sz="3200" b="1" dirty="0">
                <a:latin typeface="微软雅黑" panose="020B0503020204020204" pitchFamily="34" charset="-122"/>
                <a:ea typeface="微软雅黑" panose="020B0503020204020204" pitchFamily="34" charset="-122"/>
              </a:rPr>
              <a:t>分块</a:t>
            </a:r>
            <a:endParaRPr lang="en-US" altLang="zh-CN"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p:txBody>
          <a:bodyPr/>
          <a:lstStyle/>
          <a:p>
            <a:pPr eaLnBrk="1" hangingPunct="1">
              <a:lnSpc>
                <a:spcPct val="2000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存储</a:t>
            </a:r>
            <a:r>
              <a:rPr lang="en-US" altLang="zh-CN" b="1" i="1" dirty="0">
                <a:latin typeface="微软雅黑" panose="020B0503020204020204" pitchFamily="34" charset="-122"/>
                <a:ea typeface="微软雅黑" panose="020B0503020204020204" pitchFamily="34" charset="-122"/>
              </a:rPr>
              <a:t>n</a:t>
            </a:r>
            <a:r>
              <a:rPr lang="zh-CN" altLang="en-US" b="1" dirty="0">
                <a:latin typeface="微软雅黑" panose="020B0503020204020204" pitchFamily="34" charset="-122"/>
                <a:ea typeface="微软雅黑" panose="020B0503020204020204" pitchFamily="34" charset="-122"/>
              </a:rPr>
              <a:t>个字节的文件有两种策略</a:t>
            </a:r>
            <a:r>
              <a:rPr lang="en-US" altLang="zh-CN"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lvl="1" eaLnBrk="1" hangingPunct="1">
              <a:lnSpc>
                <a:spcPct val="200000"/>
              </a:lnSpc>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rPr>
              <a:t>分配</a:t>
            </a:r>
            <a:r>
              <a:rPr lang="en-US" altLang="zh-CN" b="1" i="1" dirty="0">
                <a:latin typeface="微软雅黑" panose="020B0503020204020204" pitchFamily="34" charset="-122"/>
                <a:ea typeface="微软雅黑" panose="020B0503020204020204" pitchFamily="34" charset="-122"/>
              </a:rPr>
              <a:t>n</a:t>
            </a:r>
            <a:r>
              <a:rPr lang="zh-CN" altLang="en-US" b="1" dirty="0">
                <a:latin typeface="微软雅黑" panose="020B0503020204020204" pitchFamily="34" charset="-122"/>
                <a:ea typeface="微软雅黑" panose="020B0503020204020204" pitchFamily="34" charset="-122"/>
              </a:rPr>
              <a:t>个字节的连续磁盘空间</a:t>
            </a:r>
            <a:endParaRPr lang="en-US" altLang="zh-CN" b="1" dirty="0">
              <a:latin typeface="微软雅黑" panose="020B0503020204020204" pitchFamily="34" charset="-122"/>
              <a:ea typeface="微软雅黑" panose="020B0503020204020204" pitchFamily="34" charset="-122"/>
            </a:endParaRPr>
          </a:p>
          <a:p>
            <a:pPr lvl="2">
              <a:lnSpc>
                <a:spcPct val="20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 当文件扩大时，可能需要在磁盘上进行移动，执行该操作的代价很高并且会造成外部碎片</a:t>
            </a:r>
            <a:endParaRPr lang="en-US" altLang="zh-CN" sz="2400" dirty="0">
              <a:latin typeface="微软雅黑" panose="020B0503020204020204" pitchFamily="34" charset="-122"/>
              <a:ea typeface="微软雅黑" panose="020B0503020204020204" pitchFamily="34" charset="-122"/>
            </a:endParaRPr>
          </a:p>
          <a:p>
            <a:pPr lvl="1" eaLnBrk="1" hangingPunct="1">
              <a:lnSpc>
                <a:spcPct val="200000"/>
              </a:lnSpc>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rPr>
              <a:t>分配[n/k]个块，每个块的大小是k个字节       </a:t>
            </a:r>
            <a:endParaRPr lang="en-US" altLang="zh-CN" b="1" dirty="0">
              <a:latin typeface="微软雅黑" panose="020B0503020204020204" pitchFamily="34" charset="-122"/>
              <a:ea typeface="微软雅黑" panose="020B0503020204020204" pitchFamily="34" charset="-122"/>
            </a:endParaRPr>
          </a:p>
          <a:p>
            <a:pPr lvl="2">
              <a:lnSpc>
                <a:spcPct val="20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 各块之间不一定相邻</a:t>
            </a:r>
            <a:endParaRPr lang="zh-CN" altLang="en-US" sz="2400" dirty="0"/>
          </a:p>
        </p:txBody>
      </p:sp>
      <p:sp>
        <p:nvSpPr>
          <p:cNvPr id="4" name="文本占位符 3"/>
          <p:cNvSpPr>
            <a:spLocks noGrp="1"/>
          </p:cNvSpPr>
          <p:nvPr>
            <p:ph type="body" sz="quarter" idx="15"/>
          </p:nvPr>
        </p:nvSpPr>
        <p:spPr/>
        <p:txBody>
          <a:bodyPr/>
          <a:lstStyle/>
          <a:p>
            <a:r>
              <a:rPr lang="en-US" altLang="zh-CN" dirty="0"/>
              <a:t>28</a:t>
            </a:r>
            <a:endParaRPr lang="zh-CN" altLang="en-US" dirty="0"/>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dirty="0">
                <a:latin typeface="微软雅黑" panose="020B0503020204020204" pitchFamily="34" charset="-122"/>
                <a:ea typeface="微软雅黑" panose="020B0503020204020204" pitchFamily="34" charset="-122"/>
              </a:rPr>
              <a:t>如何决定块的大小？</a:t>
            </a:r>
            <a:endParaRPr lang="zh-CN" altLang="en-US"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p:txBody>
          <a:bodyPr/>
          <a:lstStyle/>
          <a:p>
            <a:pPr>
              <a:lnSpc>
                <a:spcPct val="1000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当块的大小增加时</a:t>
            </a: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磁盘空间的利用率减小</a:t>
            </a:r>
            <a:r>
              <a:rPr lang="en-US" altLang="zh-CN" b="1" dirty="0">
                <a:latin typeface="微软雅黑" panose="020B0503020204020204" pitchFamily="34" charset="-122"/>
                <a:ea typeface="微软雅黑" panose="020B0503020204020204" pitchFamily="34" charset="-122"/>
              </a:rPr>
              <a:t> </a:t>
            </a:r>
            <a:endParaRPr lang="en-US" altLang="zh-CN" b="1" dirty="0">
              <a:latin typeface="微软雅黑" panose="020B0503020204020204" pitchFamily="34" charset="-122"/>
              <a:ea typeface="微软雅黑" panose="020B0503020204020204" pitchFamily="34" charset="-122"/>
            </a:endParaRPr>
          </a:p>
          <a:p>
            <a:pPr marL="400050" lvl="1" indent="0">
              <a:lnSpc>
                <a:spcPct val="100000"/>
              </a:lnSpc>
              <a:buNone/>
            </a:pPr>
            <a:r>
              <a:rPr lang="zh-CN" altLang="en-US" dirty="0">
                <a:latin typeface="微软雅黑" panose="020B0503020204020204" pitchFamily="34" charset="-122"/>
                <a:ea typeface="微软雅黑" panose="020B0503020204020204" pitchFamily="34" charset="-122"/>
              </a:rPr>
              <a:t>内部碎片</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空间效率降低</a:t>
            </a:r>
            <a:endParaRPr lang="en-US" altLang="zh-CN"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当块的大小减少时</a:t>
            </a: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数据传输速率减小</a:t>
            </a:r>
            <a:endParaRPr lang="en-US" altLang="zh-CN" b="1" dirty="0">
              <a:latin typeface="微软雅黑" panose="020B0503020204020204" pitchFamily="34" charset="-122"/>
              <a:ea typeface="微软雅黑" panose="020B0503020204020204" pitchFamily="34" charset="-122"/>
            </a:endParaRPr>
          </a:p>
          <a:p>
            <a:pPr marL="400050" lvl="1" indent="0">
              <a:lnSpc>
                <a:spcPct val="100000"/>
              </a:lnSpc>
              <a:buNone/>
            </a:pPr>
            <a:r>
              <a:rPr lang="zh-CN" altLang="en-US" dirty="0">
                <a:latin typeface="微软雅黑" panose="020B0503020204020204" pitchFamily="34" charset="-122"/>
                <a:ea typeface="微软雅黑" panose="020B0503020204020204" pitchFamily="34" charset="-122"/>
              </a:rPr>
              <a:t>时间效率降低；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假设所有文件都是</a:t>
            </a:r>
            <a:r>
              <a:rPr lang="en-US" altLang="zh-CN" dirty="0">
                <a:latin typeface="微软雅黑" panose="020B0503020204020204" pitchFamily="34" charset="-122"/>
                <a:ea typeface="微软雅黑" panose="020B0503020204020204" pitchFamily="34" charset="-122"/>
              </a:rPr>
              <a:t>4k</a:t>
            </a:r>
            <a:endParaRPr lang="zh-CN" altLang="en-US" sz="3600" dirty="0"/>
          </a:p>
        </p:txBody>
      </p:sp>
      <p:sp>
        <p:nvSpPr>
          <p:cNvPr id="4" name="文本占位符 3"/>
          <p:cNvSpPr>
            <a:spLocks noGrp="1"/>
          </p:cNvSpPr>
          <p:nvPr>
            <p:ph type="body" sz="quarter" idx="15"/>
          </p:nvPr>
        </p:nvSpPr>
        <p:spPr/>
        <p:txBody>
          <a:bodyPr/>
          <a:lstStyle/>
          <a:p>
            <a:r>
              <a:rPr lang="en-US" altLang="zh-CN" dirty="0"/>
              <a:t>29</a:t>
            </a:r>
            <a:endParaRPr lang="zh-CN" altLang="en-US" dirty="0"/>
          </a:p>
        </p:txBody>
      </p:sp>
      <p:sp>
        <p:nvSpPr>
          <p:cNvPr id="8" name="文本占位符 2"/>
          <p:cNvSpPr txBox="1"/>
          <p:nvPr/>
        </p:nvSpPr>
        <p:spPr>
          <a:xfrm>
            <a:off x="590550" y="3586480"/>
            <a:ext cx="9261475" cy="1550670"/>
          </a:xfrm>
          <a:prstGeom prst="rect">
            <a:avLst/>
          </a:prstGeom>
        </p:spPr>
        <p:txBody>
          <a:bodyPr/>
          <a:lstStyle>
            <a:lvl1pPr marL="0" indent="0" algn="l" defTabSz="914400" rtl="0" eaLnBrk="1" latinLnBrk="0" hangingPunct="1">
              <a:lnSpc>
                <a:spcPct val="90000"/>
              </a:lnSpc>
              <a:spcBef>
                <a:spcPts val="1000"/>
              </a:spcBef>
              <a:buFont typeface="Arial" panose="020B0604020202090204" pitchFamily="34" charset="0"/>
              <a:buNone/>
              <a:defRPr sz="2400" b="1"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42900" indent="-342900">
              <a:lnSpc>
                <a:spcPct val="120000"/>
              </a:lnSpc>
              <a:buFont typeface="Arial" panose="020B0604020202090204" pitchFamily="34" charset="0"/>
              <a:buChar char="•"/>
            </a:pPr>
            <a:r>
              <a:rPr lang="zh-CN" altLang="en-US" sz="2000" dirty="0">
                <a:latin typeface="微软雅黑" panose="020B0503020204020204" pitchFamily="34" charset="-122"/>
                <a:ea typeface="微软雅黑" panose="020B0503020204020204" pitchFamily="34" charset="-122"/>
              </a:rPr>
              <a:t>虚线（左边标度）给出磁盘数据率</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800100" lvl="1" indent="-342900">
              <a:lnSpc>
                <a:spcPct val="120000"/>
              </a:lnSpc>
              <a:buFont typeface="Arial" panose="020B0604020202090204" pitchFamily="34" charset="0"/>
              <a:buChar char="•"/>
            </a:pPr>
            <a:r>
              <a:rPr lang="zh-CN" altLang="en-US" sz="2000" dirty="0">
                <a:latin typeface="微软雅黑" panose="020B0503020204020204" pitchFamily="34" charset="-122"/>
                <a:ea typeface="微软雅黑" panose="020B0503020204020204" pitchFamily="34" charset="-122"/>
              </a:rPr>
              <a:t>随着块</a:t>
            </a:r>
            <a:r>
              <a:rPr lang="en-US" altLang="zh-CN" sz="2000" dirty="0">
                <a:latin typeface="微软雅黑" panose="020B0503020204020204" pitchFamily="34" charset="-122"/>
                <a:ea typeface="微软雅黑" panose="020B0503020204020204" pitchFamily="34" charset="-122"/>
              </a:rPr>
              <a:t>size</a:t>
            </a:r>
            <a:r>
              <a:rPr lang="zh-CN" altLang="en-US" sz="2000" dirty="0">
                <a:latin typeface="微软雅黑" panose="020B0503020204020204" pitchFamily="34" charset="-122"/>
                <a:ea typeface="微软雅黑" panose="020B0503020204020204" pitchFamily="34" charset="-122"/>
              </a:rPr>
              <a:t>的增大而增大</a:t>
            </a: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pPr marL="1257300" lvl="2" indent="-342900">
              <a:lnSpc>
                <a:spcPct val="120000"/>
              </a:lnSpc>
              <a:buFont typeface="Arial" panose="020B0604020202090204" pitchFamily="34" charset="0"/>
              <a:buChar char="•"/>
            </a:pPr>
            <a:r>
              <a:rPr lang="zh-CN" altLang="en-US" sz="1665" dirty="0">
                <a:latin typeface="微软雅黑" panose="020B0503020204020204" pitchFamily="34" charset="-122"/>
                <a:ea typeface="微软雅黑" panose="020B0503020204020204" pitchFamily="34" charset="-122"/>
              </a:rPr>
              <a:t>每次</a:t>
            </a:r>
            <a:r>
              <a:rPr lang="en-US" altLang="zh-CN" sz="1665" dirty="0">
                <a:latin typeface="微软雅黑" panose="020B0503020204020204" pitchFamily="34" charset="-122"/>
                <a:ea typeface="微软雅黑" panose="020B0503020204020204" pitchFamily="34" charset="-122"/>
              </a:rPr>
              <a:t> I/O </a:t>
            </a:r>
            <a:r>
              <a:rPr lang="zh-CN" altLang="en-US" sz="1665" dirty="0">
                <a:latin typeface="微软雅黑" panose="020B0503020204020204" pitchFamily="34" charset="-122"/>
                <a:ea typeface="微软雅黑" panose="020B0503020204020204" pitchFamily="34" charset="-122"/>
              </a:rPr>
              <a:t>的内容增大</a:t>
            </a:r>
            <a:endParaRPr lang="zh-CN" altLang="en-US" sz="1665" dirty="0">
              <a:latin typeface="微软雅黑" panose="020B0503020204020204" pitchFamily="34" charset="-122"/>
              <a:ea typeface="微软雅黑" panose="020B0503020204020204" pitchFamily="34" charset="-122"/>
            </a:endParaRPr>
          </a:p>
          <a:p>
            <a:pPr marL="342900" indent="-342900">
              <a:lnSpc>
                <a:spcPct val="120000"/>
              </a:lnSpc>
              <a:buFont typeface="Arial" panose="020B0604020202090204" pitchFamily="34" charset="0"/>
              <a:buChar char="•"/>
            </a:pPr>
            <a:r>
              <a:rPr lang="zh-CN" altLang="en-US" sz="2000" dirty="0">
                <a:latin typeface="微软雅黑" panose="020B0503020204020204" pitchFamily="34" charset="-122"/>
                <a:ea typeface="微软雅黑" panose="020B0503020204020204" pitchFamily="34" charset="-122"/>
              </a:rPr>
              <a:t>实线（右边标度）给出磁盘空间利用率</a:t>
            </a:r>
            <a:endParaRPr lang="zh-CN" altLang="en-US" sz="2000" dirty="0">
              <a:latin typeface="微软雅黑" panose="020B0503020204020204" pitchFamily="34" charset="-122"/>
              <a:ea typeface="微软雅黑" panose="020B0503020204020204" pitchFamily="34" charset="-122"/>
            </a:endParaRPr>
          </a:p>
          <a:p>
            <a:pPr marL="800100" lvl="1" indent="-342900">
              <a:lnSpc>
                <a:spcPct val="120000"/>
              </a:lnSpc>
              <a:buFont typeface="Arial" panose="020B0604020202090204" pitchFamily="34" charset="0"/>
              <a:buChar char="•"/>
            </a:pPr>
            <a:r>
              <a:rPr lang="zh-CN" altLang="en-US" sz="2000" dirty="0">
                <a:latin typeface="微软雅黑" panose="020B0503020204020204" pitchFamily="34" charset="-122"/>
                <a:ea typeface="微软雅黑" panose="020B0503020204020204" pitchFamily="34" charset="-122"/>
              </a:rPr>
              <a:t>随着块</a:t>
            </a:r>
            <a:r>
              <a:rPr lang="en-US" altLang="zh-CN" sz="2000" dirty="0">
                <a:latin typeface="微软雅黑" panose="020B0503020204020204" pitchFamily="34" charset="-122"/>
                <a:ea typeface="微软雅黑" panose="020B0503020204020204" pitchFamily="34" charset="-122"/>
              </a:rPr>
              <a:t>size</a:t>
            </a:r>
            <a:r>
              <a:rPr lang="zh-CN" altLang="en-US" sz="2000" dirty="0">
                <a:latin typeface="微软雅黑" panose="020B0503020204020204" pitchFamily="34" charset="-122"/>
                <a:ea typeface="微软雅黑" panose="020B0503020204020204" pitchFamily="34" charset="-122"/>
              </a:rPr>
              <a:t>的增大而减小</a:t>
            </a:r>
            <a:r>
              <a:rPr lang="en-US" altLang="zh-CN" sz="2000" dirty="0">
                <a:latin typeface="微软雅黑" panose="020B0503020204020204" pitchFamily="34" charset="-122"/>
                <a:ea typeface="微软雅黑" panose="020B0503020204020204" pitchFamily="34" charset="-122"/>
              </a:rPr>
              <a:t> ？ </a:t>
            </a:r>
            <a:endParaRPr lang="en-US" altLang="zh-CN" sz="2000" dirty="0">
              <a:latin typeface="微软雅黑" panose="020B0503020204020204" pitchFamily="34" charset="-122"/>
              <a:ea typeface="微软雅黑" panose="020B0503020204020204" pitchFamily="34" charset="-122"/>
            </a:endParaRPr>
          </a:p>
          <a:p>
            <a:pPr marL="1257300" lvl="2" indent="-342900">
              <a:lnSpc>
                <a:spcPct val="120000"/>
              </a:lnSpc>
              <a:buFont typeface="Arial" panose="020B0604020202090204" pitchFamily="34" charset="0"/>
              <a:buChar char="•"/>
            </a:pPr>
            <a:r>
              <a:rPr lang="zh-CN" altLang="en-US" sz="1665" dirty="0">
                <a:latin typeface="微软雅黑" panose="020B0503020204020204" pitchFamily="34" charset="-122"/>
                <a:ea typeface="微软雅黑" panose="020B0503020204020204" pitchFamily="34" charset="-122"/>
              </a:rPr>
              <a:t>碎片占比增大</a:t>
            </a:r>
            <a:endParaRPr lang="zh-CN" altLang="en-US" sz="1665" dirty="0">
              <a:latin typeface="微软雅黑" panose="020B0503020204020204" pitchFamily="34" charset="-122"/>
              <a:ea typeface="微软雅黑" panose="020B0503020204020204" pitchFamily="34" charset="-122"/>
            </a:endParaRPr>
          </a:p>
        </p:txBody>
      </p:sp>
      <p:pic>
        <p:nvPicPr>
          <p:cNvPr id="43013" name="Picture 2"/>
          <p:cNvPicPr>
            <a:picLocks noChangeAspect="1"/>
          </p:cNvPicPr>
          <p:nvPr>
            <p:custDataLst>
              <p:tags r:id="rId1"/>
            </p:custDataLst>
          </p:nvPr>
        </p:nvPicPr>
        <p:blipFill>
          <a:blip r:embed="rId2"/>
          <a:stretch>
            <a:fillRect/>
          </a:stretch>
        </p:blipFill>
        <p:spPr>
          <a:xfrm>
            <a:off x="5876290" y="2914650"/>
            <a:ext cx="6134100" cy="3305175"/>
          </a:xfrm>
          <a:prstGeom prst="rect">
            <a:avLst/>
          </a:prstGeom>
          <a:noFill/>
          <a:ln w="9525">
            <a:noFill/>
          </a:ln>
        </p:spPr>
      </p:pic>
      <p:sp>
        <p:nvSpPr>
          <p:cNvPr id="10" name="文本框 9"/>
          <p:cNvSpPr txBox="1"/>
          <p:nvPr/>
        </p:nvSpPr>
        <p:spPr>
          <a:xfrm>
            <a:off x="8441690" y="6219825"/>
            <a:ext cx="1936750" cy="368300"/>
          </a:xfrm>
          <a:prstGeom prst="rect">
            <a:avLst/>
          </a:prstGeom>
          <a:noFill/>
        </p:spPr>
        <p:txBody>
          <a:bodyPr wrap="square" rtlCol="0">
            <a:spAutoFit/>
          </a:bodyPr>
          <a:p>
            <a:r>
              <a:rPr lang="en-US" altLang="zh-CN"/>
              <a:t>block </a:t>
            </a:r>
            <a:r>
              <a:rPr lang="en-US" altLang="zh-CN"/>
              <a:t>size</a:t>
            </a:r>
            <a:endParaRPr lang="en-US" altLang="zh-CN"/>
          </a:p>
        </p:txBody>
      </p:sp>
    </p:spTree>
    <p:custDataLst>
      <p:tags r:id="rId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记录空闲块</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a:xfrm>
            <a:off x="291465" y="948055"/>
            <a:ext cx="8583295" cy="387985"/>
          </a:xfrm>
        </p:spPr>
        <p:txBody>
          <a:bodyPr/>
          <a:lstStyle/>
          <a:p>
            <a:pPr marL="342900" indent="-342900">
              <a:lnSpc>
                <a:spcPct val="100000"/>
              </a:lnSpc>
              <a:buFont typeface="Wingdings" panose="05000000000000000000" pitchFamily="2" charset="2"/>
              <a:buChar char="l"/>
            </a:pPr>
            <a:r>
              <a:rPr lang="zh-CN" altLang="en-US" sz="2400" b="1" dirty="0">
                <a:latin typeface="微软雅黑" panose="020B0503020204020204" pitchFamily="34" charset="-122"/>
                <a:ea typeface="微软雅黑" panose="020B0503020204020204" pitchFamily="34" charset="-122"/>
                <a:cs typeface="Times New Roman" panose="02020703060505090304" pitchFamily="18" charset="0"/>
              </a:rPr>
              <a:t>使用磁盘块</a:t>
            </a: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703060505090304" pitchFamily="18" charset="0"/>
              </a:rPr>
              <a:t>链表</a:t>
            </a:r>
            <a:r>
              <a:rPr lang="en-US" altLang="zh-CN" sz="2400" b="1" dirty="0">
                <a:latin typeface="微软雅黑" panose="020B0503020204020204" pitchFamily="34" charset="-122"/>
                <a:ea typeface="微软雅黑" panose="020B0503020204020204" pitchFamily="34" charset="-122"/>
                <a:cs typeface="Times New Roman" panose="02020703060505090304" pitchFamily="18" charset="0"/>
              </a:rPr>
              <a:t>:</a:t>
            </a:r>
            <a:r>
              <a:rPr lang="en-US" altLang="zh-CN" sz="2400" dirty="0">
                <a:latin typeface="微软雅黑" panose="020B0503020204020204" pitchFamily="34" charset="-122"/>
                <a:ea typeface="微软雅黑" panose="020B0503020204020204" pitchFamily="34" charset="-122"/>
                <a:cs typeface="Times New Roman" panose="02020703060505090304" pitchFamily="18" charset="0"/>
              </a:rPr>
              <a:t>    </a:t>
            </a:r>
            <a:endParaRPr lang="en-US" altLang="zh-CN" sz="2400" dirty="0">
              <a:latin typeface="微软雅黑" panose="020B0503020204020204" pitchFamily="34" charset="-122"/>
              <a:ea typeface="微软雅黑" panose="020B0503020204020204" pitchFamily="34" charset="-122"/>
              <a:cs typeface="Times New Roman" panose="02020703060505090304" pitchFamily="18" charset="0"/>
            </a:endParaRPr>
          </a:p>
          <a:p>
            <a:pPr marL="800100" lvl="1" indent="-342900">
              <a:lnSpc>
                <a:spcPct val="10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cs typeface="Times New Roman" panose="02020703060505090304" pitchFamily="18" charset="0"/>
              </a:rPr>
              <a:t>图（</a:t>
            </a:r>
            <a:r>
              <a:rPr lang="en-US" altLang="zh-CN" sz="2000" dirty="0">
                <a:latin typeface="微软雅黑" panose="020B0503020204020204" pitchFamily="34" charset="-122"/>
                <a:ea typeface="微软雅黑" panose="020B0503020204020204" pitchFamily="34" charset="-122"/>
                <a:cs typeface="Times New Roman" panose="02020703060505090304" pitchFamily="18" charset="0"/>
              </a:rPr>
              <a:t>a</a:t>
            </a:r>
            <a:r>
              <a:rPr lang="zh-CN" altLang="en-US" sz="2000" dirty="0">
                <a:latin typeface="微软雅黑" panose="020B0503020204020204" pitchFamily="34" charset="-122"/>
                <a:ea typeface="微软雅黑" panose="020B0503020204020204" pitchFamily="34" charset="-122"/>
                <a:cs typeface="Times New Roman" panose="02020703060505090304" pitchFamily="18" charset="0"/>
              </a:rPr>
              <a:t>）展示了</a:t>
            </a:r>
            <a:r>
              <a:rPr lang="en-US" altLang="zh-CN" sz="2000" dirty="0">
                <a:latin typeface="微软雅黑" panose="020B0503020204020204" pitchFamily="34" charset="-122"/>
                <a:ea typeface="微软雅黑" panose="020B0503020204020204" pitchFamily="34" charset="-122"/>
                <a:cs typeface="Times New Roman" panose="02020703060505090304" pitchFamily="18" charset="0"/>
              </a:rPr>
              <a:t>1 KB</a:t>
            </a:r>
            <a:r>
              <a:rPr lang="zh-CN" altLang="en-US" sz="2000" dirty="0">
                <a:latin typeface="微软雅黑" panose="020B0503020204020204" pitchFamily="34" charset="-122"/>
                <a:ea typeface="微软雅黑" panose="020B0503020204020204" pitchFamily="34" charset="-122"/>
                <a:cs typeface="Times New Roman" panose="02020703060505090304" pitchFamily="18" charset="0"/>
              </a:rPr>
              <a:t>的磁盘块和</a:t>
            </a:r>
            <a:r>
              <a:rPr lang="en-US" altLang="zh-CN" sz="2000" dirty="0">
                <a:latin typeface="微软雅黑" panose="020B0503020204020204" pitchFamily="34" charset="-122"/>
                <a:ea typeface="微软雅黑" panose="020B0503020204020204" pitchFamily="34" charset="-122"/>
                <a:cs typeface="Times New Roman" panose="02020703060505090304" pitchFamily="18" charset="0"/>
              </a:rPr>
              <a:t>32</a:t>
            </a:r>
            <a:r>
              <a:rPr lang="zh-CN" altLang="en-US" sz="2000" dirty="0">
                <a:latin typeface="微软雅黑" panose="020B0503020204020204" pitchFamily="34" charset="-122"/>
                <a:ea typeface="微软雅黑" panose="020B0503020204020204" pitchFamily="34" charset="-122"/>
                <a:cs typeface="Times New Roman" panose="02020703060505090304" pitchFamily="18" charset="0"/>
              </a:rPr>
              <a:t>位的磁盘块号</a:t>
            </a:r>
            <a:endParaRPr lang="en-US" altLang="zh-CN" sz="2000" dirty="0">
              <a:latin typeface="微软雅黑" panose="020B0503020204020204" pitchFamily="34" charset="-122"/>
              <a:ea typeface="微软雅黑" panose="020B0503020204020204" pitchFamily="34" charset="-122"/>
              <a:cs typeface="Times New Roman" panose="02020703060505090304" pitchFamily="18" charset="0"/>
            </a:endParaRPr>
          </a:p>
          <a:p>
            <a:pPr marL="342900" indent="-342900">
              <a:lnSpc>
                <a:spcPct val="100000"/>
              </a:lnSpc>
              <a:buFont typeface="Wingdings" panose="05000000000000000000" pitchFamily="2" charset="2"/>
              <a:buChar char="l"/>
            </a:pPr>
            <a:r>
              <a:rPr lang="zh-CN" altLang="en-US" sz="2400" b="1" dirty="0">
                <a:latin typeface="微软雅黑" panose="020B0503020204020204" pitchFamily="34" charset="-122"/>
                <a:ea typeface="微软雅黑" panose="020B0503020204020204" pitchFamily="34" charset="-122"/>
                <a:cs typeface="Times New Roman" panose="02020703060505090304" pitchFamily="18" charset="0"/>
              </a:rPr>
              <a:t>使用</a:t>
            </a: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703060505090304" pitchFamily="18" charset="0"/>
              </a:rPr>
              <a:t>位图</a:t>
            </a:r>
            <a:r>
              <a:rPr lang="en-US" altLang="zh-CN" sz="2400" b="1" dirty="0">
                <a:latin typeface="微软雅黑" panose="020B0503020204020204" pitchFamily="34" charset="-122"/>
                <a:ea typeface="微软雅黑" panose="020B0503020204020204" pitchFamily="34" charset="-122"/>
                <a:cs typeface="Times New Roman" panose="02020703060505090304" pitchFamily="18" charset="0"/>
              </a:rPr>
              <a:t>: </a:t>
            </a:r>
            <a:r>
              <a:rPr lang="en-US" altLang="zh-CN" sz="2400" dirty="0">
                <a:latin typeface="微软雅黑" panose="020B0503020204020204" pitchFamily="34" charset="-122"/>
                <a:ea typeface="微软雅黑" panose="020B0503020204020204" pitchFamily="34" charset="-122"/>
                <a:cs typeface="Times New Roman" panose="02020703060505090304" pitchFamily="18" charset="0"/>
              </a:rPr>
              <a:t> </a:t>
            </a:r>
            <a:r>
              <a:rPr lang="zh-CN" altLang="en-US" sz="2100" dirty="0">
                <a:latin typeface="微软雅黑" panose="020B0503020204020204" pitchFamily="34" charset="-122"/>
                <a:ea typeface="微软雅黑" panose="020B0503020204020204" pitchFamily="34" charset="-122"/>
                <a:cs typeface="Times New Roman" panose="02020703060505090304" pitchFamily="18" charset="0"/>
              </a:rPr>
              <a:t>图</a:t>
            </a:r>
            <a:r>
              <a:rPr lang="en-US" altLang="zh-CN" sz="2100" dirty="0">
                <a:latin typeface="微软雅黑" panose="020B0503020204020204" pitchFamily="34" charset="-122"/>
                <a:ea typeface="微软雅黑" panose="020B0503020204020204" pitchFamily="34" charset="-122"/>
                <a:cs typeface="Times New Roman" panose="02020703060505090304" pitchFamily="18" charset="0"/>
              </a:rPr>
              <a:t>(b) </a:t>
            </a:r>
            <a:r>
              <a:rPr lang="zh-CN" altLang="en-US" sz="2100" dirty="0">
                <a:latin typeface="微软雅黑" panose="020B0503020204020204" pitchFamily="34" charset="-122"/>
                <a:ea typeface="微软雅黑" panose="020B0503020204020204" pitchFamily="34" charset="-122"/>
                <a:cs typeface="Times New Roman" panose="02020703060505090304" pitchFamily="18" charset="0"/>
              </a:rPr>
              <a:t>空闲块用</a:t>
            </a:r>
            <a:r>
              <a:rPr lang="en-US" altLang="zh-CN" sz="2100" dirty="0">
                <a:latin typeface="微软雅黑" panose="020B0503020204020204" pitchFamily="34" charset="-122"/>
                <a:ea typeface="微软雅黑" panose="020B0503020204020204" pitchFamily="34" charset="-122"/>
                <a:cs typeface="Times New Roman" panose="02020703060505090304" pitchFamily="18" charset="0"/>
              </a:rPr>
              <a:t>1</a:t>
            </a:r>
            <a:r>
              <a:rPr lang="zh-CN" altLang="en-US" sz="2100" dirty="0">
                <a:latin typeface="微软雅黑" panose="020B0503020204020204" pitchFamily="34" charset="-122"/>
                <a:ea typeface="微软雅黑" panose="020B0503020204020204" pitchFamily="34" charset="-122"/>
                <a:cs typeface="Times New Roman" panose="02020703060505090304" pitchFamily="18" charset="0"/>
              </a:rPr>
              <a:t>表示，已分配块用</a:t>
            </a:r>
            <a:r>
              <a:rPr lang="en-US" altLang="zh-CN" sz="2100" dirty="0">
                <a:latin typeface="微软雅黑" panose="020B0503020204020204" pitchFamily="34" charset="-122"/>
                <a:ea typeface="微软雅黑" panose="020B0503020204020204" pitchFamily="34" charset="-122"/>
                <a:cs typeface="Times New Roman" panose="02020703060505090304" pitchFamily="18" charset="0"/>
              </a:rPr>
              <a:t>0</a:t>
            </a:r>
            <a:r>
              <a:rPr lang="zh-CN" altLang="en-US" sz="2100" dirty="0">
                <a:latin typeface="微软雅黑" panose="020B0503020204020204" pitchFamily="34" charset="-122"/>
                <a:ea typeface="微软雅黑" panose="020B0503020204020204" pitchFamily="34" charset="-122"/>
                <a:cs typeface="Times New Roman" panose="02020703060505090304" pitchFamily="18" charset="0"/>
              </a:rPr>
              <a:t>表示</a:t>
            </a:r>
            <a:endParaRPr lang="zh-CN" altLang="en-US" sz="2400"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00000"/>
              </a:lnSpc>
            </a:pPr>
            <a:endParaRPr lang="zh-CN" altLang="en-US" dirty="0"/>
          </a:p>
        </p:txBody>
      </p:sp>
      <p:sp>
        <p:nvSpPr>
          <p:cNvPr id="4" name="文本占位符 3"/>
          <p:cNvSpPr>
            <a:spLocks noGrp="1"/>
          </p:cNvSpPr>
          <p:nvPr>
            <p:ph type="body" sz="quarter" idx="15"/>
          </p:nvPr>
        </p:nvSpPr>
        <p:spPr/>
        <p:txBody>
          <a:bodyPr/>
          <a:lstStyle/>
          <a:p>
            <a:r>
              <a:rPr lang="en-US" altLang="zh-CN" dirty="0"/>
              <a:t>31</a:t>
            </a:r>
            <a:endParaRPr lang="zh-CN" altLang="en-US" dirty="0"/>
          </a:p>
        </p:txBody>
      </p:sp>
      <p:graphicFrame>
        <p:nvGraphicFramePr>
          <p:cNvPr id="5" name="Object 5"/>
          <p:cNvGraphicFramePr>
            <a:graphicFrameLocks noChangeAspect="1"/>
          </p:cNvGraphicFramePr>
          <p:nvPr/>
        </p:nvGraphicFramePr>
        <p:xfrm>
          <a:off x="83185" y="2633345"/>
          <a:ext cx="7068820" cy="4058920"/>
        </p:xfrm>
        <a:graphic>
          <a:graphicData uri="http://schemas.openxmlformats.org/presentationml/2006/ole">
            <mc:AlternateContent xmlns:mc="http://schemas.openxmlformats.org/markup-compatibility/2006">
              <mc:Choice xmlns:v="urn:schemas-microsoft-com:vml" Requires="v">
                <p:oleObj spid="_x0000_s1046" name="" r:id="rId1" imgW="5715000" imgH="3810000" progId="PBrush">
                  <p:embed/>
                </p:oleObj>
              </mc:Choice>
              <mc:Fallback>
                <p:oleObj name="" r:id="rId1" imgW="5715000" imgH="3810000" progId="PBrush">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85" y="2633345"/>
                        <a:ext cx="7068820" cy="4058920"/>
                      </a:xfrm>
                      <a:prstGeom prst="rect">
                        <a:avLst/>
                      </a:prstGeom>
                      <a:noFill/>
                      <a:ln>
                        <a:noFill/>
                      </a:ln>
                    </p:spPr>
                  </p:pic>
                </p:oleObj>
              </mc:Fallback>
            </mc:AlternateContent>
          </a:graphicData>
        </a:graphic>
      </p:graphicFrame>
      <p:sp>
        <p:nvSpPr>
          <p:cNvPr id="6" name="文本框 5"/>
          <p:cNvSpPr txBox="1"/>
          <p:nvPr/>
        </p:nvSpPr>
        <p:spPr>
          <a:xfrm>
            <a:off x="7232015" y="863600"/>
            <a:ext cx="4921250" cy="2113280"/>
          </a:xfrm>
          <a:prstGeom prst="rect">
            <a:avLst/>
          </a:prstGeom>
          <a:solidFill>
            <a:schemeClr val="accent2">
              <a:lumMod val="20000"/>
              <a:lumOff val="80000"/>
            </a:schemeClr>
          </a:solidFill>
        </p:spPr>
        <p:txBody>
          <a:bodyPr wrap="square">
            <a:spAutoFit/>
          </a:bodyPr>
          <a:p>
            <a:pPr marL="0" indent="0">
              <a:spcAft>
                <a:spcPct val="60000"/>
              </a:spcAft>
            </a:pPr>
            <a:r>
              <a:rPr lang="zh-CN" altLang="en-US" sz="2300" b="1" i="0">
                <a:solidFill>
                  <a:srgbClr val="000000"/>
                </a:solidFill>
              </a:rPr>
              <a:t>一、两者的基本作用</a:t>
            </a:r>
            <a:endParaRPr lang="zh-CN" altLang="en-US" sz="2300" b="1" i="0">
              <a:solidFill>
                <a:srgbClr val="000000"/>
              </a:solidFill>
            </a:endParaRPr>
          </a:p>
          <a:p>
            <a:pPr marL="0" indent="0">
              <a:lnSpc>
                <a:spcPct val="130000"/>
              </a:lnSpc>
            </a:pPr>
            <a:r>
              <a:rPr lang="zh-CN" altLang="en-US" b="0" i="0">
                <a:solidFill>
                  <a:srgbClr val="000000"/>
                </a:solidFill>
              </a:rPr>
              <a:t>它们都用于：记录哪些磁盘块是空闲的，</a:t>
            </a:r>
            <a:endParaRPr lang="zh-CN" altLang="en-US" b="0" i="0">
              <a:solidFill>
                <a:srgbClr val="000000"/>
              </a:solidFill>
            </a:endParaRPr>
          </a:p>
          <a:p>
            <a:pPr marL="0" indent="0">
              <a:lnSpc>
                <a:spcPct val="130000"/>
              </a:lnSpc>
            </a:pPr>
            <a:r>
              <a:rPr lang="zh-CN" altLang="en-US" b="0" i="0">
                <a:solidFill>
                  <a:srgbClr val="000000"/>
                </a:solidFill>
              </a:rPr>
              <a:t>哪些已被占用。</a:t>
            </a:r>
            <a:endParaRPr lang="zh-CN" altLang="en-US" b="0" i="0">
              <a:solidFill>
                <a:srgbClr val="000000"/>
              </a:solidFill>
            </a:endParaRPr>
          </a:p>
          <a:p>
            <a:pPr marL="0" indent="0">
              <a:lnSpc>
                <a:spcPct val="130000"/>
              </a:lnSpc>
            </a:pPr>
            <a:r>
              <a:rPr lang="zh-CN" altLang="en-US" b="0" i="0">
                <a:solidFill>
                  <a:srgbClr val="000000"/>
                </a:solidFill>
              </a:rPr>
              <a:t>这是文件系统的核心元数据之一，决定了文件的分配效率、恢复可靠性、以及碎片率。</a:t>
            </a:r>
            <a:endParaRPr lang="zh-CN" altLang="en-US" b="0" i="0">
              <a:solidFill>
                <a:srgbClr val="000000"/>
              </a:solidFill>
            </a:endParaRPr>
          </a:p>
        </p:txBody>
      </p:sp>
      <p:sp>
        <p:nvSpPr>
          <p:cNvPr id="7" name="文本框 6"/>
          <p:cNvSpPr txBox="1"/>
          <p:nvPr/>
        </p:nvSpPr>
        <p:spPr>
          <a:xfrm>
            <a:off x="7269480" y="4663440"/>
            <a:ext cx="4883150" cy="1776095"/>
          </a:xfrm>
          <a:prstGeom prst="rect">
            <a:avLst/>
          </a:prstGeom>
          <a:solidFill>
            <a:schemeClr val="accent6">
              <a:lumMod val="20000"/>
              <a:lumOff val="80000"/>
            </a:schemeClr>
          </a:solidFill>
        </p:spPr>
        <p:txBody>
          <a:bodyPr wrap="square">
            <a:spAutoFit/>
          </a:bodyPr>
          <a:p>
            <a:pPr indent="0" fontAlgn="auto">
              <a:lnSpc>
                <a:spcPct val="100000"/>
              </a:lnSpc>
              <a:spcAft>
                <a:spcPts val="600"/>
              </a:spcAft>
            </a:pPr>
            <a:r>
              <a:rPr lang="zh-CN" altLang="en-US" sz="2300" b="1" i="0">
                <a:solidFill>
                  <a:srgbClr val="000000"/>
                </a:solidFill>
              </a:rPr>
              <a:t>位图（</a:t>
            </a:r>
            <a:r>
              <a:rPr lang="en-US" altLang="zh-CN" sz="2300" b="1" i="0">
                <a:solidFill>
                  <a:srgbClr val="000000"/>
                </a:solidFill>
              </a:rPr>
              <a:t>Bitmap</a:t>
            </a:r>
            <a:r>
              <a:rPr lang="zh-CN" altLang="en-US" sz="2300" b="1" i="0">
                <a:solidFill>
                  <a:srgbClr val="000000"/>
                </a:solidFill>
              </a:rPr>
              <a:t>）</a:t>
            </a:r>
            <a:endParaRPr lang="zh-CN" altLang="en-US" sz="2300" b="1" i="0">
              <a:solidFill>
                <a:srgbClr val="000000"/>
              </a:solidFill>
            </a:endParaRPr>
          </a:p>
          <a:p>
            <a:pPr marL="0" indent="0">
              <a:lnSpc>
                <a:spcPct val="120000"/>
              </a:lnSpc>
              <a:buFont typeface="Arial" panose="020B0604020202090204"/>
              <a:buChar char="•"/>
            </a:pPr>
            <a:r>
              <a:rPr lang="zh-CN" altLang="en-US" sz="1700" b="0" i="0">
                <a:solidFill>
                  <a:srgbClr val="000000"/>
                </a:solidFill>
              </a:rPr>
              <a:t>位图是一张“按位标记的表”。</a:t>
            </a:r>
            <a:endParaRPr lang="zh-CN" altLang="en-US" sz="1700" b="0" i="0">
              <a:solidFill>
                <a:srgbClr val="000000"/>
              </a:solidFill>
            </a:endParaRPr>
          </a:p>
          <a:p>
            <a:pPr marL="0" indent="0">
              <a:lnSpc>
                <a:spcPct val="120000"/>
              </a:lnSpc>
              <a:buFont typeface="Arial" panose="020B0604020202090204"/>
              <a:buChar char="•"/>
            </a:pPr>
            <a:r>
              <a:rPr lang="zh-CN" altLang="en-US" sz="1700" b="0" i="0">
                <a:solidFill>
                  <a:srgbClr val="000000"/>
                </a:solidFill>
              </a:rPr>
              <a:t>每个磁盘块对应</a:t>
            </a:r>
            <a:r>
              <a:rPr lang="en-US" altLang="zh-CN" sz="1700" b="0" i="0">
                <a:solidFill>
                  <a:srgbClr val="000000"/>
                </a:solidFill>
              </a:rPr>
              <a:t> 1 </a:t>
            </a:r>
            <a:r>
              <a:rPr lang="zh-CN" altLang="en-US" sz="1700" b="0" i="0">
                <a:solidFill>
                  <a:srgbClr val="000000"/>
                </a:solidFill>
              </a:rPr>
              <a:t>位：</a:t>
            </a:r>
            <a:endParaRPr lang="zh-CN" altLang="en-US" sz="1700" b="0" i="0">
              <a:solidFill>
                <a:srgbClr val="000000"/>
              </a:solidFill>
            </a:endParaRPr>
          </a:p>
          <a:p>
            <a:pPr lvl="2" indent="0">
              <a:lnSpc>
                <a:spcPct val="120000"/>
              </a:lnSpc>
              <a:buFont typeface="Arial" panose="020B0604020202090204"/>
              <a:buChar char="◦"/>
            </a:pPr>
            <a:r>
              <a:rPr lang="en-US" altLang="zh-CN" sz="1700" b="0" i="0">
                <a:solidFill>
                  <a:srgbClr val="000000"/>
                </a:solidFill>
              </a:rPr>
              <a:t>1/0 → </a:t>
            </a:r>
            <a:r>
              <a:rPr lang="zh-CN" altLang="en-US" sz="1700" b="0" i="0">
                <a:solidFill>
                  <a:srgbClr val="000000"/>
                </a:solidFill>
              </a:rPr>
              <a:t>空闲</a:t>
            </a:r>
            <a:endParaRPr lang="zh-CN" altLang="en-US" sz="1700" b="0" i="0">
              <a:solidFill>
                <a:srgbClr val="000000"/>
              </a:solidFill>
            </a:endParaRPr>
          </a:p>
          <a:p>
            <a:pPr lvl="2" indent="0">
              <a:lnSpc>
                <a:spcPct val="120000"/>
              </a:lnSpc>
              <a:buFont typeface="Arial" panose="020B0604020202090204"/>
              <a:buChar char="◦"/>
            </a:pPr>
            <a:r>
              <a:rPr lang="en-US" altLang="zh-CN" sz="1700" b="0" i="0">
                <a:solidFill>
                  <a:srgbClr val="000000"/>
                </a:solidFill>
              </a:rPr>
              <a:t>0/1 → </a:t>
            </a:r>
            <a:r>
              <a:rPr lang="zh-CN" altLang="en-US" sz="1700" b="0" i="0">
                <a:solidFill>
                  <a:srgbClr val="000000"/>
                </a:solidFill>
              </a:rPr>
              <a:t>已占用</a:t>
            </a:r>
            <a:endParaRPr lang="zh-CN" altLang="en-US" sz="1700" b="0" i="0">
              <a:solidFill>
                <a:srgbClr val="000000"/>
              </a:solidFill>
            </a:endParaRPr>
          </a:p>
        </p:txBody>
      </p:sp>
      <p:sp>
        <p:nvSpPr>
          <p:cNvPr id="8" name="文本框 7"/>
          <p:cNvSpPr txBox="1"/>
          <p:nvPr/>
        </p:nvSpPr>
        <p:spPr>
          <a:xfrm>
            <a:off x="7231380" y="3098800"/>
            <a:ext cx="4922520" cy="1383665"/>
          </a:xfrm>
          <a:prstGeom prst="rect">
            <a:avLst/>
          </a:prstGeom>
          <a:solidFill>
            <a:schemeClr val="accent5">
              <a:lumMod val="20000"/>
              <a:lumOff val="80000"/>
            </a:schemeClr>
          </a:solidFill>
        </p:spPr>
        <p:txBody>
          <a:bodyPr wrap="square">
            <a:spAutoFit/>
          </a:bodyPr>
          <a:p>
            <a:pPr indent="0" fontAlgn="auto">
              <a:spcAft>
                <a:spcPts val="600"/>
              </a:spcAft>
            </a:pPr>
            <a:r>
              <a:rPr lang="zh-CN" altLang="en-US" sz="2300" b="1" i="0">
                <a:solidFill>
                  <a:srgbClr val="000000"/>
                </a:solidFill>
              </a:rPr>
              <a:t>空闲表（</a:t>
            </a:r>
            <a:r>
              <a:rPr lang="en-US" altLang="zh-CN" sz="2300" b="1" i="0">
                <a:solidFill>
                  <a:srgbClr val="000000"/>
                </a:solidFill>
              </a:rPr>
              <a:t>Free List</a:t>
            </a:r>
            <a:r>
              <a:rPr lang="zh-CN" altLang="en-US" sz="2300" b="1" i="0">
                <a:solidFill>
                  <a:srgbClr val="000000"/>
                </a:solidFill>
              </a:rPr>
              <a:t>）</a:t>
            </a:r>
            <a:endParaRPr lang="zh-CN" altLang="en-US" sz="2300" b="1" i="0">
              <a:solidFill>
                <a:srgbClr val="000000"/>
              </a:solidFill>
            </a:endParaRPr>
          </a:p>
          <a:p>
            <a:pPr marL="0" indent="0">
              <a:lnSpc>
                <a:spcPct val="110000"/>
              </a:lnSpc>
              <a:buFont typeface="Arial" panose="020B0604020202090204"/>
              <a:buChar char="•"/>
            </a:pPr>
            <a:r>
              <a:rPr lang="zh-CN" altLang="en-US" sz="1700" b="0" i="0">
                <a:solidFill>
                  <a:srgbClr val="000000"/>
                </a:solidFill>
              </a:rPr>
              <a:t>空闲表就是一个</a:t>
            </a:r>
            <a:r>
              <a:rPr lang="en-US" altLang="zh-CN" sz="1700" b="0" i="0">
                <a:solidFill>
                  <a:srgbClr val="000000"/>
                </a:solidFill>
              </a:rPr>
              <a:t> </a:t>
            </a:r>
            <a:r>
              <a:rPr lang="zh-CN" altLang="en-US" sz="1700" b="0" i="0">
                <a:solidFill>
                  <a:srgbClr val="000000"/>
                </a:solidFill>
              </a:rPr>
              <a:t>“空闲块号的列表”。</a:t>
            </a:r>
            <a:endParaRPr lang="zh-CN" altLang="en-US" sz="1700" b="0" i="0">
              <a:solidFill>
                <a:srgbClr val="000000"/>
              </a:solidFill>
            </a:endParaRPr>
          </a:p>
          <a:p>
            <a:pPr marL="0" indent="0">
              <a:lnSpc>
                <a:spcPct val="110000"/>
              </a:lnSpc>
              <a:buFont typeface="Arial" panose="020B0604020202090204"/>
              <a:buChar char="•"/>
            </a:pPr>
            <a:r>
              <a:rPr lang="zh-CN" altLang="en-US" sz="1700" b="0" i="0">
                <a:solidFill>
                  <a:srgbClr val="000000"/>
                </a:solidFill>
              </a:rPr>
              <a:t>文件系统直接保存所有空闲块号。</a:t>
            </a:r>
            <a:endParaRPr lang="zh-CN" altLang="en-US" sz="1700" b="0" i="0">
              <a:solidFill>
                <a:srgbClr val="000000"/>
              </a:solidFill>
            </a:endParaRPr>
          </a:p>
          <a:p>
            <a:pPr marL="0" indent="0">
              <a:lnSpc>
                <a:spcPct val="110000"/>
              </a:lnSpc>
              <a:buFont typeface="Arial" panose="020B0604020202090204"/>
              <a:buChar char="•"/>
            </a:pPr>
            <a:r>
              <a:rPr lang="zh-CN" altLang="en-US" sz="1700" b="0" i="0">
                <a:solidFill>
                  <a:srgbClr val="000000"/>
                </a:solidFill>
              </a:rPr>
              <a:t>每个条目存储块号（</a:t>
            </a:r>
            <a:r>
              <a:rPr lang="en-US" altLang="zh-CN" sz="1700" b="0" i="0">
                <a:solidFill>
                  <a:srgbClr val="000000"/>
                </a:solidFill>
              </a:rPr>
              <a:t>D </a:t>
            </a:r>
            <a:r>
              <a:rPr lang="zh-CN" altLang="en-US" sz="1700" b="0" i="0">
                <a:solidFill>
                  <a:srgbClr val="000000"/>
                </a:solidFill>
              </a:rPr>
              <a:t>位，如 </a:t>
            </a:r>
            <a:r>
              <a:rPr lang="en-US" altLang="zh-CN" sz="1700" b="0" i="0">
                <a:solidFill>
                  <a:srgbClr val="000000"/>
                </a:solidFill>
              </a:rPr>
              <a:t>16 </a:t>
            </a:r>
            <a:r>
              <a:rPr lang="zh-CN" altLang="en-US" sz="1700" b="0" i="0">
                <a:solidFill>
                  <a:srgbClr val="000000"/>
                </a:solidFill>
              </a:rPr>
              <a:t>位表示一个块号）</a:t>
            </a:r>
            <a:endParaRPr lang="zh-CN" altLang="en-US" sz="1700" b="0" i="0">
              <a:solidFill>
                <a:srgbClr val="000000"/>
              </a:solidFill>
            </a:endParaRPr>
          </a:p>
        </p:txBody>
      </p:sp>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记录空闲块</a:t>
            </a:r>
            <a:r>
              <a:rPr lang="en-US" altLang="zh-CN" sz="3200" b="1" dirty="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的</a:t>
            </a:r>
            <a:r>
              <a:rPr lang="en-US" altLang="zh-CN" sz="3200" b="1" dirty="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空间开销</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a:xfrm>
            <a:off x="120650" y="674370"/>
            <a:ext cx="9660890" cy="679450"/>
          </a:xfrm>
        </p:spPr>
        <p:txBody>
          <a:bodyPr/>
          <a:lstStyle/>
          <a:p>
            <a:pPr>
              <a:lnSpc>
                <a:spcPct val="150000"/>
              </a:lnSpc>
            </a:pPr>
            <a:r>
              <a:rPr lang="zh-CN" altLang="en-US" b="1" dirty="0">
                <a:latin typeface="微软雅黑" panose="020B0503020204020204" pitchFamily="34" charset="-122"/>
                <a:ea typeface="微软雅黑" panose="020B0503020204020204" pitchFamily="34" charset="-122"/>
              </a:rPr>
              <a:t>使用磁盘块链表</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有多少个空闲磁盘块</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就有多少个空闲块号</a:t>
            </a:r>
            <a:endParaRPr lang="zh-CN" altLang="en-US"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50000"/>
              </a:lnSpc>
            </a:pPr>
            <a:endParaRPr lang="zh-CN" altLang="en-US" sz="3600" dirty="0"/>
          </a:p>
        </p:txBody>
      </p:sp>
      <p:sp>
        <p:nvSpPr>
          <p:cNvPr id="4" name="文本占位符 3"/>
          <p:cNvSpPr>
            <a:spLocks noGrp="1"/>
          </p:cNvSpPr>
          <p:nvPr>
            <p:ph type="body" sz="quarter" idx="15"/>
          </p:nvPr>
        </p:nvSpPr>
        <p:spPr/>
        <p:txBody>
          <a:bodyPr/>
          <a:lstStyle/>
          <a:p>
            <a:r>
              <a:rPr lang="en-US" altLang="zh-CN" dirty="0"/>
              <a:t>32</a:t>
            </a:r>
            <a:endParaRPr lang="zh-CN" altLang="en-US" dirty="0"/>
          </a:p>
        </p:txBody>
      </p:sp>
      <p:sp>
        <p:nvSpPr>
          <p:cNvPr id="5" name="文本占位符 2"/>
          <p:cNvSpPr txBox="1"/>
          <p:nvPr/>
        </p:nvSpPr>
        <p:spPr>
          <a:xfrm>
            <a:off x="120378" y="1116034"/>
            <a:ext cx="9261231" cy="387941"/>
          </a:xfrm>
          <a:prstGeom prst="rect">
            <a:avLst/>
          </a:prstGeom>
        </p:spPr>
        <p:txBody>
          <a:bodyPr/>
          <a:lstStyle>
            <a:lvl1pPr marL="0" indent="0" algn="l" defTabSz="914400" rtl="0" eaLnBrk="1" latinLnBrk="0" hangingPunct="1">
              <a:lnSpc>
                <a:spcPct val="90000"/>
              </a:lnSpc>
              <a:spcBef>
                <a:spcPts val="1000"/>
              </a:spcBef>
              <a:buFont typeface="Arial" panose="020B0604020202090204" pitchFamily="34" charset="0"/>
              <a:buNone/>
              <a:defRPr sz="2400" b="1"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pPr>
            <a:r>
              <a:rPr lang="zh-CN" altLang="en-US" b="1" dirty="0">
                <a:latin typeface="微软雅黑" panose="020B0503020204020204" pitchFamily="34" charset="-122"/>
                <a:ea typeface="微软雅黑" panose="020B0503020204020204" pitchFamily="34" charset="-122"/>
              </a:rPr>
              <a:t>使用位图</a:t>
            </a:r>
            <a:r>
              <a:rPr lang="en-US" altLang="zh-CN" dirty="0">
                <a:latin typeface="微软雅黑" panose="020B0503020204020204" pitchFamily="34" charset="-122"/>
                <a:ea typeface="微软雅黑" panose="020B0503020204020204" pitchFamily="34" charset="-122"/>
              </a:rPr>
              <a:t>:  </a:t>
            </a:r>
            <a:r>
              <a:rPr lang="en-US" altLang="zh-CN" i="1" dirty="0">
                <a:latin typeface="微软雅黑" panose="020B0503020204020204" pitchFamily="34" charset="-122"/>
                <a:ea typeface="微软雅黑" panose="020B0503020204020204" pitchFamily="34" charset="-122"/>
              </a:rPr>
              <a:t>n </a:t>
            </a:r>
            <a:r>
              <a:rPr lang="zh-CN" altLang="en-US" dirty="0">
                <a:latin typeface="微软雅黑" panose="020B0503020204020204" pitchFamily="34" charset="-122"/>
                <a:ea typeface="微软雅黑" panose="020B0503020204020204" pitchFamily="34" charset="-122"/>
              </a:rPr>
              <a:t>个块的磁盘需要</a:t>
            </a:r>
            <a:r>
              <a:rPr lang="en-US" altLang="zh-CN" i="1" dirty="0">
                <a:latin typeface="微软雅黑" panose="020B0503020204020204" pitchFamily="34" charset="-122"/>
                <a:ea typeface="微软雅黑" panose="020B0503020204020204" pitchFamily="34" charset="-122"/>
              </a:rPr>
              <a:t>n </a:t>
            </a:r>
            <a:r>
              <a:rPr lang="zh-CN" altLang="en-US" dirty="0">
                <a:latin typeface="微软雅黑" panose="020B0503020204020204" pitchFamily="34" charset="-122"/>
                <a:ea typeface="微软雅黑" panose="020B0503020204020204" pitchFamily="34" charset="-122"/>
              </a:rPr>
              <a:t>位位图</a:t>
            </a:r>
            <a:endParaRPr lang="en-US" altLang="zh-CN" dirty="0">
              <a:latin typeface="微软雅黑" panose="020B0503020204020204" pitchFamily="34" charset="-122"/>
              <a:ea typeface="微软雅黑" panose="020B0503020204020204" pitchFamily="34" charset="-122"/>
            </a:endParaRPr>
          </a:p>
          <a:p>
            <a:pPr>
              <a:lnSpc>
                <a:spcPct val="150000"/>
              </a:lnSpc>
            </a:pPr>
            <a:endParaRPr lang="zh-CN" altLang="en-US" sz="4800" dirty="0"/>
          </a:p>
        </p:txBody>
      </p:sp>
      <p:sp>
        <p:nvSpPr>
          <p:cNvPr id="7" name="文本框 6"/>
          <p:cNvSpPr txBox="1"/>
          <p:nvPr/>
        </p:nvSpPr>
        <p:spPr>
          <a:xfrm>
            <a:off x="459740" y="1774190"/>
            <a:ext cx="5443220" cy="4918075"/>
          </a:xfrm>
          <a:prstGeom prst="rect">
            <a:avLst/>
          </a:prstGeom>
        </p:spPr>
        <p:txBody>
          <a:bodyPr wrap="square">
            <a:spAutoFit/>
          </a:bodyPr>
          <a:p>
            <a:pPr marL="0" indent="0">
              <a:lnSpc>
                <a:spcPct val="110000"/>
              </a:lnSpc>
              <a:spcAft>
                <a:spcPct val="60000"/>
              </a:spcAft>
            </a:pPr>
            <a:r>
              <a:rPr lang="zh-CN" altLang="en-US" sz="2100" b="1" i="0">
                <a:solidFill>
                  <a:srgbClr val="000000"/>
                </a:solidFill>
              </a:rPr>
              <a:t>空间对比条件</a:t>
            </a:r>
            <a:endParaRPr lang="zh-CN" altLang="en-US" sz="2100" b="1" i="0">
              <a:solidFill>
                <a:srgbClr val="000000"/>
              </a:solidFill>
            </a:endParaRPr>
          </a:p>
          <a:p>
            <a:pPr marL="0" indent="0">
              <a:lnSpc>
                <a:spcPct val="110000"/>
              </a:lnSpc>
            </a:pPr>
            <a:r>
              <a:rPr lang="zh-CN" altLang="en-US" sz="2100" b="0" i="0">
                <a:solidFill>
                  <a:srgbClr val="000000"/>
                </a:solidFill>
              </a:rPr>
              <a:t>设：</a:t>
            </a:r>
            <a:endParaRPr lang="zh-CN" altLang="en-US" sz="2100" b="0" i="0">
              <a:solidFill>
                <a:srgbClr val="000000"/>
              </a:solidFill>
            </a:endParaRPr>
          </a:p>
          <a:p>
            <a:pPr marL="457200" lvl="1" indent="0">
              <a:lnSpc>
                <a:spcPct val="110000"/>
              </a:lnSpc>
              <a:buFont typeface="Arial" panose="020B0604020202090204"/>
              <a:buChar char="•"/>
            </a:pPr>
            <a:r>
              <a:rPr lang="en-US" altLang="zh-CN" sz="2100" b="0" i="0">
                <a:solidFill>
                  <a:srgbClr val="000000"/>
                </a:solidFill>
              </a:rPr>
              <a:t>D = </a:t>
            </a:r>
            <a:r>
              <a:rPr lang="zh-CN" altLang="en-US" sz="2100" b="0" i="0">
                <a:solidFill>
                  <a:srgbClr val="000000"/>
                </a:solidFill>
              </a:rPr>
              <a:t>每个块号位数（通常 </a:t>
            </a:r>
            <a:r>
              <a:rPr lang="en-US" altLang="zh-CN" sz="2100" b="0" i="0">
                <a:solidFill>
                  <a:srgbClr val="000000"/>
                </a:solidFill>
              </a:rPr>
              <a:t>16 </a:t>
            </a:r>
            <a:r>
              <a:rPr lang="zh-CN" altLang="en-US" sz="2100" b="0" i="0">
                <a:solidFill>
                  <a:srgbClr val="000000"/>
                </a:solidFill>
              </a:rPr>
              <a:t>位）</a:t>
            </a:r>
            <a:endParaRPr lang="zh-CN" altLang="en-US" sz="2100" b="0" i="0">
              <a:solidFill>
                <a:srgbClr val="000000"/>
              </a:solidFill>
            </a:endParaRPr>
          </a:p>
          <a:p>
            <a:pPr marL="457200" lvl="1" indent="0">
              <a:lnSpc>
                <a:spcPct val="110000"/>
              </a:lnSpc>
              <a:buFont typeface="Arial" panose="020B0604020202090204"/>
              <a:buChar char="•"/>
            </a:pPr>
            <a:r>
              <a:rPr lang="en-US" altLang="zh-CN" sz="2100" b="0" i="0">
                <a:solidFill>
                  <a:srgbClr val="000000"/>
                </a:solidFill>
              </a:rPr>
              <a:t>B = </a:t>
            </a:r>
            <a:r>
              <a:rPr lang="zh-CN" altLang="en-US" sz="2100" b="0" i="0">
                <a:solidFill>
                  <a:srgbClr val="000000"/>
                </a:solidFill>
              </a:rPr>
              <a:t>磁盘总块数</a:t>
            </a:r>
            <a:endParaRPr lang="zh-CN" altLang="en-US" sz="2100" b="0" i="0">
              <a:solidFill>
                <a:srgbClr val="000000"/>
              </a:solidFill>
            </a:endParaRPr>
          </a:p>
          <a:p>
            <a:pPr marL="457200" lvl="1" indent="0">
              <a:lnSpc>
                <a:spcPct val="110000"/>
              </a:lnSpc>
              <a:buFont typeface="Arial" panose="020B0604020202090204"/>
              <a:buChar char="•"/>
            </a:pPr>
            <a:r>
              <a:rPr lang="en-US" altLang="zh-CN" sz="2100" b="0" i="0">
                <a:solidFill>
                  <a:srgbClr val="000000"/>
                </a:solidFill>
              </a:rPr>
              <a:t>F = </a:t>
            </a:r>
            <a:r>
              <a:rPr lang="zh-CN" altLang="en-US" sz="2100" b="0" i="0">
                <a:solidFill>
                  <a:srgbClr val="000000"/>
                </a:solidFill>
              </a:rPr>
              <a:t>空闲块数</a:t>
            </a:r>
            <a:endParaRPr lang="zh-CN" altLang="en-US" sz="2100" b="0" i="0">
              <a:solidFill>
                <a:srgbClr val="000000"/>
              </a:solidFill>
            </a:endParaRPr>
          </a:p>
          <a:p>
            <a:pPr marL="0" indent="0">
              <a:lnSpc>
                <a:spcPct val="110000"/>
              </a:lnSpc>
            </a:pPr>
            <a:r>
              <a:rPr lang="zh-CN" altLang="en-US" sz="2100" b="0" i="0">
                <a:solidFill>
                  <a:srgbClr val="000000"/>
                </a:solidFill>
              </a:rPr>
              <a:t>则：</a:t>
            </a:r>
            <a:endParaRPr lang="zh-CN" altLang="en-US" sz="2100" b="0" i="0">
              <a:solidFill>
                <a:srgbClr val="000000"/>
              </a:solidFill>
            </a:endParaRPr>
          </a:p>
          <a:p>
            <a:pPr marL="457200" lvl="1" indent="0">
              <a:lnSpc>
                <a:spcPct val="110000"/>
              </a:lnSpc>
              <a:buFont typeface="Arial" panose="020B0604020202090204"/>
              <a:buChar char="•"/>
            </a:pPr>
            <a:r>
              <a:rPr lang="zh-CN" altLang="en-US" sz="2100" b="0" i="0">
                <a:solidFill>
                  <a:srgbClr val="000000"/>
                </a:solidFill>
              </a:rPr>
              <a:t>空闲表空间：</a:t>
            </a:r>
            <a:r>
              <a:rPr lang="en-US" altLang="zh-CN" sz="2100" b="0" i="0">
                <a:solidFill>
                  <a:srgbClr val="000000"/>
                </a:solidFill>
              </a:rPr>
              <a:t>F × D bits</a:t>
            </a:r>
            <a:endParaRPr lang="en-US" altLang="zh-CN" sz="2100" b="0" i="0">
              <a:solidFill>
                <a:srgbClr val="000000"/>
              </a:solidFill>
            </a:endParaRPr>
          </a:p>
          <a:p>
            <a:pPr marL="457200" lvl="1" indent="0">
              <a:lnSpc>
                <a:spcPct val="110000"/>
              </a:lnSpc>
              <a:buFont typeface="Arial" panose="020B0604020202090204"/>
              <a:buChar char="•"/>
            </a:pPr>
            <a:r>
              <a:rPr lang="zh-CN" altLang="en-US" sz="2100" b="0" i="0">
                <a:solidFill>
                  <a:srgbClr val="000000"/>
                </a:solidFill>
              </a:rPr>
              <a:t>位图空间：</a:t>
            </a:r>
            <a:r>
              <a:rPr lang="en-US" altLang="zh-CN" sz="2100" b="0" i="0">
                <a:solidFill>
                  <a:srgbClr val="000000"/>
                </a:solidFill>
              </a:rPr>
              <a:t>B bits</a:t>
            </a:r>
            <a:endParaRPr lang="en-US" altLang="zh-CN" sz="2100" b="0" i="0">
              <a:solidFill>
                <a:srgbClr val="000000"/>
              </a:solidFill>
            </a:endParaRPr>
          </a:p>
          <a:p>
            <a:pPr marL="0" indent="0">
              <a:lnSpc>
                <a:spcPct val="110000"/>
              </a:lnSpc>
            </a:pPr>
            <a:endParaRPr lang="zh-CN" altLang="en-US" sz="2100" b="0" i="0">
              <a:solidFill>
                <a:srgbClr val="000000"/>
              </a:solidFill>
            </a:endParaRPr>
          </a:p>
          <a:p>
            <a:pPr marL="0" indent="0">
              <a:lnSpc>
                <a:spcPct val="110000"/>
              </a:lnSpc>
            </a:pPr>
            <a:r>
              <a:rPr lang="zh-CN" altLang="en-US" sz="2100" b="0" i="0">
                <a:solidFill>
                  <a:srgbClr val="000000"/>
                </a:solidFill>
              </a:rPr>
              <a:t>位图更小的条件：</a:t>
            </a:r>
            <a:endParaRPr lang="zh-CN" altLang="en-US" sz="2100" b="0" i="0">
              <a:solidFill>
                <a:srgbClr val="000000"/>
              </a:solidFill>
            </a:endParaRPr>
          </a:p>
          <a:p>
            <a:pPr marL="0" indent="457200">
              <a:lnSpc>
                <a:spcPct val="110000"/>
              </a:lnSpc>
            </a:pPr>
            <a:endParaRPr lang="en-US" altLang="zh-CN" sz="2100" b="0" i="0">
              <a:solidFill>
                <a:srgbClr val="000000"/>
              </a:solidFill>
            </a:endParaRPr>
          </a:p>
          <a:p>
            <a:pPr marL="0" indent="457200">
              <a:lnSpc>
                <a:spcPct val="110000"/>
              </a:lnSpc>
            </a:pPr>
            <a:r>
              <a:rPr lang="en-US" altLang="zh-CN" sz="2100" b="0" i="0">
                <a:solidFill>
                  <a:srgbClr val="000000"/>
                </a:solidFill>
              </a:rPr>
              <a:t>B&lt;F×D ⇒  F/B&gt; 1/D</a:t>
            </a:r>
            <a:endParaRPr lang="en-US" altLang="zh-CN" sz="2100" b="0" i="0">
              <a:solidFill>
                <a:srgbClr val="000000"/>
              </a:solidFill>
            </a:endParaRPr>
          </a:p>
          <a:p>
            <a:pPr marL="0" indent="0">
              <a:lnSpc>
                <a:spcPct val="110000"/>
              </a:lnSpc>
            </a:pPr>
            <a:endParaRPr lang="zh-CN" altLang="en-US" sz="2100" b="0" i="0">
              <a:solidFill>
                <a:srgbClr val="000000"/>
              </a:solidFill>
            </a:endParaRPr>
          </a:p>
        </p:txBody>
      </p:sp>
      <p:sp>
        <p:nvSpPr>
          <p:cNvPr id="8" name="文本框 7"/>
          <p:cNvSpPr txBox="1"/>
          <p:nvPr/>
        </p:nvSpPr>
        <p:spPr>
          <a:xfrm>
            <a:off x="5443855" y="4877435"/>
            <a:ext cx="6400800" cy="1814830"/>
          </a:xfrm>
          <a:prstGeom prst="rect">
            <a:avLst/>
          </a:prstGeom>
          <a:solidFill>
            <a:schemeClr val="accent6">
              <a:lumMod val="20000"/>
              <a:lumOff val="80000"/>
            </a:schemeClr>
          </a:solidFill>
        </p:spPr>
        <p:txBody>
          <a:bodyPr wrap="square" rtlCol="0" anchor="t">
            <a:spAutoFit/>
          </a:bodyPr>
          <a:p>
            <a:pPr marL="0" indent="0">
              <a:lnSpc>
                <a:spcPct val="140000"/>
              </a:lnSpc>
            </a:pPr>
            <a:r>
              <a:rPr lang="zh-CN" altLang="en-US" sz="2000">
                <a:solidFill>
                  <a:srgbClr val="000000"/>
                </a:solidFill>
                <a:sym typeface="+mn-ea"/>
              </a:rPr>
              <a:t>即：</a:t>
            </a:r>
            <a:endParaRPr lang="zh-CN" altLang="en-US" sz="2000" b="0" i="0">
              <a:solidFill>
                <a:srgbClr val="000000"/>
              </a:solidFill>
            </a:endParaRPr>
          </a:p>
          <a:p>
            <a:pPr marL="457200" lvl="1" indent="0">
              <a:lnSpc>
                <a:spcPct val="140000"/>
              </a:lnSpc>
            </a:pPr>
            <a:r>
              <a:rPr lang="zh-CN" altLang="en-US" sz="2000">
                <a:solidFill>
                  <a:srgbClr val="000000"/>
                </a:solidFill>
                <a:sym typeface="+mn-ea"/>
              </a:rPr>
              <a:t>当空闲比例</a:t>
            </a:r>
            <a:r>
              <a:rPr lang="en-US" altLang="zh-CN" sz="2000">
                <a:solidFill>
                  <a:srgbClr val="000000"/>
                </a:solidFill>
                <a:sym typeface="+mn-ea"/>
              </a:rPr>
              <a:t> F/B≥1/DF/B≥1/D</a:t>
            </a:r>
            <a:r>
              <a:rPr lang="zh-CN" altLang="en-US" sz="2000">
                <a:solidFill>
                  <a:srgbClr val="000000"/>
                </a:solidFill>
                <a:sym typeface="+mn-ea"/>
              </a:rPr>
              <a:t>（如 </a:t>
            </a:r>
            <a:r>
              <a:rPr lang="en-US" altLang="zh-CN" sz="2000">
                <a:solidFill>
                  <a:srgbClr val="000000"/>
                </a:solidFill>
                <a:sym typeface="+mn-ea"/>
              </a:rPr>
              <a:t>D=16 → 6.25%</a:t>
            </a:r>
            <a:r>
              <a:rPr lang="zh-CN" altLang="en-US" sz="2000">
                <a:solidFill>
                  <a:srgbClr val="000000"/>
                </a:solidFill>
                <a:sym typeface="+mn-ea"/>
              </a:rPr>
              <a:t>）时，位图更省空间。</a:t>
            </a:r>
            <a:endParaRPr lang="zh-CN" altLang="en-US" sz="2000" b="0" i="0">
              <a:solidFill>
                <a:srgbClr val="000000"/>
              </a:solidFill>
            </a:endParaRPr>
          </a:p>
          <a:p>
            <a:pPr marL="457200" lvl="1" indent="0">
              <a:lnSpc>
                <a:spcPct val="140000"/>
              </a:lnSpc>
            </a:pPr>
            <a:r>
              <a:rPr lang="zh-CN" altLang="en-US" sz="2000">
                <a:solidFill>
                  <a:srgbClr val="000000"/>
                </a:solidFill>
                <a:sym typeface="+mn-ea"/>
              </a:rPr>
              <a:t>当空闲比例 </a:t>
            </a:r>
            <a:r>
              <a:rPr lang="en-US" altLang="zh-CN" sz="2000">
                <a:solidFill>
                  <a:srgbClr val="000000"/>
                </a:solidFill>
                <a:sym typeface="+mn-ea"/>
              </a:rPr>
              <a:t>F/</a:t>
            </a:r>
            <a:r>
              <a:rPr lang="en-US" altLang="zh-CN" sz="2000">
                <a:solidFill>
                  <a:srgbClr val="000000"/>
                </a:solidFill>
                <a:sym typeface="+mn-ea"/>
              </a:rPr>
              <a:t>B &lt; 6.25% </a:t>
            </a:r>
            <a:r>
              <a:rPr lang="zh-CN" altLang="en-US" sz="2000">
                <a:solidFill>
                  <a:srgbClr val="000000"/>
                </a:solidFill>
                <a:sym typeface="+mn-ea"/>
              </a:rPr>
              <a:t>时，空闲表更省。</a:t>
            </a:r>
            <a:endParaRPr lang="zh-CN" altLang="en-US" sz="2000">
              <a:solidFill>
                <a:srgbClr val="000000"/>
              </a:solidFill>
              <a:sym typeface="+mn-ea"/>
            </a:endParaRPr>
          </a:p>
        </p:txBody>
      </p:sp>
      <p:graphicFrame>
        <p:nvGraphicFramePr>
          <p:cNvPr id="9" name="表格 8"/>
          <p:cNvGraphicFramePr/>
          <p:nvPr>
            <p:custDataLst>
              <p:tags r:id="rId1"/>
            </p:custDataLst>
          </p:nvPr>
        </p:nvGraphicFramePr>
        <p:xfrm>
          <a:off x="5443855" y="1581785"/>
          <a:ext cx="6400800" cy="3009265"/>
        </p:xfrm>
        <a:graphic>
          <a:graphicData uri="http://schemas.openxmlformats.org/drawingml/2006/table">
            <a:tbl>
              <a:tblPr firstRow="1" bandRow="1">
                <a:tableStyleId>{5C22544A-7EE6-4342-B048-85BDC9FD1C3A}</a:tableStyleId>
              </a:tblPr>
              <a:tblGrid>
                <a:gridCol w="1746250"/>
                <a:gridCol w="2520950"/>
                <a:gridCol w="2133600"/>
              </a:tblGrid>
              <a:tr h="431800">
                <a:tc>
                  <a:txBody>
                    <a:bodyPr/>
                    <a:p>
                      <a:pPr>
                        <a:buNone/>
                      </a:pPr>
                      <a:r>
                        <a:rPr lang="zh-CN" altLang="en-US"/>
                        <a:t>对比项</a:t>
                      </a:r>
                      <a:endParaRPr lang="zh-CN" altLang="en-US"/>
                    </a:p>
                  </a:txBody>
                  <a:tcPr/>
                </a:tc>
                <a:tc>
                  <a:txBody>
                    <a:bodyPr/>
                    <a:p>
                      <a:pPr>
                        <a:buNone/>
                      </a:pPr>
                      <a:r>
                        <a:rPr lang="zh-CN" altLang="en-US"/>
                        <a:t>位图 (Bitmap)</a:t>
                      </a:r>
                      <a:endParaRPr lang="zh-CN" altLang="en-US"/>
                    </a:p>
                  </a:txBody>
                  <a:tcPr/>
                </a:tc>
                <a:tc>
                  <a:txBody>
                    <a:bodyPr/>
                    <a:p>
                      <a:pPr>
                        <a:buNone/>
                      </a:pPr>
                      <a:r>
                        <a:rPr lang="zh-CN" altLang="en-US"/>
                        <a:t>空闲表 (Free List)</a:t>
                      </a:r>
                      <a:endParaRPr lang="zh-CN" altLang="en-US"/>
                    </a:p>
                  </a:txBody>
                  <a:tcPr/>
                </a:tc>
              </a:tr>
              <a:tr h="418465">
                <a:tc>
                  <a:txBody>
                    <a:bodyPr/>
                    <a:p>
                      <a:pPr>
                        <a:buNone/>
                      </a:pPr>
                      <a:r>
                        <a:rPr lang="zh-CN" altLang="en-US"/>
                        <a:t>结构</a:t>
                      </a:r>
                      <a:endParaRPr lang="zh-CN" altLang="en-US"/>
                    </a:p>
                  </a:txBody>
                  <a:tcPr/>
                </a:tc>
                <a:tc>
                  <a:txBody>
                    <a:bodyPr/>
                    <a:p>
                      <a:pPr>
                        <a:buNone/>
                      </a:pPr>
                      <a:r>
                        <a:rPr lang="zh-CN" altLang="en-US"/>
                        <a:t>每块 1 位标记</a:t>
                      </a:r>
                      <a:endParaRPr lang="zh-CN" altLang="en-US"/>
                    </a:p>
                  </a:txBody>
                  <a:tcPr/>
                </a:tc>
                <a:tc>
                  <a:txBody>
                    <a:bodyPr/>
                    <a:p>
                      <a:pPr>
                        <a:buNone/>
                      </a:pPr>
                      <a:r>
                        <a:rPr lang="zh-CN" altLang="en-US"/>
                        <a:t>列表存放空闲块号</a:t>
                      </a:r>
                      <a:endParaRPr lang="zh-CN" altLang="en-US"/>
                    </a:p>
                  </a:txBody>
                  <a:tcPr/>
                </a:tc>
              </a:tr>
              <a:tr h="431800">
                <a:tc>
                  <a:txBody>
                    <a:bodyPr/>
                    <a:p>
                      <a:pPr>
                        <a:buNone/>
                      </a:pPr>
                      <a:r>
                        <a:rPr lang="zh-CN" altLang="en-US"/>
                        <a:t>空间开销</a:t>
                      </a:r>
                      <a:endParaRPr lang="zh-CN" altLang="en-US"/>
                    </a:p>
                  </a:txBody>
                  <a:tcPr/>
                </a:tc>
                <a:tc>
                  <a:txBody>
                    <a:bodyPr/>
                    <a:p>
                      <a:pPr>
                        <a:buNone/>
                      </a:pPr>
                      <a:r>
                        <a:rPr lang="zh-CN" altLang="en-US"/>
                        <a:t>固定，与 F 无关</a:t>
                      </a:r>
                      <a:endParaRPr lang="zh-CN" altLang="en-US"/>
                    </a:p>
                  </a:txBody>
                  <a:tcPr/>
                </a:tc>
                <a:tc>
                  <a:txBody>
                    <a:bodyPr/>
                    <a:p>
                      <a:pPr>
                        <a:buNone/>
                      </a:pPr>
                      <a:r>
                        <a:rPr lang="zh-CN" altLang="en-US"/>
                        <a:t>与 F 成正比</a:t>
                      </a:r>
                      <a:endParaRPr lang="zh-CN" altLang="en-US"/>
                    </a:p>
                  </a:txBody>
                  <a:tcPr/>
                </a:tc>
              </a:tr>
              <a:tr h="431800">
                <a:tc>
                  <a:txBody>
                    <a:bodyPr/>
                    <a:p>
                      <a:pPr>
                        <a:buNone/>
                      </a:pPr>
                      <a:r>
                        <a:rPr lang="zh-CN" altLang="en-US"/>
                        <a:t>搜索速度</a:t>
                      </a:r>
                      <a:endParaRPr lang="zh-CN" altLang="en-US"/>
                    </a:p>
                  </a:txBody>
                  <a:tcPr/>
                </a:tc>
                <a:tc>
                  <a:txBody>
                    <a:bodyPr/>
                    <a:p>
                      <a:pPr>
                        <a:buNone/>
                      </a:pPr>
                      <a:r>
                        <a:rPr lang="zh-CN" altLang="en-US"/>
                        <a:t>快（位操作）</a:t>
                      </a:r>
                      <a:endParaRPr lang="zh-CN" altLang="en-US"/>
                    </a:p>
                  </a:txBody>
                  <a:tcPr/>
                </a:tc>
                <a:tc>
                  <a:txBody>
                    <a:bodyPr/>
                    <a:p>
                      <a:pPr>
                        <a:buNone/>
                      </a:pPr>
                      <a:r>
                        <a:rPr lang="zh-CN" altLang="en-US"/>
                        <a:t>慢（遍历）</a:t>
                      </a:r>
                      <a:endParaRPr lang="zh-CN" altLang="en-US"/>
                    </a:p>
                  </a:txBody>
                  <a:tcPr/>
                </a:tc>
              </a:tr>
              <a:tr h="431800">
                <a:tc>
                  <a:txBody>
                    <a:bodyPr/>
                    <a:p>
                      <a:pPr>
                        <a:buNone/>
                      </a:pPr>
                      <a:r>
                        <a:rPr lang="zh-CN" altLang="en-US"/>
                        <a:t>并行与局部性</a:t>
                      </a:r>
                      <a:endParaRPr lang="zh-CN" altLang="en-US"/>
                    </a:p>
                  </a:txBody>
                  <a:tcPr/>
                </a:tc>
                <a:tc>
                  <a:txBody>
                    <a:bodyPr/>
                    <a:p>
                      <a:pPr>
                        <a:buNone/>
                      </a:pPr>
                      <a:r>
                        <a:rPr lang="zh-CN" altLang="en-US"/>
                        <a:t>支持良好</a:t>
                      </a:r>
                      <a:endParaRPr lang="zh-CN" altLang="en-US"/>
                    </a:p>
                  </a:txBody>
                  <a:tcPr/>
                </a:tc>
                <a:tc>
                  <a:txBody>
                    <a:bodyPr/>
                    <a:p>
                      <a:pPr>
                        <a:buNone/>
                      </a:pPr>
                      <a:r>
                        <a:rPr lang="zh-CN" altLang="en-US"/>
                        <a:t>难实现</a:t>
                      </a:r>
                      <a:endParaRPr lang="zh-CN" altLang="en-US"/>
                    </a:p>
                  </a:txBody>
                  <a:tcPr/>
                </a:tc>
              </a:tr>
              <a:tr h="431800">
                <a:tc>
                  <a:txBody>
                    <a:bodyPr/>
                    <a:p>
                      <a:pPr>
                        <a:buNone/>
                      </a:pPr>
                      <a:r>
                        <a:rPr lang="zh-CN" altLang="en-US"/>
                        <a:t>适用场景</a:t>
                      </a:r>
                      <a:endParaRPr lang="zh-CN" altLang="en-US"/>
                    </a:p>
                  </a:txBody>
                  <a:tcPr/>
                </a:tc>
                <a:tc>
                  <a:txBody>
                    <a:bodyPr/>
                    <a:p>
                      <a:pPr>
                        <a:buNone/>
                      </a:pPr>
                      <a:r>
                        <a:rPr lang="zh-CN" altLang="en-US"/>
                        <a:t>大容量磁盘、空闲较多</a:t>
                      </a:r>
                      <a:endParaRPr lang="zh-CN" altLang="en-US"/>
                    </a:p>
                  </a:txBody>
                  <a:tcPr/>
                </a:tc>
                <a:tc>
                  <a:txBody>
                    <a:bodyPr/>
                    <a:p>
                      <a:pPr>
                        <a:buNone/>
                      </a:pPr>
                      <a:r>
                        <a:rPr lang="zh-CN" altLang="en-US"/>
                        <a:t>空闲极少或嵌入式</a:t>
                      </a:r>
                      <a:endParaRPr lang="zh-CN" altLang="en-US"/>
                    </a:p>
                  </a:txBody>
                  <a:tcPr/>
                </a:tc>
              </a:tr>
              <a:tr h="431800">
                <a:tc>
                  <a:txBody>
                    <a:bodyPr/>
                    <a:p>
                      <a:pPr>
                        <a:buNone/>
                      </a:pPr>
                      <a:r>
                        <a:rPr lang="zh-CN" altLang="en-US"/>
                        <a:t>文件系统实例</a:t>
                      </a:r>
                      <a:endParaRPr lang="zh-CN" altLang="en-US"/>
                    </a:p>
                  </a:txBody>
                  <a:tcPr/>
                </a:tc>
                <a:tc>
                  <a:txBody>
                    <a:bodyPr/>
                    <a:p>
                      <a:pPr>
                        <a:buNone/>
                      </a:pPr>
                      <a:r>
                        <a:rPr lang="zh-CN" altLang="en-US"/>
                        <a:t>EXT4、XFS、NTFS</a:t>
                      </a:r>
                      <a:endParaRPr lang="zh-CN" altLang="en-US"/>
                    </a:p>
                    <a:p>
                      <a:pPr>
                        <a:buNone/>
                      </a:pPr>
                      <a:r>
                        <a:rPr lang="zh-CN" altLang="en-US">
                          <a:solidFill>
                            <a:srgbClr val="FF0000"/>
                          </a:solidFill>
                        </a:rPr>
                        <a:t>现代主流</a:t>
                      </a:r>
                      <a:endParaRPr lang="zh-CN" altLang="en-US">
                        <a:solidFill>
                          <a:srgbClr val="FF0000"/>
                        </a:solidFill>
                      </a:endParaRPr>
                    </a:p>
                  </a:txBody>
                  <a:tcPr/>
                </a:tc>
                <a:tc>
                  <a:txBody>
                    <a:bodyPr/>
                    <a:p>
                      <a:pPr>
                        <a:buNone/>
                      </a:pPr>
                      <a:r>
                        <a:rPr lang="zh-CN" altLang="en-US"/>
                        <a:t>早期UNIX、DOS</a:t>
                      </a:r>
                      <a:endParaRPr lang="zh-CN" altLang="en-US"/>
                    </a:p>
                  </a:txBody>
                  <a:tcPr/>
                </a:tc>
              </a:tr>
            </a:tbl>
          </a:graphicData>
        </a:graphic>
      </p:graphicFrame>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5"/>
          </p:nvPr>
        </p:nvSpPr>
        <p:spPr/>
        <p:txBody>
          <a:bodyPr/>
          <a:lstStyle/>
          <a:p>
            <a:r>
              <a:rPr lang="en-US" altLang="zh-CN" dirty="0"/>
              <a:t>32</a:t>
            </a:r>
            <a:endParaRPr lang="zh-CN" altLang="en-US" dirty="0"/>
          </a:p>
        </p:txBody>
      </p:sp>
      <p:sp>
        <p:nvSpPr>
          <p:cNvPr id="7" name="文本框 6"/>
          <p:cNvSpPr txBox="1"/>
          <p:nvPr/>
        </p:nvSpPr>
        <p:spPr>
          <a:xfrm>
            <a:off x="76835" y="5052060"/>
            <a:ext cx="6965950" cy="1640205"/>
          </a:xfrm>
          <a:prstGeom prst="rect">
            <a:avLst/>
          </a:prstGeom>
        </p:spPr>
        <p:txBody>
          <a:bodyPr wrap="square">
            <a:spAutoFit/>
          </a:bodyPr>
          <a:p>
            <a:pPr marL="0" indent="0">
              <a:lnSpc>
                <a:spcPct val="120000"/>
              </a:lnSpc>
            </a:pPr>
            <a:r>
              <a:rPr lang="zh-CN" altLang="en-US" sz="2100" b="0" i="0">
                <a:solidFill>
                  <a:srgbClr val="000000"/>
                </a:solidFill>
                <a:latin typeface="-webkit-standard"/>
                <a:ea typeface="-webkit-standard"/>
              </a:rPr>
              <a:t>具体的例子：磁盘容量分别为： </a:t>
            </a:r>
            <a:r>
              <a:rPr lang="en-US" altLang="zh-CN" sz="2100" b="0" i="0">
                <a:solidFill>
                  <a:srgbClr val="000000"/>
                </a:solidFill>
                <a:latin typeface="-webkit-standard"/>
                <a:ea typeface="-webkit-standard"/>
              </a:rPr>
              <a:t>1T</a:t>
            </a:r>
            <a:r>
              <a:rPr lang="zh-CN" altLang="en-US" sz="2100" b="0" i="0">
                <a:solidFill>
                  <a:srgbClr val="000000"/>
                </a:solidFill>
                <a:latin typeface="-webkit-standard"/>
                <a:ea typeface="-webkit-standard"/>
              </a:rPr>
              <a:t>，</a:t>
            </a:r>
            <a:r>
              <a:rPr lang="en-US" altLang="zh-CN" sz="2100" b="0" i="0">
                <a:solidFill>
                  <a:srgbClr val="000000"/>
                </a:solidFill>
                <a:latin typeface="-webkit-standard"/>
                <a:ea typeface="-webkit-standard"/>
              </a:rPr>
              <a:t>2T</a:t>
            </a:r>
            <a:r>
              <a:rPr lang="zh-CN" altLang="en-US" sz="2100" b="0" i="0">
                <a:solidFill>
                  <a:srgbClr val="000000"/>
                </a:solidFill>
                <a:latin typeface="-webkit-standard"/>
                <a:ea typeface="-webkit-standard"/>
              </a:rPr>
              <a:t>，</a:t>
            </a:r>
            <a:r>
              <a:rPr lang="en-US" altLang="zh-CN" sz="2100" b="0" i="0">
                <a:solidFill>
                  <a:srgbClr val="000000"/>
                </a:solidFill>
                <a:latin typeface="-webkit-standard"/>
                <a:ea typeface="-webkit-standard"/>
              </a:rPr>
              <a:t>4TB</a:t>
            </a:r>
            <a:r>
              <a:rPr lang="zh-CN" altLang="en-US" sz="2100" b="0" i="0">
                <a:solidFill>
                  <a:srgbClr val="000000"/>
                </a:solidFill>
                <a:latin typeface="-webkit-standard"/>
                <a:ea typeface="-webkit-standard"/>
              </a:rPr>
              <a:t>，</a:t>
            </a:r>
            <a:r>
              <a:rPr lang="en-US" altLang="zh-CN" sz="2100" b="0" i="0">
                <a:solidFill>
                  <a:srgbClr val="000000"/>
                </a:solidFill>
                <a:latin typeface="-webkit-standard"/>
                <a:ea typeface="-webkit-standard"/>
              </a:rPr>
              <a:t>8TB</a:t>
            </a:r>
            <a:r>
              <a:rPr lang="zh-CN" altLang="en-US" sz="2100" b="0" i="0">
                <a:solidFill>
                  <a:srgbClr val="000000"/>
                </a:solidFill>
                <a:latin typeface="-webkit-standard"/>
                <a:ea typeface="-webkit-standard"/>
              </a:rPr>
              <a:t>，</a:t>
            </a:r>
            <a:r>
              <a:rPr lang="en-US" altLang="zh-CN" sz="2100" b="0" i="0">
                <a:solidFill>
                  <a:srgbClr val="000000"/>
                </a:solidFill>
                <a:latin typeface="-webkit-standard"/>
                <a:ea typeface="-webkit-standard"/>
              </a:rPr>
              <a:t>16TB</a:t>
            </a:r>
            <a:r>
              <a:rPr lang="zh-CN" altLang="en-US" sz="2100" b="0" i="0">
                <a:solidFill>
                  <a:srgbClr val="000000"/>
                </a:solidFill>
                <a:latin typeface="-webkit-standard"/>
                <a:ea typeface="-webkit-standard"/>
              </a:rPr>
              <a:t>， 每个磁盘块号的位数</a:t>
            </a:r>
            <a:r>
              <a:rPr lang="en-US" altLang="zh-CN" sz="2100" b="0" i="0">
                <a:solidFill>
                  <a:srgbClr val="000000"/>
                </a:solidFill>
                <a:latin typeface="-webkit-standard"/>
                <a:ea typeface="-webkit-standard"/>
              </a:rPr>
              <a:t>D = 16</a:t>
            </a:r>
            <a:r>
              <a:rPr lang="zh-CN" altLang="en-US" sz="2100" b="0" i="0">
                <a:solidFill>
                  <a:srgbClr val="000000"/>
                </a:solidFill>
                <a:latin typeface="-webkit-standard"/>
                <a:ea typeface="-webkit-standard"/>
              </a:rPr>
              <a:t>， 块大小为</a:t>
            </a:r>
            <a:r>
              <a:rPr lang="en-US" altLang="zh-CN" sz="2100" b="0" i="0">
                <a:solidFill>
                  <a:srgbClr val="000000"/>
                </a:solidFill>
                <a:latin typeface="-webkit-standard"/>
                <a:ea typeface="-webkit-standard"/>
              </a:rPr>
              <a:t> 4kB；</a:t>
            </a:r>
            <a:r>
              <a:rPr lang="zh-CN" altLang="en-US" sz="2100" b="0" i="0">
                <a:solidFill>
                  <a:srgbClr val="000000"/>
                </a:solidFill>
                <a:latin typeface="-webkit-standard"/>
                <a:ea typeface="-webkit-standard"/>
              </a:rPr>
              <a:t>分别计算空闲块占比 </a:t>
            </a:r>
            <a:r>
              <a:rPr lang="en-US" altLang="zh-CN" sz="2100" b="0" i="0">
                <a:solidFill>
                  <a:srgbClr val="000000"/>
                </a:solidFill>
                <a:latin typeface="-webkit-standard"/>
                <a:ea typeface="-webkit-standard"/>
              </a:rPr>
              <a:t>5%</a:t>
            </a:r>
            <a:r>
              <a:rPr lang="zh-CN" altLang="en-US" sz="2100" b="0" i="0">
                <a:solidFill>
                  <a:srgbClr val="000000"/>
                </a:solidFill>
                <a:latin typeface="-webkit-standard"/>
                <a:ea typeface="-webkit-standard"/>
              </a:rPr>
              <a:t>，</a:t>
            </a:r>
            <a:r>
              <a:rPr lang="en-US" altLang="zh-CN" sz="2100" b="0" i="0">
                <a:solidFill>
                  <a:srgbClr val="000000"/>
                </a:solidFill>
                <a:latin typeface="-webkit-standard"/>
                <a:ea typeface="-webkit-standard"/>
              </a:rPr>
              <a:t>10%</a:t>
            </a:r>
            <a:r>
              <a:rPr lang="zh-CN" altLang="en-US" sz="2100" b="0" i="0">
                <a:solidFill>
                  <a:srgbClr val="000000"/>
                </a:solidFill>
                <a:latin typeface="-webkit-standard"/>
                <a:ea typeface="-webkit-standard"/>
              </a:rPr>
              <a:t>，</a:t>
            </a:r>
            <a:r>
              <a:rPr lang="en-US" altLang="zh-CN" sz="2100" b="0" i="0">
                <a:solidFill>
                  <a:srgbClr val="000000"/>
                </a:solidFill>
                <a:latin typeface="-webkit-standard"/>
                <a:ea typeface="-webkit-standard"/>
              </a:rPr>
              <a:t>20%</a:t>
            </a:r>
            <a:r>
              <a:rPr lang="zh-CN" altLang="en-US" sz="2100" b="0" i="0">
                <a:solidFill>
                  <a:srgbClr val="000000"/>
                </a:solidFill>
                <a:latin typeface="-webkit-standard"/>
                <a:ea typeface="-webkit-standard"/>
              </a:rPr>
              <a:t>，</a:t>
            </a:r>
            <a:r>
              <a:rPr lang="en-US" altLang="zh-CN" sz="2100" b="0" i="0">
                <a:solidFill>
                  <a:srgbClr val="000000"/>
                </a:solidFill>
                <a:latin typeface="-webkit-standard"/>
                <a:ea typeface="-webkit-standard"/>
              </a:rPr>
              <a:t>40%</a:t>
            </a:r>
            <a:r>
              <a:rPr lang="zh-CN" altLang="en-US" sz="2100" b="0" i="0">
                <a:solidFill>
                  <a:srgbClr val="000000"/>
                </a:solidFill>
                <a:latin typeface="-webkit-standard"/>
                <a:ea typeface="-webkit-standard"/>
              </a:rPr>
              <a:t>， </a:t>
            </a:r>
            <a:r>
              <a:rPr lang="en-US" altLang="zh-CN" sz="2100" b="0" i="0">
                <a:solidFill>
                  <a:srgbClr val="000000"/>
                </a:solidFill>
                <a:latin typeface="-webkit-standard"/>
                <a:ea typeface="-webkit-standard"/>
              </a:rPr>
              <a:t>80% </a:t>
            </a:r>
            <a:r>
              <a:rPr lang="zh-CN" altLang="en-US" sz="2100" b="0" i="0">
                <a:solidFill>
                  <a:srgbClr val="000000"/>
                </a:solidFill>
                <a:latin typeface="-webkit-standard"/>
                <a:ea typeface="-webkit-standard"/>
              </a:rPr>
              <a:t>的情况下，空闲表和位图分别所占空间比较图。</a:t>
            </a:r>
            <a:endParaRPr lang="zh-CN" altLang="en-US" sz="2100" b="0" i="0">
              <a:solidFill>
                <a:srgbClr val="000000"/>
              </a:solidFill>
              <a:latin typeface="-webkit-standard"/>
              <a:ea typeface="-webkit-standard"/>
            </a:endParaRPr>
          </a:p>
        </p:txBody>
      </p:sp>
      <p:pic>
        <p:nvPicPr>
          <p:cNvPr id="8" name="图片 7"/>
          <p:cNvPicPr>
            <a:picLocks noChangeAspect="1"/>
          </p:cNvPicPr>
          <p:nvPr>
            <p:custDataLst>
              <p:tags r:id="rId1"/>
            </p:custDataLst>
          </p:nvPr>
        </p:nvPicPr>
        <p:blipFill>
          <a:blip r:embed="rId2"/>
          <a:stretch>
            <a:fillRect/>
          </a:stretch>
        </p:blipFill>
        <p:spPr>
          <a:xfrm>
            <a:off x="3613785" y="90805"/>
            <a:ext cx="3295650" cy="4944745"/>
          </a:xfrm>
          <a:prstGeom prst="rect">
            <a:avLst/>
          </a:prstGeom>
        </p:spPr>
      </p:pic>
      <p:pic>
        <p:nvPicPr>
          <p:cNvPr id="9" name="图片 8"/>
          <p:cNvPicPr>
            <a:picLocks noChangeAspect="1"/>
          </p:cNvPicPr>
          <p:nvPr>
            <p:custDataLst>
              <p:tags r:id="rId3"/>
            </p:custDataLst>
          </p:nvPr>
        </p:nvPicPr>
        <p:blipFill>
          <a:blip r:embed="rId4"/>
          <a:stretch>
            <a:fillRect/>
          </a:stretch>
        </p:blipFill>
        <p:spPr>
          <a:xfrm>
            <a:off x="7151370" y="90805"/>
            <a:ext cx="4572000" cy="6858000"/>
          </a:xfrm>
          <a:prstGeom prst="rect">
            <a:avLst/>
          </a:prstGeom>
        </p:spPr>
      </p:pic>
      <p:sp>
        <p:nvSpPr>
          <p:cNvPr id="11" name="文本框 10"/>
          <p:cNvSpPr txBox="1"/>
          <p:nvPr/>
        </p:nvSpPr>
        <p:spPr>
          <a:xfrm>
            <a:off x="76835" y="1595755"/>
            <a:ext cx="3295650" cy="2495550"/>
          </a:xfrm>
          <a:prstGeom prst="rect">
            <a:avLst/>
          </a:prstGeom>
        </p:spPr>
        <p:txBody>
          <a:bodyPr wrap="square">
            <a:spAutoFit/>
          </a:bodyPr>
          <a:p>
            <a:pPr marL="0" indent="0">
              <a:spcAft>
                <a:spcPct val="60000"/>
              </a:spcAft>
            </a:pPr>
            <a:r>
              <a:rPr lang="zh-CN" altLang="en-US" sz="2200" b="1" i="0">
                <a:solidFill>
                  <a:srgbClr val="000000"/>
                </a:solidFill>
              </a:rPr>
              <a:t>应用</a:t>
            </a:r>
            <a:endParaRPr lang="zh-CN" altLang="en-US" sz="2200" b="1" i="0">
              <a:solidFill>
                <a:srgbClr val="000000"/>
              </a:solidFill>
            </a:endParaRPr>
          </a:p>
          <a:p>
            <a:pPr marL="0" indent="0">
              <a:lnSpc>
                <a:spcPct val="120000"/>
              </a:lnSpc>
            </a:pPr>
            <a:r>
              <a:rPr lang="zh-CN" altLang="en-US" sz="2000" b="0" i="0">
                <a:solidFill>
                  <a:srgbClr val="000000"/>
                </a:solidFill>
              </a:rPr>
              <a:t>早期文件系统（如</a:t>
            </a:r>
            <a:r>
              <a:rPr lang="en-US" altLang="zh-CN" sz="2000" b="0" i="0">
                <a:solidFill>
                  <a:srgbClr val="000000"/>
                </a:solidFill>
              </a:rPr>
              <a:t> UNIX V6</a:t>
            </a:r>
            <a:r>
              <a:rPr lang="zh-CN" altLang="en-US" sz="2000" b="0" i="0">
                <a:solidFill>
                  <a:srgbClr val="000000"/>
                </a:solidFill>
              </a:rPr>
              <a:t>、</a:t>
            </a:r>
            <a:r>
              <a:rPr lang="en-US" altLang="zh-CN" sz="2000" b="0" i="0">
                <a:solidFill>
                  <a:srgbClr val="000000"/>
                </a:solidFill>
              </a:rPr>
              <a:t>MS-DOS FAT12</a:t>
            </a:r>
            <a:r>
              <a:rPr lang="zh-CN" altLang="en-US" sz="2000" b="0" i="0">
                <a:solidFill>
                  <a:srgbClr val="000000"/>
                </a:solidFill>
              </a:rPr>
              <a:t>）使用空闲表。</a:t>
            </a:r>
            <a:endParaRPr lang="zh-CN" altLang="en-US" sz="2000" b="0" i="0">
              <a:solidFill>
                <a:srgbClr val="000000"/>
              </a:solidFill>
            </a:endParaRPr>
          </a:p>
          <a:p>
            <a:pPr marL="0" indent="0">
              <a:lnSpc>
                <a:spcPct val="120000"/>
              </a:lnSpc>
            </a:pPr>
            <a:r>
              <a:rPr lang="zh-CN" altLang="en-US" sz="2000" b="0" i="0">
                <a:solidFill>
                  <a:srgbClr val="FF0000"/>
                </a:solidFill>
              </a:rPr>
              <a:t>现代系统</a:t>
            </a:r>
            <a:r>
              <a:rPr lang="zh-CN" altLang="en-US" sz="2000" b="0" i="0">
                <a:solidFill>
                  <a:srgbClr val="000000"/>
                </a:solidFill>
              </a:rPr>
              <a:t>由于磁盘大、空闲比例高，已几乎全面转向</a:t>
            </a:r>
            <a:r>
              <a:rPr lang="en-US" altLang="zh-CN" sz="2000" b="0" i="0">
                <a:solidFill>
                  <a:srgbClr val="000000"/>
                </a:solidFill>
              </a:rPr>
              <a:t> </a:t>
            </a:r>
            <a:endParaRPr lang="en-US" altLang="zh-CN" sz="2000" b="0" i="0">
              <a:solidFill>
                <a:srgbClr val="000000"/>
              </a:solidFill>
            </a:endParaRPr>
          </a:p>
          <a:p>
            <a:pPr marL="0" indent="0">
              <a:lnSpc>
                <a:spcPct val="120000"/>
              </a:lnSpc>
            </a:pPr>
            <a:r>
              <a:rPr lang="zh-CN" altLang="en-US" sz="2000" b="0" i="0">
                <a:solidFill>
                  <a:srgbClr val="FF0000"/>
                </a:solidFill>
              </a:rPr>
              <a:t>位图结构</a:t>
            </a:r>
            <a:r>
              <a:rPr lang="zh-CN" altLang="en-US" sz="2000" b="0" i="0">
                <a:solidFill>
                  <a:srgbClr val="000000"/>
                </a:solidFill>
              </a:rPr>
              <a:t>。</a:t>
            </a:r>
            <a:endParaRPr lang="zh-CN" altLang="en-US" sz="2000" b="0" i="0">
              <a:solidFill>
                <a:srgbClr val="000000"/>
              </a:solidFill>
            </a:endParaRPr>
          </a:p>
        </p:txBody>
      </p:sp>
    </p:spTree>
    <p:custDataLst>
      <p:tags r:id="rId5"/>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记录空闲块</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a:xfrm>
            <a:off x="958215" y="1057275"/>
            <a:ext cx="9660890" cy="2083435"/>
          </a:xfrm>
        </p:spPr>
        <p:txBody>
          <a:bodyPr/>
          <a:lstStyle/>
          <a:p>
            <a:pPr>
              <a:lnSpc>
                <a:spcPct val="150000"/>
              </a:lnSpc>
            </a:pPr>
            <a:r>
              <a:rPr lang="zh-CN" altLang="en-US" b="1" dirty="0">
                <a:latin typeface="微软雅黑" panose="020B0503020204020204" pitchFamily="34" charset="-122"/>
                <a:ea typeface="微软雅黑" panose="020B0503020204020204" pitchFamily="34" charset="-122"/>
              </a:rPr>
              <a:t>使用磁盘块链表</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每个块中包含尽可能多的空闲磁盘号块</a:t>
            </a:r>
            <a:endParaRPr lang="en-US" altLang="zh-CN" dirty="0">
              <a:latin typeface="微软雅黑" panose="020B0503020204020204" pitchFamily="34" charset="-122"/>
              <a:ea typeface="微软雅黑" panose="020B0503020204020204" pitchFamily="34" charset="-122"/>
            </a:endParaRPr>
          </a:p>
          <a:p>
            <a:pPr marL="342900" lvl="1" indent="0">
              <a:lnSpc>
                <a:spcPct val="150000"/>
              </a:lnSpc>
              <a:buNone/>
            </a:pPr>
            <a:r>
              <a:rPr lang="zh-CN" altLang="en-US" dirty="0">
                <a:latin typeface="微软雅黑" panose="020B0503020204020204" pitchFamily="34" charset="-122"/>
                <a:ea typeface="微软雅黑" panose="020B0503020204020204" pitchFamily="34" charset="-122"/>
              </a:rPr>
              <a:t>对于</a:t>
            </a:r>
            <a:r>
              <a:rPr lang="en-US" altLang="zh-CN" dirty="0">
                <a:latin typeface="微软雅黑" panose="020B0503020204020204" pitchFamily="34" charset="-122"/>
                <a:ea typeface="微软雅黑" panose="020B0503020204020204" pitchFamily="34" charset="-122"/>
              </a:rPr>
              <a:t>1 KB</a:t>
            </a:r>
            <a:r>
              <a:rPr lang="zh-CN" altLang="en-US" dirty="0">
                <a:latin typeface="微软雅黑" panose="020B0503020204020204" pitchFamily="34" charset="-122"/>
                <a:ea typeface="微软雅黑" panose="020B0503020204020204" pitchFamily="34" charset="-122"/>
              </a:rPr>
              <a:t>的磁盘块和</a:t>
            </a:r>
            <a:r>
              <a:rPr lang="en-US" altLang="zh-CN" dirty="0">
                <a:latin typeface="微软雅黑" panose="020B0503020204020204" pitchFamily="34" charset="-122"/>
                <a:ea typeface="微软雅黑" panose="020B0503020204020204" pitchFamily="34" charset="-122"/>
              </a:rPr>
              <a:t>32</a:t>
            </a:r>
            <a:r>
              <a:rPr lang="zh-CN" altLang="en-US" dirty="0">
                <a:latin typeface="微软雅黑" panose="020B0503020204020204" pitchFamily="34" charset="-122"/>
                <a:ea typeface="微软雅黑" panose="020B0503020204020204" pitchFamily="34" charset="-122"/>
              </a:rPr>
              <a:t>位的磁盘块号</a:t>
            </a:r>
            <a:r>
              <a:rPr lang="en-US" altLang="zh-CN" dirty="0">
                <a:latin typeface="微软雅黑" panose="020B0503020204020204" pitchFamily="34" charset="-122"/>
                <a:ea typeface="微软雅黑" panose="020B0503020204020204" pitchFamily="34" charset="-122"/>
                <a:sym typeface="Wingdings" panose="05000000000000000000" pitchFamily="2" charset="2"/>
              </a:rPr>
              <a:t></a:t>
            </a:r>
            <a:r>
              <a:rPr lang="en-US" altLang="zh-CN" dirty="0">
                <a:latin typeface="微软雅黑" panose="020B0503020204020204" pitchFamily="34" charset="-122"/>
                <a:ea typeface="微软雅黑" panose="020B0503020204020204" pitchFamily="34" charset="-122"/>
              </a:rPr>
              <a:t> 1024 * 8/32 = 256 </a:t>
            </a:r>
            <a:r>
              <a:rPr lang="zh-CN" altLang="en-US" dirty="0">
                <a:latin typeface="微软雅黑" panose="020B0503020204020204" pitchFamily="34" charset="-122"/>
                <a:ea typeface="微软雅黑" panose="020B0503020204020204" pitchFamily="34" charset="-122"/>
              </a:rPr>
              <a:t>磁盘块</a:t>
            </a:r>
            <a:r>
              <a:rPr lang="en-US" altLang="zh-CN"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sym typeface="Wingdings" panose="05000000000000000000" pitchFamily="2" charset="2"/>
              </a:rPr>
              <a:t></a:t>
            </a:r>
            <a:r>
              <a:rPr lang="en-US" altLang="zh-CN" dirty="0">
                <a:latin typeface="微软雅黑" panose="020B0503020204020204" pitchFamily="34" charset="-122"/>
                <a:ea typeface="微软雅黑" panose="020B0503020204020204" pitchFamily="34" charset="-122"/>
              </a:rPr>
              <a:t> 255</a:t>
            </a:r>
            <a:r>
              <a:rPr lang="zh-CN" altLang="en-US" dirty="0">
                <a:latin typeface="微软雅黑" panose="020B0503020204020204" pitchFamily="34" charset="-122"/>
                <a:ea typeface="微软雅黑" panose="020B0503020204020204" pitchFamily="34" charset="-122"/>
              </a:rPr>
              <a:t>个空闲块 和</a:t>
            </a:r>
            <a:r>
              <a:rPr lang="en-US" altLang="zh-CN" dirty="0">
                <a:latin typeface="微软雅黑" panose="020B0503020204020204" pitchFamily="34" charset="-122"/>
                <a:ea typeface="微软雅黑" panose="020B0503020204020204" pitchFamily="34" charset="-122"/>
              </a:rPr>
              <a:t> 1</a:t>
            </a:r>
            <a:r>
              <a:rPr lang="zh-CN" altLang="en-US" dirty="0">
                <a:latin typeface="微软雅黑" panose="020B0503020204020204" pitchFamily="34" charset="-122"/>
                <a:ea typeface="微软雅黑" panose="020B0503020204020204" pitchFamily="34" charset="-122"/>
              </a:rPr>
              <a:t>个位置存放指向下一个块的指针</a:t>
            </a: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50000"/>
              </a:lnSpc>
            </a:pPr>
            <a:endParaRPr lang="zh-CN" altLang="en-US" sz="3600" dirty="0"/>
          </a:p>
        </p:txBody>
      </p:sp>
      <p:sp>
        <p:nvSpPr>
          <p:cNvPr id="4" name="文本占位符 3"/>
          <p:cNvSpPr>
            <a:spLocks noGrp="1"/>
          </p:cNvSpPr>
          <p:nvPr>
            <p:ph type="body" sz="quarter" idx="15"/>
          </p:nvPr>
        </p:nvSpPr>
        <p:spPr/>
        <p:txBody>
          <a:bodyPr/>
          <a:lstStyle/>
          <a:p>
            <a:r>
              <a:rPr lang="en-US" altLang="zh-CN" dirty="0"/>
              <a:t>32</a:t>
            </a:r>
            <a:endParaRPr lang="zh-CN" altLang="en-US" dirty="0"/>
          </a:p>
        </p:txBody>
      </p:sp>
      <p:sp>
        <p:nvSpPr>
          <p:cNvPr id="5" name="文本占位符 2"/>
          <p:cNvSpPr txBox="1"/>
          <p:nvPr/>
        </p:nvSpPr>
        <p:spPr>
          <a:xfrm>
            <a:off x="957943" y="3235029"/>
            <a:ext cx="9261231" cy="387941"/>
          </a:xfrm>
          <a:prstGeom prst="rect">
            <a:avLst/>
          </a:prstGeom>
        </p:spPr>
        <p:txBody>
          <a:bodyPr/>
          <a:lstStyle>
            <a:lvl1pPr marL="0" indent="0" algn="l" defTabSz="914400" rtl="0" eaLnBrk="1" latinLnBrk="0" hangingPunct="1">
              <a:lnSpc>
                <a:spcPct val="90000"/>
              </a:lnSpc>
              <a:spcBef>
                <a:spcPts val="1000"/>
              </a:spcBef>
              <a:buFont typeface="Arial" panose="020B0604020202090204" pitchFamily="34" charset="0"/>
              <a:buNone/>
              <a:defRPr sz="2400" b="1"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pPr>
            <a:r>
              <a:rPr lang="zh-CN" altLang="en-US" b="1" dirty="0">
                <a:latin typeface="微软雅黑" panose="020B0503020204020204" pitchFamily="34" charset="-122"/>
                <a:ea typeface="微软雅黑" panose="020B0503020204020204" pitchFamily="34" charset="-122"/>
              </a:rPr>
              <a:t>使用位图</a:t>
            </a:r>
            <a:r>
              <a:rPr lang="en-US" altLang="zh-CN" dirty="0">
                <a:latin typeface="微软雅黑" panose="020B0503020204020204" pitchFamily="34" charset="-122"/>
                <a:ea typeface="微软雅黑" panose="020B0503020204020204" pitchFamily="34" charset="-122"/>
              </a:rPr>
              <a:t>:  </a:t>
            </a:r>
            <a:r>
              <a:rPr lang="en-US" altLang="zh-CN" i="1"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个块的磁盘需要</a:t>
            </a:r>
            <a:r>
              <a:rPr lang="en-US" altLang="zh-CN" i="1"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位位图</a:t>
            </a:r>
            <a:endParaRPr lang="en-US" altLang="zh-CN"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空闲块用</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表示</a:t>
            </a:r>
            <a:endParaRPr lang="en-US" altLang="zh-CN"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已分配块用</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表示</a:t>
            </a:r>
            <a:endParaRPr lang="en-US" altLang="zh-CN"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ü"/>
            </a:pPr>
            <a:r>
              <a:rPr lang="en-US" altLang="zh-CN" dirty="0">
                <a:latin typeface="微软雅黑" panose="020B0503020204020204" pitchFamily="34" charset="-122"/>
                <a:ea typeface="微软雅黑" panose="020B0503020204020204" pitchFamily="34" charset="-122"/>
              </a:rPr>
              <a:t>16GB</a:t>
            </a:r>
            <a:r>
              <a:rPr lang="zh-CN" altLang="en-US" dirty="0">
                <a:latin typeface="微软雅黑" panose="020B0503020204020204" pitchFamily="34" charset="-122"/>
                <a:ea typeface="微软雅黑" panose="020B0503020204020204" pitchFamily="34" charset="-122"/>
              </a:rPr>
              <a:t>的磁盘包含</a:t>
            </a:r>
            <a:r>
              <a:rPr lang="en-US" altLang="zh-CN" dirty="0">
                <a:latin typeface="微软雅黑" panose="020B0503020204020204" pitchFamily="34" charset="-122"/>
                <a:ea typeface="微软雅黑" panose="020B0503020204020204" pitchFamily="34" charset="-122"/>
              </a:rPr>
              <a:t>2</a:t>
            </a:r>
            <a:r>
              <a:rPr lang="en-US" altLang="zh-CN" baseline="30000" dirty="0">
                <a:latin typeface="微软雅黑" panose="020B0503020204020204" pitchFamily="34" charset="-122"/>
                <a:ea typeface="微软雅黑" panose="020B0503020204020204" pitchFamily="34" charset="-122"/>
              </a:rPr>
              <a:t>24 </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1-KB</a:t>
            </a:r>
            <a:r>
              <a:rPr lang="zh-CN" altLang="en-US" dirty="0">
                <a:latin typeface="微软雅黑" panose="020B0503020204020204" pitchFamily="34" charset="-122"/>
                <a:ea typeface="微软雅黑" panose="020B0503020204020204" pitchFamily="34" charset="-122"/>
              </a:rPr>
              <a:t>，需要</a:t>
            </a:r>
            <a:r>
              <a:rPr lang="en-US" altLang="zh-CN" dirty="0">
                <a:latin typeface="微软雅黑" panose="020B0503020204020204" pitchFamily="34" charset="-122"/>
                <a:ea typeface="微软雅黑" panose="020B0503020204020204" pitchFamily="34" charset="-122"/>
              </a:rPr>
              <a:t>2</a:t>
            </a:r>
            <a:r>
              <a:rPr lang="en-US" altLang="zh-CN" baseline="30000" dirty="0">
                <a:latin typeface="微软雅黑" panose="020B0503020204020204" pitchFamily="34" charset="-122"/>
                <a:ea typeface="微软雅黑" panose="020B0503020204020204" pitchFamily="34" charset="-122"/>
              </a:rPr>
              <a:t>24</a:t>
            </a:r>
            <a:r>
              <a:rPr lang="en-US" altLang="zh-CN" dirty="0">
                <a:latin typeface="微软雅黑" panose="020B0503020204020204" pitchFamily="34" charset="-122"/>
                <a:ea typeface="微软雅黑" panose="020B0503020204020204" pitchFamily="34" charset="-122"/>
              </a:rPr>
              <a:t> bits </a:t>
            </a:r>
            <a:r>
              <a:rPr lang="en-US" altLang="zh-CN" dirty="0">
                <a:latin typeface="微软雅黑" panose="020B0503020204020204" pitchFamily="34" charset="-122"/>
                <a:ea typeface="微软雅黑" panose="020B0503020204020204" pitchFamily="34" charset="-122"/>
                <a:sym typeface="Wingdings" panose="05000000000000000000" pitchFamily="2" charset="2"/>
              </a:rPr>
              <a:t></a:t>
            </a:r>
            <a:r>
              <a:rPr lang="en-US" altLang="zh-CN" dirty="0">
                <a:latin typeface="微软雅黑" panose="020B0503020204020204" pitchFamily="34" charset="-122"/>
                <a:ea typeface="微软雅黑" panose="020B0503020204020204" pitchFamily="34" charset="-122"/>
              </a:rPr>
              <a:t> 2048</a:t>
            </a:r>
            <a:r>
              <a:rPr lang="zh-CN" altLang="en-US" dirty="0">
                <a:latin typeface="微软雅黑" panose="020B0503020204020204" pitchFamily="34" charset="-122"/>
                <a:ea typeface="微软雅黑" panose="020B0503020204020204" pitchFamily="34" charset="-122"/>
              </a:rPr>
              <a:t>个块</a:t>
            </a:r>
            <a:endParaRPr lang="en-US" altLang="zh-CN"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使用磁盘块链表：</a:t>
            </a:r>
            <a:r>
              <a:rPr lang="en-US" altLang="zh-CN" dirty="0">
                <a:latin typeface="微软雅黑" panose="020B0503020204020204" pitchFamily="34" charset="-122"/>
                <a:ea typeface="微软雅黑" panose="020B0503020204020204" pitchFamily="34" charset="-122"/>
              </a:rPr>
              <a:t>2</a:t>
            </a:r>
            <a:r>
              <a:rPr lang="en-US" altLang="zh-CN" baseline="30000" dirty="0">
                <a:latin typeface="微软雅黑" panose="020B0503020204020204" pitchFamily="34" charset="-122"/>
                <a:ea typeface="微软雅黑" panose="020B0503020204020204" pitchFamily="34" charset="-122"/>
              </a:rPr>
              <a:t>24</a:t>
            </a:r>
            <a:r>
              <a:rPr lang="en-US" altLang="zh-CN" dirty="0">
                <a:latin typeface="微软雅黑" panose="020B0503020204020204" pitchFamily="34" charset="-122"/>
                <a:ea typeface="微软雅黑" panose="020B0503020204020204" pitchFamily="34" charset="-122"/>
              </a:rPr>
              <a:t>/255 = 65793</a:t>
            </a:r>
            <a:r>
              <a:rPr lang="zh-CN" altLang="en-US" dirty="0">
                <a:latin typeface="微软雅黑" panose="020B0503020204020204" pitchFamily="34" charset="-122"/>
                <a:ea typeface="微软雅黑" panose="020B0503020204020204" pitchFamily="34" charset="-122"/>
              </a:rPr>
              <a:t>个块</a:t>
            </a:r>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50000"/>
              </a:lnSpc>
            </a:pPr>
            <a:endParaRPr lang="zh-CN" altLang="en-US" sz="4800" dirty="0"/>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2437765" y="635001"/>
            <a:ext cx="731647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假设磁盘地址需要</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位，一个磁盘共有</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个块，其中有</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个空闲。在什么条件下，空闲块表采用的空间少于位图？设</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16</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位，请计算空闲磁盘空间百分比。</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矩形: 圆角 4"/>
          <p:cNvSpPr/>
          <p:nvPr>
            <p:custDataLst>
              <p:tags r:id="rId2"/>
            </p:custDataLst>
          </p:nvPr>
        </p:nvSpPr>
        <p:spPr>
          <a:xfrm>
            <a:off x="7696835"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p:nvPr>
            <p:custDataLst>
              <p:tags r:id="rId3"/>
            </p:custDataLst>
          </p:nvPr>
        </p:nvSpPr>
        <p:spPr>
          <a:xfrm>
            <a:off x="1523206" y="5849239"/>
            <a:ext cx="9145588" cy="365824"/>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endPar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0" name="组合 9"/>
          <p:cNvGrpSpPr/>
          <p:nvPr>
            <p:custDataLst>
              <p:tags r:id="rId4"/>
            </p:custDataLst>
          </p:nvPr>
        </p:nvGrpSpPr>
        <p:grpSpPr>
          <a:xfrm>
            <a:off x="0" y="0"/>
            <a:ext cx="9145588" cy="635000"/>
            <a:chOff x="-1523206" y="0"/>
            <a:chExt cx="9145588" cy="635000"/>
          </a:xfrm>
        </p:grpSpPr>
        <p:sp>
          <p:nvSpPr>
            <p:cNvPr id="6" name="TitleBackground"/>
            <p:cNvSpPr/>
            <p:nvPr>
              <p:custDataLst>
                <p:tags r:id="rId5"/>
              </p:custDataLst>
            </p:nvPr>
          </p:nvSpPr>
          <p:spPr>
            <a:xfrm>
              <a:off x="-1523206" y="0"/>
              <a:ext cx="9145588"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6"/>
              </p:custDataLst>
            </p:nvPr>
          </p:nvSpPr>
          <p:spPr>
            <a:xfrm>
              <a:off x="-1523206"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7"/>
              </p:custDataLst>
            </p:nvPr>
          </p:nvSpPr>
          <p:spPr>
            <a:xfrm>
              <a:off x="-1269206"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TipText"/>
            <p:cNvSpPr txBox="1"/>
            <p:nvPr>
              <p:custDataLst>
                <p:tags r:id="rId8"/>
              </p:custDataLst>
            </p:nvPr>
          </p:nvSpPr>
          <p:spPr>
            <a:xfrm>
              <a:off x="2699"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zh-CN" altLang="en-US"/>
          </a:p>
        </p:txBody>
      </p:sp>
      <p:sp>
        <p:nvSpPr>
          <p:cNvPr id="3" name="文本占位符 2"/>
          <p:cNvSpPr>
            <a:spLocks noGrp="1"/>
          </p:cNvSpPr>
          <p:nvPr>
            <p:ph type="body" sz="quarter" idx="13"/>
          </p:nvPr>
        </p:nvSpPr>
        <p:spPr/>
        <p:txBody>
          <a:bodyPr/>
          <a:lstStyle/>
          <a:p>
            <a:pPr>
              <a:lnSpc>
                <a:spcPct val="110000"/>
              </a:lnSpc>
            </a:pP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假设磁盘地址需要</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位，一个磁盘共有</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个块，其中有</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个空闲。在什么条件下，空闲块表采用的空间少于位图？设</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16</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位，请计算空闲磁盘空间百分比。</a:t>
            </a:r>
            <a:endPar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zh-CN" altLang="en-US" dirty="0"/>
          </a:p>
        </p:txBody>
      </p:sp>
      <p:sp>
        <p:nvSpPr>
          <p:cNvPr id="4" name="文本占位符 3"/>
          <p:cNvSpPr>
            <a:spLocks noGrp="1"/>
          </p:cNvSpPr>
          <p:nvPr>
            <p:ph type="body" sz="quarter" idx="15"/>
          </p:nvPr>
        </p:nvSpPr>
        <p:spPr/>
        <p:txBody>
          <a:bodyPr/>
          <a:lstStyle/>
          <a:p>
            <a:r>
              <a:rPr lang="en-US" altLang="zh-CN" dirty="0"/>
              <a:t>34</a:t>
            </a:r>
            <a:endParaRPr lang="zh-CN" altLang="en-US" dirty="0"/>
          </a:p>
        </p:txBody>
      </p:sp>
      <p:sp>
        <p:nvSpPr>
          <p:cNvPr id="5" name="矩形 4"/>
          <p:cNvSpPr/>
          <p:nvPr/>
        </p:nvSpPr>
        <p:spPr>
          <a:xfrm>
            <a:off x="1580776" y="2893975"/>
            <a:ext cx="8015564" cy="2196883"/>
          </a:xfrm>
          <a:prstGeom prst="rect">
            <a:avLst/>
          </a:prstGeom>
        </p:spPr>
        <p:txBody>
          <a:bodyPr wrap="square">
            <a:spAutoFit/>
          </a:bodyPr>
          <a:lstStyle/>
          <a:p>
            <a:pPr>
              <a:lnSpc>
                <a:spcPct val="200000"/>
              </a:lnSpc>
            </a:pP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答：位图需要</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位，空闲块表法需要</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DF</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位；</a:t>
            </a:r>
            <a:endPar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marL="457200" indent="-457200">
              <a:lnSpc>
                <a:spcPct val="200000"/>
              </a:lnSpc>
              <a:buFont typeface="Wingdings" panose="05000000000000000000" pitchFamily="2" charset="2"/>
              <a:buChar char="à"/>
            </a:pP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DF &lt; B</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时， 即</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F/B &lt; 1/D</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时成立。</a:t>
            </a:r>
            <a:endPar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marL="457200" indent="-457200">
              <a:lnSpc>
                <a:spcPct val="200000"/>
              </a:lnSpc>
              <a:buFont typeface="Wingdings" panose="05000000000000000000" pitchFamily="2" charset="2"/>
              <a:buChar char="à"/>
            </a:pP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当</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D=16</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时，</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F/B &lt; 6% </a:t>
            </a:r>
            <a:endPar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6-2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1657" y="806912"/>
            <a:ext cx="10228684" cy="4207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记录空闲块</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a:xfrm>
            <a:off x="1465383" y="5196294"/>
            <a:ext cx="9261231" cy="387941"/>
          </a:xfrm>
        </p:spPr>
        <p:txBody>
          <a:bodyPr/>
          <a:lstStyle/>
          <a:p>
            <a:pPr marL="514350" indent="-514350">
              <a:buFont typeface="Arial" panose="020B0604020202090204" pitchFamily="34" charset="0"/>
              <a:buAutoNum type="alphaLcParenBoth"/>
            </a:pPr>
            <a:r>
              <a:rPr lang="zh-CN" altLang="en-US" sz="2000" b="0" dirty="0">
                <a:latin typeface="微软雅黑" panose="020B0503020204020204" pitchFamily="34" charset="-122"/>
                <a:ea typeface="微软雅黑" panose="020B0503020204020204" pitchFamily="34" charset="-122"/>
              </a:rPr>
              <a:t>内存中一个被指向空闲磁盘块的指针几乎充满的块；</a:t>
            </a:r>
            <a:endParaRPr lang="en-US" altLang="zh-CN" sz="2000" b="0" dirty="0">
              <a:latin typeface="微软雅黑" panose="020B0503020204020204" pitchFamily="34" charset="-122"/>
              <a:ea typeface="微软雅黑" panose="020B0503020204020204" pitchFamily="34" charset="-122"/>
            </a:endParaRPr>
          </a:p>
          <a:p>
            <a:pPr marL="514350" indent="-514350">
              <a:buFont typeface="Arial" panose="020B0604020202090204" pitchFamily="34" charset="0"/>
              <a:buAutoNum type="alphaLcParenBoth"/>
            </a:pPr>
            <a:r>
              <a:rPr lang="zh-CN" altLang="en-US" sz="2000" b="0" dirty="0">
                <a:latin typeface="微软雅黑" panose="020B0503020204020204" pitchFamily="34" charset="-122"/>
                <a:ea typeface="微软雅黑" panose="020B0503020204020204" pitchFamily="34" charset="-122"/>
              </a:rPr>
              <a:t>释放三个磁盘块后的结果；</a:t>
            </a:r>
            <a:endParaRPr lang="en-US" altLang="zh-CN" sz="2000" b="0" dirty="0">
              <a:latin typeface="微软雅黑" panose="020B0503020204020204" pitchFamily="34" charset="-122"/>
              <a:ea typeface="微软雅黑" panose="020B0503020204020204" pitchFamily="34" charset="-122"/>
            </a:endParaRPr>
          </a:p>
          <a:p>
            <a:pPr eaLnBrk="1" hangingPunct="1">
              <a:lnSpc>
                <a:spcPct val="90000"/>
              </a:lnSpc>
              <a:buFont typeface="Arial" panose="020B0604020202090204" pitchFamily="34" charset="0"/>
              <a:buNone/>
            </a:pPr>
            <a:r>
              <a:rPr lang="en-US" altLang="zh-CN" sz="2000" b="0" dirty="0">
                <a:latin typeface="微软雅黑" panose="020B0503020204020204" pitchFamily="34" charset="-122"/>
                <a:ea typeface="微软雅黑" panose="020B0503020204020204" pitchFamily="34" charset="-122"/>
              </a:rPr>
              <a:t>(c)   </a:t>
            </a:r>
            <a:r>
              <a:rPr lang="zh-CN" altLang="en-US" sz="2000" b="0" dirty="0">
                <a:latin typeface="微软雅黑" panose="020B0503020204020204" pitchFamily="34" charset="-122"/>
                <a:ea typeface="微软雅黑" panose="020B0503020204020204" pitchFamily="34" charset="-122"/>
              </a:rPr>
              <a:t>改进策略</a:t>
            </a:r>
            <a:endParaRPr lang="en-US" altLang="zh-CN" sz="2000" b="0" dirty="0">
              <a:latin typeface="微软雅黑" panose="020B0503020204020204" pitchFamily="34" charset="-122"/>
              <a:ea typeface="微软雅黑" panose="020B0503020204020204" pitchFamily="34" charset="-122"/>
            </a:endParaRPr>
          </a:p>
          <a:p>
            <a:endParaRPr lang="zh-CN" altLang="en-US" sz="2000" b="0" dirty="0"/>
          </a:p>
        </p:txBody>
      </p:sp>
      <p:sp>
        <p:nvSpPr>
          <p:cNvPr id="4" name="文本占位符 3"/>
          <p:cNvSpPr>
            <a:spLocks noGrp="1"/>
          </p:cNvSpPr>
          <p:nvPr>
            <p:ph type="body" sz="quarter" idx="15"/>
          </p:nvPr>
        </p:nvSpPr>
        <p:spPr/>
        <p:txBody>
          <a:bodyPr/>
          <a:lstStyle/>
          <a:p>
            <a:r>
              <a:rPr lang="en-US" altLang="zh-CN" dirty="0"/>
              <a:t>35</a:t>
            </a:r>
            <a:endParaRPr lang="zh-CN" altLang="en-US" dirty="0"/>
          </a:p>
        </p:txBody>
      </p:sp>
    </p:spTree>
    <p:custDataLst>
      <p:tags r:id="rId2"/>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文件系统备份</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p:txBody>
          <a:bodyPr/>
          <a:lstStyle/>
          <a:p>
            <a:r>
              <a:rPr lang="zh-CN" altLang="en-US" sz="2400" dirty="0">
                <a:latin typeface="微软雅黑" panose="020B0503020204020204" pitchFamily="34" charset="-122"/>
                <a:ea typeface="微软雅黑" panose="020B0503020204020204" pitchFamily="34" charset="-122"/>
              </a:rPr>
              <a:t>丢失文件系统是灾难性的。</a:t>
            </a:r>
            <a:endParaRPr lang="en-US" altLang="zh-CN" sz="2400" dirty="0">
              <a:latin typeface="微软雅黑" panose="020B0503020204020204" pitchFamily="34" charset="-122"/>
              <a:ea typeface="微软雅黑" panose="020B0503020204020204" pitchFamily="34" charset="-122"/>
            </a:endParaRPr>
          </a:p>
          <a:p>
            <a:endParaRPr lang="zh-CN" altLang="en-US" dirty="0"/>
          </a:p>
        </p:txBody>
      </p:sp>
      <p:sp>
        <p:nvSpPr>
          <p:cNvPr id="4" name="文本占位符 3"/>
          <p:cNvSpPr>
            <a:spLocks noGrp="1"/>
          </p:cNvSpPr>
          <p:nvPr>
            <p:ph type="body" sz="quarter" idx="15"/>
          </p:nvPr>
        </p:nvSpPr>
        <p:spPr/>
        <p:txBody>
          <a:bodyPr/>
          <a:lstStyle/>
          <a:p>
            <a:r>
              <a:rPr lang="en-US" altLang="zh-CN" dirty="0"/>
              <a:t>36</a:t>
            </a:r>
            <a:endParaRPr lang="zh-CN" altLang="en-US" dirty="0"/>
          </a:p>
        </p:txBody>
      </p:sp>
      <p:sp>
        <p:nvSpPr>
          <p:cNvPr id="5" name="文本占位符 2"/>
          <p:cNvSpPr txBox="1"/>
          <p:nvPr/>
        </p:nvSpPr>
        <p:spPr>
          <a:xfrm>
            <a:off x="957943" y="1877211"/>
            <a:ext cx="9261231" cy="387941"/>
          </a:xfrm>
          <a:prstGeom prst="rect">
            <a:avLst/>
          </a:prstGeom>
        </p:spPr>
        <p:txBody>
          <a:bodyPr/>
          <a:lstStyle>
            <a:lvl1pPr marL="0" indent="0" algn="l" defTabSz="914400" rtl="0" eaLnBrk="1" latinLnBrk="0" hangingPunct="1">
              <a:lnSpc>
                <a:spcPct val="90000"/>
              </a:lnSpc>
              <a:spcBef>
                <a:spcPts val="1000"/>
              </a:spcBef>
              <a:buFont typeface="Arial" panose="020B0604020202090204" pitchFamily="34" charset="0"/>
              <a:buNone/>
              <a:defRPr sz="2400" b="1"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42900" indent="-342900">
              <a:lnSpc>
                <a:spcPct val="150000"/>
              </a:lnSpc>
              <a:buFont typeface="+mj-lt"/>
              <a:buAutoNum type="arabicPeriod"/>
            </a:pPr>
            <a:r>
              <a:rPr lang="zh-CN" altLang="en-US" dirty="0">
                <a:latin typeface="微软雅黑" panose="020B0503020204020204" pitchFamily="34" charset="-122"/>
                <a:ea typeface="微软雅黑" panose="020B0503020204020204" pitchFamily="34" charset="-122"/>
              </a:rPr>
              <a:t>备份</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从灾难中恢复、挽救错误的操作；</a:t>
            </a:r>
            <a:endParaRPr lang="en-US" altLang="zh-CN" dirty="0">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lang="zh-CN" altLang="en-US" dirty="0">
                <a:latin typeface="微软雅黑" panose="020B0503020204020204" pitchFamily="34" charset="-122"/>
                <a:ea typeface="微软雅黑" panose="020B0503020204020204" pitchFamily="34" charset="-122"/>
              </a:rPr>
              <a:t>备份的一些考虑</a:t>
            </a:r>
            <a:endParaRPr lang="en-US" altLang="zh-CN"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备份整个文件系统；</a:t>
            </a:r>
            <a:endParaRPr lang="en-US" altLang="zh-CN"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rPr>
              <a:t>增量转储</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每次只存储修改过的文件；</a:t>
            </a:r>
            <a:endParaRPr lang="en-US" altLang="zh-CN"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先压缩再存储；</a:t>
            </a:r>
            <a:endParaRPr lang="en-US" altLang="zh-CN"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对活动文件系统做备份；</a:t>
            </a:r>
            <a:endParaRPr lang="en-US" altLang="zh-CN"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安全问题；</a:t>
            </a:r>
            <a:endParaRPr lang="en-US" altLang="zh-CN" dirty="0">
              <a:latin typeface="微软雅黑" panose="020B0503020204020204" pitchFamily="34" charset="-122"/>
              <a:ea typeface="微软雅黑" panose="020B0503020204020204" pitchFamily="34" charset="-122"/>
            </a:endParaRPr>
          </a:p>
          <a:p>
            <a:pPr>
              <a:lnSpc>
                <a:spcPct val="150000"/>
              </a:lnSpc>
            </a:pPr>
            <a:endParaRPr lang="zh-CN" altLang="en-US" sz="3600" dirty="0"/>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文件系统备份</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p:txBody>
          <a:bodyPr/>
          <a:lstStyle/>
          <a:p>
            <a:pPr>
              <a:lnSpc>
                <a:spcPct val="200000"/>
              </a:lnSpc>
            </a:pPr>
            <a:r>
              <a:rPr lang="zh-CN" altLang="en-US" dirty="0">
                <a:latin typeface="微软雅黑" panose="020B0503020204020204" pitchFamily="34" charset="-122"/>
                <a:ea typeface="微软雅黑" panose="020B0503020204020204" pitchFamily="34" charset="-122"/>
              </a:rPr>
              <a:t>两种备份策略</a:t>
            </a:r>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lnSpc>
                <a:spcPct val="200000"/>
              </a:lnSpc>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rPr>
              <a:t>物理转储</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从第</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块开始，将全部块复制存储；</a:t>
            </a:r>
            <a:endParaRPr lang="en-US" altLang="zh-CN" dirty="0">
              <a:latin typeface="微软雅黑" panose="020B0503020204020204" pitchFamily="34" charset="-122"/>
              <a:ea typeface="微软雅黑" panose="020B0503020204020204" pitchFamily="34" charset="-122"/>
            </a:endParaRPr>
          </a:p>
          <a:p>
            <a:pPr marL="685800" lvl="2" indent="0">
              <a:lnSpc>
                <a:spcPct val="200000"/>
              </a:lnSpc>
              <a:buNone/>
            </a:pPr>
            <a:r>
              <a:rPr lang="zh-CN" altLang="en-US" sz="2400" dirty="0">
                <a:latin typeface="微软雅黑" panose="020B0503020204020204" pitchFamily="34" charset="-122"/>
                <a:ea typeface="微软雅黑" panose="020B0503020204020204" pitchFamily="34" charset="-122"/>
              </a:rPr>
              <a:t>优点：简单、快速；</a:t>
            </a:r>
            <a:endParaRPr lang="en-US" altLang="zh-CN" sz="2400" dirty="0">
              <a:latin typeface="微软雅黑" panose="020B0503020204020204" pitchFamily="34" charset="-122"/>
              <a:ea typeface="微软雅黑" panose="020B0503020204020204" pitchFamily="34" charset="-122"/>
            </a:endParaRPr>
          </a:p>
          <a:p>
            <a:pPr marL="685800" lvl="2" indent="0">
              <a:lnSpc>
                <a:spcPct val="200000"/>
              </a:lnSpc>
              <a:buNone/>
            </a:pPr>
            <a:r>
              <a:rPr lang="zh-CN" altLang="en-US" sz="2400" dirty="0">
                <a:latin typeface="微软雅黑" panose="020B0503020204020204" pitchFamily="34" charset="-122"/>
                <a:ea typeface="微软雅黑" panose="020B0503020204020204" pitchFamily="34" charset="-122"/>
              </a:rPr>
              <a:t>缺点：无法增量存储，不能满足特定文件的恢复请求；</a:t>
            </a:r>
            <a:endParaRPr lang="en-US" altLang="zh-CN" sz="2400" dirty="0">
              <a:latin typeface="微软雅黑" panose="020B0503020204020204" pitchFamily="34" charset="-122"/>
              <a:ea typeface="微软雅黑" panose="020B0503020204020204" pitchFamily="34" charset="-122"/>
            </a:endParaRPr>
          </a:p>
          <a:p>
            <a:pPr lvl="1">
              <a:lnSpc>
                <a:spcPct val="200000"/>
              </a:lnSpc>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rPr>
              <a:t>逻辑转储</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从一个或几个指定的目录开始，递归地转储自某个基准日期之后更改的文件和目录；</a:t>
            </a:r>
            <a:endParaRPr lang="en-US" altLang="zh-CN" b="1" dirty="0">
              <a:latin typeface="微软雅黑" panose="020B0503020204020204" pitchFamily="34" charset="-122"/>
              <a:ea typeface="微软雅黑" panose="020B0503020204020204" pitchFamily="34" charset="-122"/>
            </a:endParaRPr>
          </a:p>
          <a:p>
            <a:endParaRPr lang="zh-CN" altLang="en-US" sz="3600" dirty="0"/>
          </a:p>
        </p:txBody>
      </p:sp>
      <p:sp>
        <p:nvSpPr>
          <p:cNvPr id="4" name="文本占位符 3"/>
          <p:cNvSpPr>
            <a:spLocks noGrp="1"/>
          </p:cNvSpPr>
          <p:nvPr>
            <p:ph type="body" sz="quarter" idx="15"/>
          </p:nvPr>
        </p:nvSpPr>
        <p:spPr/>
        <p:txBody>
          <a:bodyPr/>
          <a:lstStyle/>
          <a:p>
            <a:r>
              <a:rPr lang="en-US" altLang="zh-CN" dirty="0"/>
              <a:t>37</a:t>
            </a:r>
            <a:endParaRPr lang="zh-CN" altLang="en-US" dirty="0"/>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365750" y="1303655"/>
            <a:ext cx="6612255" cy="4495000"/>
            <a:chOff x="2585414" y="1209760"/>
            <a:chExt cx="6498330" cy="3571790"/>
          </a:xfrm>
        </p:grpSpPr>
        <p:pic>
          <p:nvPicPr>
            <p:cNvPr id="6" name="Picture 4" descr="6-2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85414" y="1209760"/>
              <a:ext cx="6454775" cy="349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val 5"/>
            <p:cNvSpPr>
              <a:spLocks noChangeArrowheads="1"/>
            </p:cNvSpPr>
            <p:nvPr/>
          </p:nvSpPr>
          <p:spPr bwMode="auto">
            <a:xfrm>
              <a:off x="4198940" y="4532313"/>
              <a:ext cx="217487" cy="201612"/>
            </a:xfrm>
            <a:prstGeom prst="ellipse">
              <a:avLst/>
            </a:prstGeom>
            <a:noFill/>
            <a:ln w="158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1pPr>
              <a:lvl2pPr marL="742950" indent="-28575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2pPr>
              <a:lvl3pPr marL="1143000" indent="-22860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3pPr>
              <a:lvl4pPr marL="1600200" indent="-22860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4pPr>
              <a:lvl5pPr marL="2057400" indent="-22860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8" name="Oval 6"/>
            <p:cNvSpPr>
              <a:spLocks noChangeArrowheads="1"/>
            </p:cNvSpPr>
            <p:nvPr/>
          </p:nvSpPr>
          <p:spPr bwMode="auto">
            <a:xfrm>
              <a:off x="4602163" y="4535488"/>
              <a:ext cx="207962" cy="195262"/>
            </a:xfrm>
            <a:prstGeom prst="ellipse">
              <a:avLst/>
            </a:prstGeom>
            <a:noFill/>
            <a:ln w="158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1pPr>
              <a:lvl2pPr marL="742950" indent="-28575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2pPr>
              <a:lvl3pPr marL="1143000" indent="-22860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3pPr>
              <a:lvl4pPr marL="1600200" indent="-22860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4pPr>
              <a:lvl5pPr marL="2057400" indent="-22860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9" name="Oval 7"/>
            <p:cNvSpPr>
              <a:spLocks noChangeArrowheads="1"/>
            </p:cNvSpPr>
            <p:nvPr/>
          </p:nvSpPr>
          <p:spPr bwMode="auto">
            <a:xfrm>
              <a:off x="5021265" y="4538663"/>
              <a:ext cx="192087" cy="195262"/>
            </a:xfrm>
            <a:prstGeom prst="ellipse">
              <a:avLst/>
            </a:prstGeom>
            <a:noFill/>
            <a:ln w="158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1pPr>
              <a:lvl2pPr marL="742950" indent="-28575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2pPr>
              <a:lvl3pPr marL="1143000" indent="-22860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3pPr>
              <a:lvl4pPr marL="1600200" indent="-22860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4pPr>
              <a:lvl5pPr marL="2057400" indent="-22860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10" name="Oval 8"/>
            <p:cNvSpPr>
              <a:spLocks noChangeArrowheads="1"/>
            </p:cNvSpPr>
            <p:nvPr/>
          </p:nvSpPr>
          <p:spPr bwMode="auto">
            <a:xfrm>
              <a:off x="7027865" y="4529138"/>
              <a:ext cx="211137" cy="207962"/>
            </a:xfrm>
            <a:prstGeom prst="ellipse">
              <a:avLst/>
            </a:prstGeom>
            <a:noFill/>
            <a:ln w="158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1pPr>
              <a:lvl2pPr marL="742950" indent="-28575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2pPr>
              <a:lvl3pPr marL="1143000" indent="-22860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3pPr>
              <a:lvl4pPr marL="1600200" indent="-22860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4pPr>
              <a:lvl5pPr marL="2057400" indent="-22860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11" name="Oval 9"/>
            <p:cNvSpPr>
              <a:spLocks noChangeArrowheads="1"/>
            </p:cNvSpPr>
            <p:nvPr/>
          </p:nvSpPr>
          <p:spPr bwMode="auto">
            <a:xfrm>
              <a:off x="7358065" y="4529138"/>
              <a:ext cx="223837" cy="201612"/>
            </a:xfrm>
            <a:prstGeom prst="ellipse">
              <a:avLst/>
            </a:prstGeom>
            <a:noFill/>
            <a:ln w="158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1pPr>
              <a:lvl2pPr marL="742950" indent="-28575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2pPr>
              <a:lvl3pPr marL="1143000" indent="-22860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3pPr>
              <a:lvl4pPr marL="1600200" indent="-22860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4pPr>
              <a:lvl5pPr marL="2057400" indent="-22860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12" name="Oval 10"/>
            <p:cNvSpPr>
              <a:spLocks noChangeArrowheads="1"/>
            </p:cNvSpPr>
            <p:nvPr/>
          </p:nvSpPr>
          <p:spPr bwMode="auto">
            <a:xfrm>
              <a:off x="7723188" y="4525965"/>
              <a:ext cx="207962" cy="217487"/>
            </a:xfrm>
            <a:prstGeom prst="ellipse">
              <a:avLst/>
            </a:prstGeom>
            <a:noFill/>
            <a:ln w="158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1pPr>
              <a:lvl2pPr marL="742950" indent="-28575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2pPr>
              <a:lvl3pPr marL="1143000" indent="-22860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3pPr>
              <a:lvl4pPr marL="1600200" indent="-22860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4pPr>
              <a:lvl5pPr marL="2057400" indent="-22860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13" name="Rectangle 11"/>
            <p:cNvSpPr>
              <a:spLocks noChangeArrowheads="1"/>
            </p:cNvSpPr>
            <p:nvPr/>
          </p:nvSpPr>
          <p:spPr bwMode="auto">
            <a:xfrm>
              <a:off x="8089900" y="4445000"/>
              <a:ext cx="914400" cy="33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1pPr>
              <a:lvl2pPr marL="742950" indent="-28575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2pPr>
              <a:lvl3pPr marL="1143000" indent="-22860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3pPr>
              <a:lvl4pPr marL="1600200" indent="-22860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4pPr>
              <a:lvl5pPr marL="2057400" indent="-22860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14" name="Text Box 12"/>
            <p:cNvSpPr txBox="1">
              <a:spLocks noChangeArrowheads="1"/>
            </p:cNvSpPr>
            <p:nvPr/>
          </p:nvSpPr>
          <p:spPr bwMode="auto">
            <a:xfrm>
              <a:off x="8124827" y="4448176"/>
              <a:ext cx="958917" cy="316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1pPr>
              <a:lvl2pPr marL="742950" indent="-28575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2pPr>
              <a:lvl3pPr marL="1143000" indent="-22860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3pPr>
              <a:lvl4pPr marL="1600200" indent="-22860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4pPr>
              <a:lvl5pPr marL="2057400" indent="-228600">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90204" pitchFamily="34" charset="0"/>
                <a:defRPr sz="1600">
                  <a:solidFill>
                    <a:schemeClr val="tx1"/>
                  </a:solidFill>
                  <a:latin typeface="Arial" panose="020B0604020202090204" pitchFamily="34" charset="0"/>
                  <a:ea typeface="宋体" panose="02010600030101010101" pitchFamily="2" charset="-122"/>
                </a:defRPr>
              </a:lvl9pPr>
            </a:lstStyle>
            <a:p>
              <a:pPr eaLnBrk="1" hangingPunct="1"/>
              <a:r>
                <a:rPr lang="en-US" altLang="zh-CN" sz="1000">
                  <a:latin typeface="微软雅黑" panose="020B0503020204020204" pitchFamily="34" charset="-122"/>
                  <a:ea typeface="微软雅黑" panose="020B0503020204020204" pitchFamily="34" charset="-122"/>
                </a:rPr>
                <a:t>File that has</a:t>
              </a:r>
              <a:endParaRPr lang="en-US" altLang="zh-CN" sz="1000">
                <a:latin typeface="微软雅黑" panose="020B0503020204020204" pitchFamily="34" charset="-122"/>
                <a:ea typeface="微软雅黑" panose="020B0503020204020204" pitchFamily="34" charset="-122"/>
              </a:endParaRPr>
            </a:p>
            <a:p>
              <a:pPr eaLnBrk="1" hangingPunct="1"/>
              <a:r>
                <a:rPr lang="en-US" altLang="zh-CN" sz="1000">
                  <a:latin typeface="微软雅黑" panose="020B0503020204020204" pitchFamily="34" charset="-122"/>
                  <a:ea typeface="微软雅黑" panose="020B0503020204020204" pitchFamily="34" charset="-122"/>
                </a:rPr>
                <a:t>not changed</a:t>
              </a:r>
              <a:endParaRPr lang="en-US" altLang="zh-CN">
                <a:latin typeface="微软雅黑" panose="020B0503020204020204" pitchFamily="34" charset="-122"/>
                <a:ea typeface="微软雅黑" panose="020B0503020204020204" pitchFamily="34" charset="-122"/>
              </a:endParaRPr>
            </a:p>
          </p:txBody>
        </p:sp>
      </p:grpSp>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逻辑转储</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a:xfrm>
            <a:off x="3050992" y="5889636"/>
            <a:ext cx="9781177" cy="387941"/>
          </a:xfrm>
        </p:spPr>
        <p:txBody>
          <a:bodyPr/>
          <a:lstStyle/>
          <a:p>
            <a:pPr marL="0" indent="0" algn="ctr">
              <a:lnSpc>
                <a:spcPct val="80000"/>
              </a:lnSpc>
              <a:buNone/>
            </a:pPr>
            <a:r>
              <a:rPr lang="zh-CN" altLang="en-US" sz="2000" b="0" dirty="0">
                <a:latin typeface="微软雅黑" panose="020B0503020204020204" pitchFamily="34" charset="-122"/>
                <a:ea typeface="微软雅黑" panose="020B0503020204020204" pitchFamily="34" charset="-122"/>
              </a:rPr>
              <a:t>待转储的文件系统</a:t>
            </a:r>
            <a:endParaRPr lang="en-US" altLang="zh-CN" sz="2000" b="0" dirty="0">
              <a:latin typeface="微软雅黑" panose="020B0503020204020204" pitchFamily="34" charset="-122"/>
              <a:ea typeface="微软雅黑" panose="020B0503020204020204" pitchFamily="34" charset="-122"/>
            </a:endParaRPr>
          </a:p>
          <a:p>
            <a:pPr marL="0" indent="0" algn="ctr">
              <a:lnSpc>
                <a:spcPct val="80000"/>
              </a:lnSpc>
              <a:buNone/>
            </a:pP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方框代表目录</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圆圈代表文件</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带阴影的值自上次转储以来修改过的项）</a:t>
            </a:r>
            <a:endParaRPr lang="en-US" altLang="zh-CN" sz="2000" b="0" dirty="0">
              <a:latin typeface="微软雅黑" panose="020B0503020204020204" pitchFamily="34" charset="-122"/>
              <a:ea typeface="微软雅黑" panose="020B0503020204020204" pitchFamily="34" charset="-122"/>
            </a:endParaRPr>
          </a:p>
          <a:p>
            <a:endParaRPr lang="zh-CN" altLang="en-US" sz="2000" b="0" dirty="0"/>
          </a:p>
        </p:txBody>
      </p:sp>
      <p:sp>
        <p:nvSpPr>
          <p:cNvPr id="4" name="文本占位符 3"/>
          <p:cNvSpPr>
            <a:spLocks noGrp="1"/>
          </p:cNvSpPr>
          <p:nvPr>
            <p:ph type="body" sz="quarter" idx="15"/>
          </p:nvPr>
        </p:nvSpPr>
        <p:spPr/>
        <p:txBody>
          <a:bodyPr/>
          <a:lstStyle/>
          <a:p>
            <a:r>
              <a:rPr lang="en-US" altLang="zh-CN" dirty="0"/>
              <a:t>38</a:t>
            </a:r>
            <a:endParaRPr lang="zh-CN" altLang="en-US" dirty="0"/>
          </a:p>
        </p:txBody>
      </p:sp>
      <p:sp>
        <p:nvSpPr>
          <p:cNvPr id="15" name="文本框 14"/>
          <p:cNvSpPr txBox="1"/>
          <p:nvPr/>
        </p:nvSpPr>
        <p:spPr>
          <a:xfrm>
            <a:off x="80010" y="733425"/>
            <a:ext cx="5261610" cy="3210560"/>
          </a:xfrm>
          <a:prstGeom prst="rect">
            <a:avLst/>
          </a:prstGeom>
        </p:spPr>
        <p:txBody>
          <a:bodyPr wrap="square">
            <a:spAutoFit/>
          </a:bodyPr>
          <a:p>
            <a:pPr marL="0" indent="0" algn="just">
              <a:lnSpc>
                <a:spcPct val="130000"/>
              </a:lnSpc>
              <a:spcAft>
                <a:spcPct val="60000"/>
              </a:spcAft>
            </a:pPr>
            <a:r>
              <a:rPr lang="zh-CN" altLang="en-US" sz="2300" b="1" i="0">
                <a:solidFill>
                  <a:srgbClr val="000000"/>
                </a:solidFill>
              </a:rPr>
              <a:t>什么是逻辑转储（</a:t>
            </a:r>
            <a:r>
              <a:rPr lang="en-US" altLang="zh-CN" sz="2300" b="1" i="0">
                <a:solidFill>
                  <a:srgbClr val="000000"/>
                </a:solidFill>
              </a:rPr>
              <a:t>Logical Dump</a:t>
            </a:r>
            <a:r>
              <a:rPr lang="zh-CN" altLang="en-US" sz="2300" b="1" i="0">
                <a:solidFill>
                  <a:srgbClr val="000000"/>
                </a:solidFill>
              </a:rPr>
              <a:t>）</a:t>
            </a:r>
            <a:endParaRPr lang="zh-CN" altLang="en-US" sz="2300" b="1" i="0">
              <a:solidFill>
                <a:srgbClr val="000000"/>
              </a:solidFill>
            </a:endParaRPr>
          </a:p>
          <a:p>
            <a:pPr marL="0" indent="0" algn="just">
              <a:lnSpc>
                <a:spcPct val="130000"/>
              </a:lnSpc>
            </a:pPr>
            <a:r>
              <a:rPr lang="zh-CN" altLang="en-US" sz="2000" b="0" i="0">
                <a:solidFill>
                  <a:srgbClr val="000000"/>
                </a:solidFill>
              </a:rPr>
              <a:t>逻辑转储是指：按照文件系统的逻辑结构（即目录树、文件、</a:t>
            </a:r>
            <a:r>
              <a:rPr lang="en-US" altLang="zh-CN" sz="2000" b="0" i="0">
                <a:solidFill>
                  <a:srgbClr val="000000"/>
                </a:solidFill>
              </a:rPr>
              <a:t>i-node </a:t>
            </a:r>
            <a:r>
              <a:rPr lang="zh-CN" altLang="en-US" sz="2000" b="0" i="0">
                <a:solidFill>
                  <a:srgbClr val="000000"/>
                </a:solidFill>
              </a:rPr>
              <a:t>等），把需要备份的文件及其相关元信息复制到备份介质上（如磁带、磁盘或远程服务器）。</a:t>
            </a:r>
            <a:endParaRPr lang="zh-CN" altLang="en-US" sz="2000" b="0" i="0">
              <a:solidFill>
                <a:srgbClr val="000000"/>
              </a:solidFill>
            </a:endParaRPr>
          </a:p>
          <a:p>
            <a:pPr marL="0" indent="0" algn="just">
              <a:lnSpc>
                <a:spcPct val="130000"/>
              </a:lnSpc>
            </a:pPr>
            <a:r>
              <a:rPr lang="zh-CN" altLang="en-US" sz="2000" b="0" i="0">
                <a:solidFill>
                  <a:srgbClr val="000000"/>
                </a:solidFill>
              </a:rPr>
              <a:t>换句话说，它理解文件系统的内容与结构，而不是直接复制原始磁盘块。</a:t>
            </a:r>
            <a:endParaRPr lang="zh-CN" altLang="en-US" sz="2000" b="0" i="0">
              <a:solidFill>
                <a:srgbClr val="000000"/>
              </a:solidFill>
            </a:endParaRPr>
          </a:p>
        </p:txBody>
      </p:sp>
      <p:sp>
        <p:nvSpPr>
          <p:cNvPr id="16" name="文本框 15"/>
          <p:cNvSpPr txBox="1"/>
          <p:nvPr/>
        </p:nvSpPr>
        <p:spPr>
          <a:xfrm>
            <a:off x="191135" y="4051935"/>
            <a:ext cx="5806440" cy="2113280"/>
          </a:xfrm>
          <a:prstGeom prst="rect">
            <a:avLst/>
          </a:prstGeom>
        </p:spPr>
        <p:txBody>
          <a:bodyPr wrap="square">
            <a:spAutoFit/>
          </a:bodyPr>
          <a:p>
            <a:pPr marL="0" indent="0">
              <a:spcAft>
                <a:spcPct val="60000"/>
              </a:spcAft>
            </a:pPr>
            <a:r>
              <a:rPr lang="zh-CN" altLang="en-US" sz="2300" b="1" i="0">
                <a:solidFill>
                  <a:srgbClr val="000000"/>
                </a:solidFill>
              </a:rPr>
              <a:t>逻辑转储的主要目标</a:t>
            </a:r>
            <a:endParaRPr lang="zh-CN" altLang="en-US" sz="2300" b="1" i="0">
              <a:solidFill>
                <a:srgbClr val="000000"/>
              </a:solidFill>
            </a:endParaRPr>
          </a:p>
          <a:p>
            <a:pPr marL="0" indent="0">
              <a:lnSpc>
                <a:spcPct val="130000"/>
              </a:lnSpc>
            </a:pPr>
            <a:r>
              <a:rPr lang="zh-CN" altLang="en-US" b="0" i="0">
                <a:solidFill>
                  <a:srgbClr val="000000"/>
                </a:solidFill>
              </a:rPr>
              <a:t>逻辑转储希望实现：</a:t>
            </a:r>
            <a:endParaRPr lang="zh-CN" altLang="en-US" b="0" i="0">
              <a:solidFill>
                <a:srgbClr val="000000"/>
              </a:solidFill>
            </a:endParaRPr>
          </a:p>
          <a:p>
            <a:pPr marL="0" indent="0">
              <a:lnSpc>
                <a:spcPct val="130000"/>
              </a:lnSpc>
              <a:buAutoNum type="arabicPeriod"/>
            </a:pPr>
            <a:r>
              <a:rPr lang="zh-CN" altLang="en-US" b="0" i="0">
                <a:solidFill>
                  <a:srgbClr val="000000"/>
                </a:solidFill>
              </a:rPr>
              <a:t>备份文件系统中有用的部分（排除空闲块）；</a:t>
            </a:r>
            <a:endParaRPr lang="zh-CN" altLang="en-US" b="0" i="0">
              <a:solidFill>
                <a:srgbClr val="000000"/>
              </a:solidFill>
            </a:endParaRPr>
          </a:p>
          <a:p>
            <a:pPr marL="0" indent="0">
              <a:lnSpc>
                <a:spcPct val="130000"/>
              </a:lnSpc>
              <a:buAutoNum type="arabicPeriod"/>
            </a:pPr>
            <a:r>
              <a:rPr lang="zh-CN" altLang="en-US" b="0" i="0">
                <a:solidFill>
                  <a:srgbClr val="000000"/>
                </a:solidFill>
              </a:rPr>
              <a:t>可进行增量备份（仅转储自上次备份后修改的文件）；</a:t>
            </a:r>
            <a:endParaRPr lang="zh-CN" altLang="en-US" b="0" i="0">
              <a:solidFill>
                <a:srgbClr val="000000"/>
              </a:solidFill>
            </a:endParaRPr>
          </a:p>
          <a:p>
            <a:pPr marL="0" indent="0">
              <a:lnSpc>
                <a:spcPct val="130000"/>
              </a:lnSpc>
              <a:buAutoNum type="arabicPeriod"/>
            </a:pPr>
            <a:r>
              <a:rPr lang="zh-CN" altLang="en-US" b="0" i="0">
                <a:solidFill>
                  <a:srgbClr val="000000"/>
                </a:solidFill>
              </a:rPr>
              <a:t>保证一致性（捕获目录结构、权限、属性信息）。</a:t>
            </a:r>
            <a:endParaRPr lang="zh-CN" altLang="en-US" b="0" i="0">
              <a:solidFill>
                <a:srgbClr val="000000"/>
              </a:solidFill>
            </a:endParaRPr>
          </a:p>
        </p:txBody>
      </p:sp>
    </p:spTree>
    <p:custDataLst>
      <p:tags r:id="rId2"/>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6-2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4650" y="910934"/>
            <a:ext cx="10962699" cy="4636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逻辑转储</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a:xfrm>
            <a:off x="1465383" y="5385627"/>
            <a:ext cx="9261231" cy="387941"/>
          </a:xfrm>
        </p:spPr>
        <p:txBody>
          <a:bodyPr/>
          <a:lstStyle/>
          <a:p>
            <a:pPr marL="0" indent="0" algn="ctr">
              <a:buNone/>
            </a:pPr>
            <a:r>
              <a:rPr lang="zh-CN" altLang="en-US" sz="2000" b="0" dirty="0">
                <a:latin typeface="微软雅黑" panose="020B0503020204020204" pitchFamily="34" charset="-122"/>
                <a:ea typeface="微软雅黑" panose="020B0503020204020204" pitchFamily="34" charset="-122"/>
              </a:rPr>
              <a:t>逻辑转储算法所使用的位图</a:t>
            </a:r>
            <a:endParaRPr lang="en-US" altLang="zh-CN" sz="2000" b="0" dirty="0">
              <a:latin typeface="微软雅黑" panose="020B0503020204020204" pitchFamily="34" charset="-122"/>
              <a:ea typeface="微软雅黑" panose="020B0503020204020204" pitchFamily="34" charset="-122"/>
            </a:endParaRPr>
          </a:p>
          <a:p>
            <a:pPr marL="0" indent="0" algn="ctr">
              <a:buNone/>
            </a:pP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完成逻辑转储需要经过</a:t>
            </a:r>
            <a:r>
              <a:rPr lang="en-US" altLang="zh-CN" sz="2000" b="0" dirty="0">
                <a:latin typeface="微软雅黑" panose="020B0503020204020204" pitchFamily="34" charset="-122"/>
                <a:ea typeface="微软雅黑" panose="020B0503020204020204" pitchFamily="34" charset="-122"/>
              </a:rPr>
              <a:t> 4 </a:t>
            </a:r>
            <a:r>
              <a:rPr lang="zh-CN" altLang="en-US" sz="2000" b="0" dirty="0">
                <a:latin typeface="微软雅黑" panose="020B0503020204020204" pitchFamily="34" charset="-122"/>
                <a:ea typeface="微软雅黑" panose="020B0503020204020204" pitchFamily="34" charset="-122"/>
              </a:rPr>
              <a:t>个步骤操作</a:t>
            </a:r>
            <a:r>
              <a:rPr lang="en-US" altLang="zh-CN" sz="2000" b="0" dirty="0">
                <a:latin typeface="微软雅黑" panose="020B0503020204020204" pitchFamily="34" charset="-122"/>
                <a:ea typeface="微软雅黑" panose="020B0503020204020204" pitchFamily="34" charset="-122"/>
              </a:rPr>
              <a:t>)</a:t>
            </a:r>
            <a:endParaRPr lang="en-US" altLang="zh-CN" sz="2000" b="0" dirty="0">
              <a:latin typeface="微软雅黑" panose="020B0503020204020204" pitchFamily="34" charset="-122"/>
              <a:ea typeface="微软雅黑" panose="020B0503020204020204" pitchFamily="34" charset="-122"/>
            </a:endParaRPr>
          </a:p>
          <a:p>
            <a:endParaRPr lang="zh-CN" altLang="en-US" sz="2000" b="0" dirty="0"/>
          </a:p>
        </p:txBody>
      </p:sp>
      <p:sp>
        <p:nvSpPr>
          <p:cNvPr id="4" name="文本占位符 3"/>
          <p:cNvSpPr>
            <a:spLocks noGrp="1"/>
          </p:cNvSpPr>
          <p:nvPr>
            <p:ph type="body" sz="quarter" idx="15"/>
          </p:nvPr>
        </p:nvSpPr>
        <p:spPr/>
        <p:txBody>
          <a:bodyPr/>
          <a:lstStyle/>
          <a:p>
            <a:r>
              <a:rPr lang="en-US" altLang="zh-CN" dirty="0"/>
              <a:t>39</a:t>
            </a:r>
            <a:endParaRPr lang="zh-CN" altLang="en-US" dirty="0"/>
          </a:p>
        </p:txBody>
      </p:sp>
    </p:spTree>
    <p:custDataLst>
      <p:tags r:id="rId2"/>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逻辑转储</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a:xfrm>
            <a:off x="981710" y="808355"/>
            <a:ext cx="4830445" cy="387985"/>
          </a:xfrm>
        </p:spPr>
        <p:txBody>
          <a:bodyPr/>
          <a:lstStyle/>
          <a:p>
            <a:pPr marL="0" indent="0" algn="ctr">
              <a:buNone/>
            </a:pPr>
            <a:r>
              <a:rPr lang="zh-CN" altLang="en-US" sz="2000" b="0" dirty="0">
                <a:latin typeface="微软雅黑" panose="020B0503020204020204" pitchFamily="34" charset="-122"/>
                <a:ea typeface="微软雅黑" panose="020B0503020204020204" pitchFamily="34" charset="-122"/>
              </a:rPr>
              <a:t>逻辑转储操作步骤</a:t>
            </a:r>
            <a:endParaRPr lang="en-US" altLang="zh-CN" sz="2000" b="0" dirty="0">
              <a:latin typeface="微软雅黑" panose="020B0503020204020204" pitchFamily="34" charset="-122"/>
              <a:ea typeface="微软雅黑" panose="020B0503020204020204" pitchFamily="34" charset="-122"/>
            </a:endParaRPr>
          </a:p>
          <a:p>
            <a:endParaRPr lang="zh-CN" altLang="en-US" sz="2000" b="0" dirty="0"/>
          </a:p>
        </p:txBody>
      </p:sp>
      <p:sp>
        <p:nvSpPr>
          <p:cNvPr id="4" name="文本占位符 3"/>
          <p:cNvSpPr>
            <a:spLocks noGrp="1"/>
          </p:cNvSpPr>
          <p:nvPr>
            <p:ph type="body" sz="quarter" idx="15"/>
          </p:nvPr>
        </p:nvSpPr>
        <p:spPr/>
        <p:txBody>
          <a:bodyPr/>
          <a:lstStyle/>
          <a:p>
            <a:r>
              <a:rPr lang="en-US" altLang="zh-CN" dirty="0"/>
              <a:t>39</a:t>
            </a:r>
            <a:endParaRPr lang="zh-CN" altLang="en-US" dirty="0"/>
          </a:p>
        </p:txBody>
      </p:sp>
      <p:graphicFrame>
        <p:nvGraphicFramePr>
          <p:cNvPr id="7" name="表格 6"/>
          <p:cNvGraphicFramePr/>
          <p:nvPr>
            <p:custDataLst>
              <p:tags r:id="rId1"/>
            </p:custDataLst>
          </p:nvPr>
        </p:nvGraphicFramePr>
        <p:xfrm>
          <a:off x="146685" y="1231265"/>
          <a:ext cx="6901180" cy="2494915"/>
        </p:xfrm>
        <a:graphic>
          <a:graphicData uri="http://schemas.openxmlformats.org/drawingml/2006/table">
            <a:tbl>
              <a:tblPr firstRow="1" bandRow="1">
                <a:tableStyleId>{5C22544A-7EE6-4342-B048-85BDC9FD1C3A}</a:tableStyleId>
              </a:tblPr>
              <a:tblGrid>
                <a:gridCol w="671830"/>
                <a:gridCol w="1435735"/>
                <a:gridCol w="2955925"/>
                <a:gridCol w="1837690"/>
              </a:tblGrid>
              <a:tr h="457200">
                <a:tc>
                  <a:txBody>
                    <a:bodyPr/>
                    <a:p>
                      <a:pPr>
                        <a:buNone/>
                      </a:pPr>
                      <a:r>
                        <a:rPr lang="zh-CN" altLang="en-US"/>
                        <a:t>步骤</a:t>
                      </a:r>
                      <a:endParaRPr lang="zh-CN" altLang="en-US"/>
                    </a:p>
                  </a:txBody>
                  <a:tcPr anchor="ctr" anchorCtr="0"/>
                </a:tc>
                <a:tc>
                  <a:txBody>
                    <a:bodyPr/>
                    <a:p>
                      <a:pPr>
                        <a:buNone/>
                      </a:pPr>
                      <a:r>
                        <a:rPr lang="zh-CN" altLang="en-US"/>
                        <a:t>名称</a:t>
                      </a:r>
                      <a:endParaRPr lang="zh-CN" altLang="en-US"/>
                    </a:p>
                  </a:txBody>
                  <a:tcPr anchor="ctr" anchorCtr="0"/>
                </a:tc>
                <a:tc>
                  <a:txBody>
                    <a:bodyPr/>
                    <a:p>
                      <a:pPr>
                        <a:buNone/>
                      </a:pPr>
                      <a:r>
                        <a:rPr lang="zh-CN" altLang="en-US"/>
                        <a:t>主要操作</a:t>
                      </a:r>
                      <a:endParaRPr lang="zh-CN" altLang="en-US"/>
                    </a:p>
                  </a:txBody>
                  <a:tcPr anchor="ctr" anchorCtr="0"/>
                </a:tc>
                <a:tc>
                  <a:txBody>
                    <a:bodyPr/>
                    <a:p>
                      <a:pPr>
                        <a:buNone/>
                      </a:pPr>
                      <a:r>
                        <a:rPr lang="zh-CN" altLang="en-US"/>
                        <a:t>位图作用</a:t>
                      </a:r>
                      <a:endParaRPr lang="zh-CN" altLang="en-US"/>
                    </a:p>
                  </a:txBody>
                  <a:tcPr anchor="ctr" anchorCtr="0"/>
                </a:tc>
              </a:tr>
              <a:tr h="489585">
                <a:tc>
                  <a:txBody>
                    <a:bodyPr/>
                    <a:p>
                      <a:pPr>
                        <a:buNone/>
                      </a:pPr>
                      <a:r>
                        <a:rPr lang="zh-CN" altLang="en-US"/>
                        <a:t>①</a:t>
                      </a:r>
                      <a:endParaRPr lang="zh-CN" altLang="en-US"/>
                    </a:p>
                  </a:txBody>
                  <a:tcPr anchor="ctr" anchorCtr="0"/>
                </a:tc>
                <a:tc>
                  <a:txBody>
                    <a:bodyPr/>
                    <a:p>
                      <a:pPr>
                        <a:buNone/>
                      </a:pPr>
                      <a:r>
                        <a:rPr lang="zh-CN" altLang="en-US"/>
                        <a:t>标记 inode</a:t>
                      </a:r>
                      <a:endParaRPr lang="zh-CN" altLang="en-US"/>
                    </a:p>
                  </a:txBody>
                  <a:tcPr anchor="ctr" anchorCtr="0"/>
                </a:tc>
                <a:tc>
                  <a:txBody>
                    <a:bodyPr/>
                    <a:p>
                      <a:pPr>
                        <a:buNone/>
                      </a:pPr>
                      <a:r>
                        <a:rPr lang="zh-CN" altLang="en-US"/>
                        <a:t>标识哪些文件需要转储</a:t>
                      </a:r>
                      <a:endParaRPr lang="zh-CN" altLang="en-US"/>
                    </a:p>
                  </a:txBody>
                  <a:tcPr anchor="ctr" anchorCtr="0"/>
                </a:tc>
                <a:tc>
                  <a:txBody>
                    <a:bodyPr/>
                    <a:p>
                      <a:pPr>
                        <a:buNone/>
                      </a:pPr>
                      <a:r>
                        <a:rPr lang="zh-CN" altLang="en-US"/>
                        <a:t>生成 inode 位图</a:t>
                      </a:r>
                      <a:endParaRPr lang="zh-CN" altLang="en-US"/>
                    </a:p>
                  </a:txBody>
                  <a:tcPr anchor="ctr" anchorCtr="0"/>
                </a:tc>
              </a:tr>
              <a:tr h="488950">
                <a:tc>
                  <a:txBody>
                    <a:bodyPr/>
                    <a:p>
                      <a:pPr>
                        <a:buNone/>
                      </a:pPr>
                      <a:r>
                        <a:rPr lang="zh-CN" altLang="en-US"/>
                        <a:t>②</a:t>
                      </a:r>
                      <a:endParaRPr lang="zh-CN" altLang="en-US"/>
                    </a:p>
                  </a:txBody>
                  <a:tcPr anchor="ctr" anchorCtr="0"/>
                </a:tc>
                <a:tc>
                  <a:txBody>
                    <a:bodyPr/>
                    <a:p>
                      <a:pPr>
                        <a:buNone/>
                      </a:pPr>
                      <a:r>
                        <a:rPr lang="zh-CN" altLang="en-US"/>
                        <a:t>标记数据块</a:t>
                      </a:r>
                      <a:endParaRPr lang="zh-CN" altLang="en-US"/>
                    </a:p>
                  </a:txBody>
                  <a:tcPr anchor="ctr" anchorCtr="0"/>
                </a:tc>
                <a:tc>
                  <a:txBody>
                    <a:bodyPr/>
                    <a:p>
                      <a:pPr>
                        <a:buNone/>
                      </a:pPr>
                      <a:r>
                        <a:rPr lang="zh-CN" altLang="en-US"/>
                        <a:t>标识文件所占用的块</a:t>
                      </a:r>
                      <a:endParaRPr lang="zh-CN" altLang="en-US"/>
                    </a:p>
                  </a:txBody>
                  <a:tcPr anchor="ctr" anchorCtr="0"/>
                </a:tc>
                <a:tc>
                  <a:txBody>
                    <a:bodyPr/>
                    <a:p>
                      <a:pPr>
                        <a:buNone/>
                      </a:pPr>
                      <a:r>
                        <a:rPr lang="zh-CN" altLang="en-US"/>
                        <a:t>生成 block 位图</a:t>
                      </a:r>
                      <a:endParaRPr lang="zh-CN" altLang="en-US"/>
                    </a:p>
                  </a:txBody>
                  <a:tcPr anchor="ctr" anchorCtr="0"/>
                </a:tc>
              </a:tr>
              <a:tr h="529590">
                <a:tc>
                  <a:txBody>
                    <a:bodyPr/>
                    <a:p>
                      <a:pPr>
                        <a:buNone/>
                      </a:pPr>
                      <a:r>
                        <a:rPr lang="zh-CN" altLang="en-US"/>
                        <a:t>③</a:t>
                      </a:r>
                      <a:endParaRPr lang="zh-CN" altLang="en-US"/>
                    </a:p>
                  </a:txBody>
                  <a:tcPr anchor="ctr" anchorCtr="0"/>
                </a:tc>
                <a:tc>
                  <a:txBody>
                    <a:bodyPr/>
                    <a:p>
                      <a:pPr>
                        <a:buNone/>
                      </a:pPr>
                      <a:r>
                        <a:rPr lang="zh-CN" altLang="en-US"/>
                        <a:t>执行转储</a:t>
                      </a:r>
                      <a:endParaRPr lang="zh-CN" altLang="en-US"/>
                    </a:p>
                  </a:txBody>
                  <a:tcPr anchor="ctr" anchorCtr="0"/>
                </a:tc>
                <a:tc>
                  <a:txBody>
                    <a:bodyPr/>
                    <a:p>
                      <a:pPr>
                        <a:buNone/>
                      </a:pPr>
                      <a:r>
                        <a:rPr lang="zh-CN" altLang="en-US"/>
                        <a:t>根据位图复制目录和文件</a:t>
                      </a:r>
                      <a:endParaRPr lang="zh-CN" altLang="en-US"/>
                    </a:p>
                  </a:txBody>
                  <a:tcPr anchor="ctr" anchorCtr="0"/>
                </a:tc>
                <a:tc>
                  <a:txBody>
                    <a:bodyPr/>
                    <a:p>
                      <a:pPr>
                        <a:buNone/>
                      </a:pPr>
                      <a:r>
                        <a:rPr lang="zh-CN" altLang="en-US"/>
                        <a:t>控制转储内容</a:t>
                      </a:r>
                      <a:endParaRPr lang="zh-CN" altLang="en-US"/>
                    </a:p>
                  </a:txBody>
                  <a:tcPr anchor="ctr" anchorCtr="0"/>
                </a:tc>
              </a:tr>
              <a:tr h="529590">
                <a:tc>
                  <a:txBody>
                    <a:bodyPr/>
                    <a:p>
                      <a:pPr>
                        <a:buNone/>
                      </a:pPr>
                      <a:r>
                        <a:rPr lang="zh-CN" altLang="en-US"/>
                        <a:t>④</a:t>
                      </a:r>
                      <a:endParaRPr lang="zh-CN" altLang="en-US"/>
                    </a:p>
                  </a:txBody>
                  <a:tcPr anchor="ctr" anchorCtr="0"/>
                </a:tc>
                <a:tc>
                  <a:txBody>
                    <a:bodyPr/>
                    <a:p>
                      <a:pPr>
                        <a:buNone/>
                      </a:pPr>
                      <a:r>
                        <a:rPr lang="zh-CN" altLang="en-US"/>
                        <a:t>更新状态</a:t>
                      </a:r>
                      <a:endParaRPr lang="zh-CN" altLang="en-US"/>
                    </a:p>
                  </a:txBody>
                  <a:tcPr anchor="ctr" anchorCtr="0"/>
                </a:tc>
                <a:tc>
                  <a:txBody>
                    <a:bodyPr/>
                    <a:p>
                      <a:pPr>
                        <a:buNone/>
                      </a:pPr>
                      <a:r>
                        <a:rPr lang="zh-CN" altLang="en-US"/>
                        <a:t>写回转储时间和清理位图</a:t>
                      </a:r>
                      <a:endParaRPr lang="zh-CN" altLang="en-US"/>
                    </a:p>
                  </a:txBody>
                  <a:tcPr anchor="ctr" anchorCtr="0"/>
                </a:tc>
                <a:tc>
                  <a:txBody>
                    <a:bodyPr/>
                    <a:p>
                      <a:pPr>
                        <a:buNone/>
                      </a:pPr>
                      <a:r>
                        <a:rPr lang="zh-CN" altLang="en-US"/>
                        <a:t>支持增量转储</a:t>
                      </a:r>
                      <a:endParaRPr lang="zh-CN" altLang="en-US"/>
                    </a:p>
                  </a:txBody>
                  <a:tcPr anchor="ctr" anchorCtr="0"/>
                </a:tc>
              </a:tr>
            </a:tbl>
          </a:graphicData>
        </a:graphic>
      </p:graphicFrame>
      <p:sp>
        <p:nvSpPr>
          <p:cNvPr id="8" name="文本框 7"/>
          <p:cNvSpPr txBox="1"/>
          <p:nvPr/>
        </p:nvSpPr>
        <p:spPr>
          <a:xfrm>
            <a:off x="7527925" y="651510"/>
            <a:ext cx="4171315" cy="4523105"/>
          </a:xfrm>
          <a:prstGeom prst="rect">
            <a:avLst/>
          </a:prstGeom>
          <a:noFill/>
        </p:spPr>
        <p:txBody>
          <a:bodyPr wrap="square" rtlCol="0" anchor="t">
            <a:spAutoFit/>
          </a:bodyPr>
          <a:p>
            <a:r>
              <a:rPr lang="zh-CN" altLang="en-US"/>
              <a:t>        ┌────────────────────────┐</a:t>
            </a:r>
            <a:endParaRPr lang="zh-CN" altLang="en-US"/>
          </a:p>
          <a:p>
            <a:r>
              <a:rPr lang="zh-CN" altLang="en-US"/>
              <a:t>        │ ① 扫描 inode 表         </a:t>
            </a:r>
            <a:r>
              <a:rPr lang="en-US" altLang="zh-CN"/>
              <a:t>		  </a:t>
            </a:r>
            <a:r>
              <a:rPr lang="zh-CN" altLang="en-US"/>
              <a:t>│</a:t>
            </a:r>
            <a:endParaRPr lang="zh-CN" altLang="en-US"/>
          </a:p>
          <a:p>
            <a:r>
              <a:rPr lang="zh-CN" altLang="en-US"/>
              <a:t>        │ 标记需备份的 inode 位   </a:t>
            </a:r>
            <a:r>
              <a:rPr lang="en-US" altLang="zh-CN"/>
              <a:t>	  </a:t>
            </a:r>
            <a:r>
              <a:rPr lang="zh-CN" altLang="en-US"/>
              <a:t>│</a:t>
            </a:r>
            <a:endParaRPr lang="zh-CN" altLang="en-US"/>
          </a:p>
          <a:p>
            <a:r>
              <a:rPr lang="zh-CN" altLang="en-US"/>
              <a:t>        └────────────┬───────────┘</a:t>
            </a:r>
            <a:endParaRPr lang="zh-CN" altLang="en-US"/>
          </a:p>
          <a:p>
            <a:r>
              <a:rPr lang="zh-CN" altLang="en-US"/>
              <a:t>        ┌────────────▼──────────┐</a:t>
            </a:r>
            <a:endParaRPr lang="zh-CN" altLang="en-US"/>
          </a:p>
          <a:p>
            <a:r>
              <a:rPr lang="zh-CN" altLang="en-US"/>
              <a:t>        │ ② 标记数据块位图     </a:t>
            </a:r>
            <a:r>
              <a:rPr lang="en-US" altLang="zh-CN"/>
              <a:t>		</a:t>
            </a:r>
            <a:r>
              <a:rPr lang="zh-CN" altLang="en-US"/>
              <a:t> │</a:t>
            </a:r>
            <a:endParaRPr lang="zh-CN" altLang="en-US"/>
          </a:p>
          <a:p>
            <a:r>
              <a:rPr lang="zh-CN" altLang="en-US"/>
              <a:t>        │ inode→block 依赖关系     </a:t>
            </a:r>
            <a:r>
              <a:rPr lang="en-US" altLang="zh-CN"/>
              <a:t>	 </a:t>
            </a:r>
            <a:r>
              <a:rPr lang="zh-CN" altLang="en-US"/>
              <a:t>│</a:t>
            </a:r>
            <a:endParaRPr lang="zh-CN" altLang="en-US"/>
          </a:p>
          <a:p>
            <a:r>
              <a:rPr lang="zh-CN" altLang="en-US"/>
              <a:t>        └────────────┬──────────</a:t>
            </a:r>
            <a:r>
              <a:rPr lang="en-US" altLang="zh-CN"/>
              <a:t>-</a:t>
            </a:r>
            <a:r>
              <a:rPr lang="zh-CN" altLang="en-US"/>
              <a:t>┘</a:t>
            </a:r>
            <a:endParaRPr lang="zh-CN" altLang="en-US"/>
          </a:p>
          <a:p>
            <a:r>
              <a:rPr lang="zh-CN" altLang="en-US"/>
              <a:t>        ┌────────────▼───────────┐</a:t>
            </a:r>
            <a:endParaRPr lang="zh-CN" altLang="en-US"/>
          </a:p>
          <a:p>
            <a:r>
              <a:rPr lang="zh-CN" altLang="en-US"/>
              <a:t>        │ ③ 执行转储   </a:t>
            </a:r>
            <a:r>
              <a:rPr lang="en-US" altLang="zh-CN"/>
              <a:t>		  </a:t>
            </a:r>
            <a:r>
              <a:rPr lang="zh-CN" altLang="en-US"/>
              <a:t>          │</a:t>
            </a:r>
            <a:endParaRPr lang="zh-CN" altLang="en-US"/>
          </a:p>
          <a:p>
            <a:r>
              <a:rPr lang="zh-CN" altLang="en-US"/>
              <a:t>        │ 目录→文件 顺序复制    </a:t>
            </a:r>
            <a:r>
              <a:rPr lang="en-US" altLang="zh-CN"/>
              <a:t>      </a:t>
            </a:r>
            <a:r>
              <a:rPr lang="zh-CN" altLang="en-US"/>
              <a:t>   │</a:t>
            </a:r>
            <a:endParaRPr lang="zh-CN" altLang="en-US"/>
          </a:p>
          <a:p>
            <a:r>
              <a:rPr lang="zh-CN" altLang="en-US"/>
              <a:t>        └────────────┬───────────┘</a:t>
            </a:r>
            <a:endParaRPr lang="zh-CN" altLang="en-US"/>
          </a:p>
          <a:p>
            <a:r>
              <a:rPr lang="zh-CN" altLang="en-US"/>
              <a:t>        ┌────────────▼───────────┐</a:t>
            </a:r>
            <a:endParaRPr lang="zh-CN" altLang="en-US"/>
          </a:p>
          <a:p>
            <a:r>
              <a:rPr lang="zh-CN" altLang="en-US"/>
              <a:t>        │ ④ 更新转储信息          </a:t>
            </a:r>
            <a:r>
              <a:rPr lang="en-US" altLang="zh-CN"/>
              <a:t>	   </a:t>
            </a:r>
            <a:r>
              <a:rPr lang="zh-CN" altLang="en-US"/>
              <a:t>│</a:t>
            </a:r>
            <a:endParaRPr lang="zh-CN" altLang="en-US"/>
          </a:p>
          <a:p>
            <a:r>
              <a:rPr lang="zh-CN" altLang="en-US"/>
              <a:t>        │ 支持增量与差异转储       </a:t>
            </a:r>
            <a:r>
              <a:rPr lang="en-US" altLang="zh-CN"/>
              <a:t>	   </a:t>
            </a:r>
            <a:r>
              <a:rPr lang="zh-CN" altLang="en-US"/>
              <a:t>│</a:t>
            </a:r>
            <a:endParaRPr lang="zh-CN" altLang="en-US"/>
          </a:p>
          <a:p>
            <a:r>
              <a:rPr lang="zh-CN" altLang="en-US"/>
              <a:t>        └────────────────────────</a:t>
            </a:r>
            <a:r>
              <a:rPr lang="en-US" altLang="zh-CN"/>
              <a:t>-</a:t>
            </a:r>
            <a:r>
              <a:rPr lang="zh-CN" altLang="en-US"/>
              <a:t>┘</a:t>
            </a:r>
            <a:endParaRPr lang="zh-CN" altLang="en-US"/>
          </a:p>
        </p:txBody>
      </p:sp>
      <p:graphicFrame>
        <p:nvGraphicFramePr>
          <p:cNvPr id="9" name="表格 8"/>
          <p:cNvGraphicFramePr/>
          <p:nvPr/>
        </p:nvGraphicFramePr>
        <p:xfrm>
          <a:off x="146685" y="3942080"/>
          <a:ext cx="6901815" cy="2750185"/>
        </p:xfrm>
        <a:graphic>
          <a:graphicData uri="http://schemas.openxmlformats.org/drawingml/2006/table">
            <a:tbl>
              <a:tblPr firstRow="1" bandRow="1">
                <a:tableStyleId>{5C22544A-7EE6-4342-B048-85BDC9FD1C3A}</a:tableStyleId>
              </a:tblPr>
              <a:tblGrid>
                <a:gridCol w="1915160"/>
                <a:gridCol w="4986655"/>
              </a:tblGrid>
              <a:tr h="386080">
                <a:tc>
                  <a:txBody>
                    <a:bodyPr/>
                    <a:p>
                      <a:pPr>
                        <a:buNone/>
                      </a:pPr>
                      <a:r>
                        <a:rPr lang="zh-CN" altLang="en-US"/>
                        <a:t>项目</a:t>
                      </a:r>
                      <a:endParaRPr lang="zh-CN" altLang="en-US"/>
                    </a:p>
                  </a:txBody>
                  <a:tcPr/>
                </a:tc>
                <a:tc>
                  <a:txBody>
                    <a:bodyPr/>
                    <a:p>
                      <a:pPr>
                        <a:buNone/>
                      </a:pPr>
                      <a:r>
                        <a:rPr lang="zh-CN" altLang="en-US"/>
                        <a:t>内容</a:t>
                      </a:r>
                      <a:endParaRPr lang="zh-CN" altLang="en-US"/>
                    </a:p>
                  </a:txBody>
                  <a:tcPr/>
                </a:tc>
              </a:tr>
              <a:tr h="386080">
                <a:tc>
                  <a:txBody>
                    <a:bodyPr/>
                    <a:p>
                      <a:pPr>
                        <a:buNone/>
                      </a:pPr>
                      <a:r>
                        <a:rPr lang="zh-CN" altLang="en-US"/>
                        <a:t>定义</a:t>
                      </a:r>
                      <a:endParaRPr lang="zh-CN" altLang="en-US"/>
                    </a:p>
                  </a:txBody>
                  <a:tcPr/>
                </a:tc>
                <a:tc>
                  <a:txBody>
                    <a:bodyPr/>
                    <a:p>
                      <a:pPr>
                        <a:buNone/>
                      </a:pPr>
                      <a:r>
                        <a:rPr lang="zh-CN" altLang="en-US"/>
                        <a:t>按文件系统逻辑结构备份文件的过程</a:t>
                      </a:r>
                      <a:endParaRPr lang="zh-CN" altLang="en-US"/>
                    </a:p>
                  </a:txBody>
                  <a:tcPr/>
                </a:tc>
              </a:tr>
              <a:tr h="383540">
                <a:tc>
                  <a:txBody>
                    <a:bodyPr/>
                    <a:p>
                      <a:pPr>
                        <a:buNone/>
                      </a:pPr>
                      <a:r>
                        <a:rPr lang="zh-CN" altLang="en-US"/>
                        <a:t>与物理转储区别</a:t>
                      </a:r>
                      <a:endParaRPr lang="zh-CN" altLang="en-US"/>
                    </a:p>
                  </a:txBody>
                  <a:tcPr/>
                </a:tc>
                <a:tc>
                  <a:txBody>
                    <a:bodyPr/>
                    <a:p>
                      <a:pPr>
                        <a:buNone/>
                      </a:pPr>
                      <a:r>
                        <a:rPr lang="zh-CN" altLang="en-US"/>
                        <a:t>不复制空闲块，可增量备份</a:t>
                      </a:r>
                      <a:endParaRPr lang="zh-CN" altLang="en-US"/>
                    </a:p>
                  </a:txBody>
                  <a:tcPr/>
                </a:tc>
              </a:tr>
              <a:tr h="386715">
                <a:tc>
                  <a:txBody>
                    <a:bodyPr/>
                    <a:p>
                      <a:pPr>
                        <a:buNone/>
                      </a:pPr>
                      <a:r>
                        <a:rPr lang="zh-CN" altLang="en-US"/>
                        <a:t>关键结构</a:t>
                      </a:r>
                      <a:endParaRPr lang="zh-CN" altLang="en-US"/>
                    </a:p>
                  </a:txBody>
                  <a:tcPr/>
                </a:tc>
                <a:tc>
                  <a:txBody>
                    <a:bodyPr/>
                    <a:p>
                      <a:pPr>
                        <a:buNone/>
                      </a:pPr>
                      <a:r>
                        <a:rPr lang="zh-CN" altLang="en-US"/>
                        <a:t>inode 位图、block 位图</a:t>
                      </a:r>
                      <a:endParaRPr lang="zh-CN" altLang="en-US"/>
                    </a:p>
                  </a:txBody>
                  <a:tcPr/>
                </a:tc>
              </a:tr>
              <a:tr h="410845">
                <a:tc>
                  <a:txBody>
                    <a:bodyPr/>
                    <a:p>
                      <a:pPr>
                        <a:buNone/>
                      </a:pPr>
                      <a:r>
                        <a:rPr lang="zh-CN" altLang="en-US"/>
                        <a:t>四个步骤</a:t>
                      </a:r>
                      <a:endParaRPr lang="zh-CN" altLang="en-US"/>
                    </a:p>
                  </a:txBody>
                  <a:tcPr/>
                </a:tc>
                <a:tc>
                  <a:txBody>
                    <a:bodyPr/>
                    <a:p>
                      <a:pPr>
                        <a:buNone/>
                      </a:pPr>
                      <a:r>
                        <a:rPr lang="zh-CN" altLang="en-US"/>
                        <a:t>标记 inode → 标记 block → 执行转储 → 更新信息</a:t>
                      </a:r>
                      <a:endParaRPr lang="zh-CN" altLang="en-US"/>
                    </a:p>
                  </a:txBody>
                  <a:tcPr/>
                </a:tc>
              </a:tr>
              <a:tr h="410845">
                <a:tc>
                  <a:txBody>
                    <a:bodyPr/>
                    <a:p>
                      <a:pPr>
                        <a:buNone/>
                      </a:pPr>
                      <a:r>
                        <a:rPr lang="zh-CN" altLang="en-US"/>
                        <a:t>优点</a:t>
                      </a:r>
                      <a:endParaRPr lang="zh-CN" altLang="en-US"/>
                    </a:p>
                  </a:txBody>
                  <a:tcPr/>
                </a:tc>
                <a:tc>
                  <a:txBody>
                    <a:bodyPr/>
                    <a:p>
                      <a:pPr>
                        <a:buNone/>
                      </a:pPr>
                      <a:r>
                        <a:rPr lang="zh-CN" altLang="en-US"/>
                        <a:t>节省空间、可增量、可恢复目录树结构</a:t>
                      </a:r>
                      <a:endParaRPr lang="zh-CN" altLang="en-US"/>
                    </a:p>
                  </a:txBody>
                  <a:tcPr/>
                </a:tc>
              </a:tr>
              <a:tr h="386080">
                <a:tc>
                  <a:txBody>
                    <a:bodyPr/>
                    <a:p>
                      <a:pPr>
                        <a:buNone/>
                      </a:pPr>
                      <a:r>
                        <a:rPr lang="zh-CN" altLang="en-US"/>
                        <a:t>常用命令</a:t>
                      </a:r>
                      <a:endParaRPr lang="zh-CN" altLang="en-US"/>
                    </a:p>
                  </a:txBody>
                  <a:tcPr/>
                </a:tc>
                <a:tc>
                  <a:txBody>
                    <a:bodyPr/>
                    <a:p>
                      <a:pPr>
                        <a:buNone/>
                      </a:pPr>
                      <a:r>
                        <a:rPr lang="zh-CN" altLang="en-US"/>
                        <a:t>dump, restore, tar, cpio</a:t>
                      </a:r>
                      <a:endParaRPr lang="zh-CN" altLang="en-US"/>
                    </a:p>
                  </a:txBody>
                  <a:tcPr/>
                </a:tc>
              </a:tr>
            </a:tbl>
          </a:graphicData>
        </a:graphic>
      </p:graphicFrame>
      <p:sp>
        <p:nvSpPr>
          <p:cNvPr id="10" name="文本框 9"/>
          <p:cNvSpPr txBox="1"/>
          <p:nvPr/>
        </p:nvSpPr>
        <p:spPr>
          <a:xfrm>
            <a:off x="7188835" y="5132705"/>
            <a:ext cx="4883150" cy="665480"/>
          </a:xfrm>
          <a:prstGeom prst="rect">
            <a:avLst/>
          </a:prstGeom>
          <a:solidFill>
            <a:schemeClr val="accent2">
              <a:lumMod val="20000"/>
              <a:lumOff val="80000"/>
            </a:schemeClr>
          </a:solidFill>
        </p:spPr>
        <p:txBody>
          <a:bodyPr wrap="square" rtlCol="0" anchor="t">
            <a:spAutoFit/>
          </a:bodyPr>
          <a:p>
            <a:pPr>
              <a:lnSpc>
                <a:spcPct val="110000"/>
              </a:lnSpc>
            </a:pPr>
            <a:r>
              <a:rPr lang="zh-CN" altLang="en-US" sz="1700"/>
              <a:t>dump -u -0 /dev/sda1</a:t>
            </a:r>
            <a:endParaRPr lang="zh-CN" altLang="en-US" sz="1700"/>
          </a:p>
          <a:p>
            <a:pPr>
              <a:lnSpc>
                <a:spcPct val="110000"/>
              </a:lnSpc>
            </a:pPr>
            <a:r>
              <a:rPr lang="zh-CN" altLang="en-US" sz="1700"/>
              <a:t>表示对分区 /dev/sda1 进行 0 级（完全）逻辑转储。</a:t>
            </a:r>
            <a:endParaRPr lang="zh-CN" altLang="en-US" sz="1700"/>
          </a:p>
        </p:txBody>
      </p:sp>
      <p:sp>
        <p:nvSpPr>
          <p:cNvPr id="11" name="文本框 10"/>
          <p:cNvSpPr txBox="1"/>
          <p:nvPr>
            <p:custDataLst>
              <p:tags r:id="rId2"/>
            </p:custDataLst>
          </p:nvPr>
        </p:nvSpPr>
        <p:spPr>
          <a:xfrm>
            <a:off x="7188835" y="5974080"/>
            <a:ext cx="4882515" cy="718185"/>
          </a:xfrm>
          <a:prstGeom prst="rect">
            <a:avLst/>
          </a:prstGeom>
          <a:solidFill>
            <a:schemeClr val="accent2">
              <a:lumMod val="20000"/>
              <a:lumOff val="80000"/>
            </a:schemeClr>
          </a:solidFill>
        </p:spPr>
        <p:txBody>
          <a:bodyPr wrap="square" rtlCol="0" anchor="t">
            <a:spAutoFit/>
          </a:bodyPr>
          <a:p>
            <a:pPr>
              <a:lnSpc>
                <a:spcPct val="120000"/>
              </a:lnSpc>
            </a:pPr>
            <a:r>
              <a:rPr lang="zh-CN" altLang="en-US" sz="1700"/>
              <a:t>dump -u -</a:t>
            </a:r>
            <a:r>
              <a:rPr lang="en-US" altLang="zh-CN" sz="1700"/>
              <a:t>1</a:t>
            </a:r>
            <a:r>
              <a:rPr lang="zh-CN" altLang="en-US" sz="1700"/>
              <a:t> /dev/sda1</a:t>
            </a:r>
            <a:endParaRPr lang="zh-CN" altLang="en-US" sz="1700"/>
          </a:p>
          <a:p>
            <a:pPr>
              <a:lnSpc>
                <a:spcPct val="120000"/>
              </a:lnSpc>
            </a:pPr>
            <a:r>
              <a:rPr lang="zh-CN" altLang="en-US" sz="1700"/>
              <a:t>进行一级（增量）转储</a:t>
            </a:r>
            <a:r>
              <a:rPr lang="en-US" altLang="zh-CN" sz="1700"/>
              <a:t>：</a:t>
            </a:r>
            <a:r>
              <a:rPr lang="zh-CN" altLang="en-US" sz="1700"/>
              <a:t>只备份最近修改的文件。</a:t>
            </a:r>
            <a:endParaRPr lang="zh-CN" altLang="en-US" sz="1700"/>
          </a:p>
        </p:txBody>
      </p:sp>
    </p:spTree>
    <p:custDataLst>
      <p:tags r:id="rId3"/>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文件系统一致性</a:t>
            </a:r>
            <a:endParaRPr lang="en-US" altLang="zh-CN" sz="3200" b="1" dirty="0">
              <a:latin typeface="微软雅黑" panose="020B0503020204020204" pitchFamily="34" charset="-122"/>
              <a:ea typeface="微软雅黑" panose="020B0503020204020204" pitchFamily="34" charset="-122"/>
            </a:endParaRPr>
          </a:p>
          <a:p>
            <a:endParaRPr lang="zh-CN" altLang="en-US" dirty="0"/>
          </a:p>
        </p:txBody>
      </p:sp>
      <p:sp>
        <p:nvSpPr>
          <p:cNvPr id="3" name="文本占位符 2"/>
          <p:cNvSpPr>
            <a:spLocks noGrp="1"/>
          </p:cNvSpPr>
          <p:nvPr>
            <p:ph type="body" sz="quarter" idx="13"/>
          </p:nvPr>
        </p:nvSpPr>
        <p:spPr>
          <a:xfrm>
            <a:off x="958215" y="1957070"/>
            <a:ext cx="10617200" cy="2930525"/>
          </a:xfrm>
        </p:spPr>
        <p:txBody>
          <a:bodyPr/>
          <a:lstStyle/>
          <a:p>
            <a:pPr marL="342900" indent="-342900">
              <a:lnSpc>
                <a:spcPct val="150000"/>
              </a:lnSpc>
              <a:buFont typeface="+mj-lt"/>
              <a:buAutoNum type="arabicPeriod"/>
            </a:pPr>
            <a:r>
              <a:rPr lang="zh-CN" altLang="en-US" sz="2400" dirty="0">
                <a:latin typeface="微软雅黑" panose="020B0503020204020204" pitchFamily="34" charset="-122"/>
                <a:ea typeface="微软雅黑" panose="020B0503020204020204" pitchFamily="34" charset="-122"/>
              </a:rPr>
              <a:t>检查文件系统一致性的工具</a:t>
            </a:r>
            <a:r>
              <a:rPr lang="en-US" altLang="zh-CN" sz="2400" dirty="0">
                <a:latin typeface="微软雅黑" panose="020B0503020204020204" pitchFamily="34" charset="-122"/>
                <a:ea typeface="微软雅黑" panose="020B0503020204020204" pitchFamily="34" charset="-122"/>
              </a:rPr>
              <a:t> (UNIX</a:t>
            </a:r>
            <a:r>
              <a:rPr lang="zh-CN" altLang="en-US"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fsck</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Windows: </a:t>
            </a:r>
            <a:r>
              <a:rPr lang="en-US" altLang="zh-CN" sz="2400" dirty="0" err="1">
                <a:latin typeface="微软雅黑" panose="020B0503020204020204" pitchFamily="34" charset="-122"/>
                <a:ea typeface="微软雅黑" panose="020B0503020204020204" pitchFamily="34" charset="-122"/>
              </a:rPr>
              <a:t>Chkdisk</a:t>
            </a:r>
            <a:r>
              <a:rPr lang="en-US" altLang="zh-CN" sz="2400" dirty="0">
                <a:latin typeface="微软雅黑" panose="020B0503020204020204" pitchFamily="34" charset="-122"/>
                <a:ea typeface="微软雅黑" panose="020B0503020204020204" pitchFamily="34" charset="-122"/>
              </a:rPr>
              <a:t>, scandisk).</a:t>
            </a:r>
            <a:endParaRPr lang="en-US" altLang="zh-CN" sz="2400" dirty="0">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lang="zh-CN" altLang="en-US" sz="2400" dirty="0">
                <a:latin typeface="微软雅黑" panose="020B0503020204020204" pitchFamily="34" charset="-122"/>
                <a:ea typeface="微软雅黑" panose="020B0503020204020204" pitchFamily="34" charset="-122"/>
              </a:rPr>
              <a:t>两类一致性检测</a:t>
            </a:r>
            <a:r>
              <a:rPr lang="en-US" altLang="zh-CN" sz="2400" dirty="0">
                <a:latin typeface="微软雅黑" panose="020B0503020204020204" pitchFamily="34" charset="-122"/>
                <a:ea typeface="微软雅黑" panose="020B0503020204020204" pitchFamily="34" charset="-122"/>
              </a:rPr>
              <a:t>:  (a) </a:t>
            </a:r>
            <a:r>
              <a:rPr lang="zh-CN" altLang="en-US" sz="2400" dirty="0">
                <a:latin typeface="微软雅黑" panose="020B0503020204020204" pitchFamily="34" charset="-122"/>
                <a:ea typeface="微软雅黑" panose="020B0503020204020204" pitchFamily="34" charset="-122"/>
              </a:rPr>
              <a:t>块一致性</a:t>
            </a:r>
            <a:r>
              <a:rPr lang="en-US" altLang="zh-CN" sz="2400" dirty="0">
                <a:latin typeface="微软雅黑" panose="020B0503020204020204" pitchFamily="34" charset="-122"/>
                <a:ea typeface="微软雅黑" panose="020B0503020204020204" pitchFamily="34" charset="-122"/>
              </a:rPr>
              <a:t>      (b) </a:t>
            </a:r>
            <a:r>
              <a:rPr lang="zh-CN" altLang="en-US" sz="2400" dirty="0">
                <a:latin typeface="微软雅黑" panose="020B0503020204020204" pitchFamily="34" charset="-122"/>
                <a:ea typeface="微软雅黑" panose="020B0503020204020204" pitchFamily="34" charset="-122"/>
              </a:rPr>
              <a:t>文件一致性</a:t>
            </a:r>
            <a:endParaRPr lang="en-US" altLang="zh-CN" sz="2400"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4" name="文本占位符 3"/>
          <p:cNvSpPr>
            <a:spLocks noGrp="1"/>
          </p:cNvSpPr>
          <p:nvPr>
            <p:ph type="body" sz="quarter" idx="15"/>
          </p:nvPr>
        </p:nvSpPr>
        <p:spPr/>
        <p:txBody>
          <a:bodyPr/>
          <a:lstStyle/>
          <a:p>
            <a:r>
              <a:rPr lang="en-US" altLang="zh-CN" dirty="0"/>
              <a:t>40</a:t>
            </a:r>
            <a:endParaRPr lang="zh-CN" altLang="en-US" dirty="0"/>
          </a:p>
        </p:txBody>
      </p:sp>
      <p:sp>
        <p:nvSpPr>
          <p:cNvPr id="5" name="文本框 4"/>
          <p:cNvSpPr txBox="1"/>
          <p:nvPr/>
        </p:nvSpPr>
        <p:spPr>
          <a:xfrm>
            <a:off x="957580" y="846455"/>
            <a:ext cx="10887075" cy="1110615"/>
          </a:xfrm>
          <a:prstGeom prst="rect">
            <a:avLst/>
          </a:prstGeom>
        </p:spPr>
        <p:txBody>
          <a:bodyPr>
            <a:noAutofit/>
          </a:bodyPr>
          <a:p>
            <a:pPr marL="0" indent="0">
              <a:lnSpc>
                <a:spcPct val="150000"/>
              </a:lnSpc>
            </a:pPr>
            <a:r>
              <a:rPr lang="en-US" altLang="zh-CN" sz="2000" b="0" i="0">
                <a:solidFill>
                  <a:srgbClr val="000000"/>
                </a:solidFill>
                <a:latin typeface="-webkit-standard"/>
                <a:ea typeface="-webkit-standard"/>
              </a:rPr>
              <a:t>“</a:t>
            </a:r>
            <a:r>
              <a:rPr lang="zh-CN" altLang="en-US" sz="2000" i="0">
                <a:solidFill>
                  <a:srgbClr val="000000"/>
                </a:solidFill>
              </a:rPr>
              <a:t>文件系统一致性（</a:t>
            </a:r>
            <a:r>
              <a:rPr lang="en-US" altLang="zh-CN" sz="2000" i="0">
                <a:solidFill>
                  <a:srgbClr val="000000"/>
                </a:solidFill>
              </a:rPr>
              <a:t>File System Consistency</a:t>
            </a:r>
            <a:r>
              <a:rPr lang="zh-CN" altLang="en-US" sz="2000" i="0">
                <a:solidFill>
                  <a:srgbClr val="000000"/>
                </a:solidFill>
              </a:rPr>
              <a:t>）</a:t>
            </a:r>
            <a:r>
              <a:rPr lang="zh-CN" altLang="en-US" sz="2000" b="0" i="0">
                <a:solidFill>
                  <a:srgbClr val="000000"/>
                </a:solidFill>
                <a:latin typeface="-webkit-standard"/>
                <a:ea typeface="-webkit-standard"/>
              </a:rPr>
              <a:t>” 是操作系统文件系统管理中的关键概念之一，它保证系统崩溃或异常断电后，磁盘上的文件系统结构依然保持逻辑正确、可恢复。</a:t>
            </a:r>
            <a:endParaRPr lang="zh-CN" altLang="en-US" sz="2000" b="0" i="0">
              <a:solidFill>
                <a:srgbClr val="000000"/>
              </a:solidFill>
              <a:latin typeface="-webkit-standard"/>
              <a:ea typeface="-webkit-standard"/>
            </a:endParaRPr>
          </a:p>
        </p:txBody>
      </p:sp>
      <p:sp>
        <p:nvSpPr>
          <p:cNvPr id="6" name="文本框 5"/>
          <p:cNvSpPr txBox="1"/>
          <p:nvPr/>
        </p:nvSpPr>
        <p:spPr>
          <a:xfrm>
            <a:off x="1081405" y="3429000"/>
            <a:ext cx="11019790" cy="865505"/>
          </a:xfrm>
          <a:prstGeom prst="rect">
            <a:avLst/>
          </a:prstGeom>
        </p:spPr>
        <p:txBody>
          <a:bodyPr wrap="square">
            <a:spAutoFit/>
          </a:bodyPr>
          <a:p>
            <a:pPr marL="0" indent="0">
              <a:lnSpc>
                <a:spcPct val="140000"/>
              </a:lnSpc>
            </a:pPr>
            <a:r>
              <a:rPr lang="zh-CN" altLang="en-US" b="0" i="0">
                <a:solidFill>
                  <a:srgbClr val="000000"/>
                </a:solidFill>
              </a:rPr>
              <a:t>文件系统一致性是指：文件系统中各个元数据结构（如超级块、</a:t>
            </a:r>
            <a:r>
              <a:rPr lang="en-US" altLang="zh-CN" b="0" i="0">
                <a:solidFill>
                  <a:srgbClr val="000000"/>
                </a:solidFill>
              </a:rPr>
              <a:t>i-node </a:t>
            </a:r>
            <a:r>
              <a:rPr lang="zh-CN" altLang="en-US" b="0" i="0">
                <a:solidFill>
                  <a:srgbClr val="000000"/>
                </a:solidFill>
              </a:rPr>
              <a:t>表、空闲块表</a:t>
            </a:r>
            <a:r>
              <a:rPr lang="en-US" altLang="zh-CN" b="0" i="0">
                <a:solidFill>
                  <a:srgbClr val="000000"/>
                </a:solidFill>
              </a:rPr>
              <a:t>/</a:t>
            </a:r>
            <a:r>
              <a:rPr lang="zh-CN" altLang="en-US" b="0" i="0">
                <a:solidFill>
                  <a:srgbClr val="000000"/>
                </a:solidFill>
              </a:rPr>
              <a:t>位图、目录项等）之间的逻辑关系保持正确且相互匹配。确保</a:t>
            </a:r>
            <a:r>
              <a:rPr lang="en-US" altLang="zh-CN" b="0" i="0">
                <a:solidFill>
                  <a:srgbClr val="000000"/>
                </a:solidFill>
              </a:rPr>
              <a:t> </a:t>
            </a:r>
            <a:r>
              <a:rPr lang="zh-CN" altLang="en-US" b="0" i="0">
                <a:solidFill>
                  <a:srgbClr val="000000"/>
                </a:solidFill>
              </a:rPr>
              <a:t>i-node 表、目录项、数据块分配信息三者之间互相吻合</a:t>
            </a:r>
            <a:r>
              <a:rPr lang="en-US" altLang="zh-CN" b="0" i="0">
                <a:solidFill>
                  <a:srgbClr val="000000"/>
                </a:solidFill>
              </a:rPr>
              <a:t>。</a:t>
            </a:r>
            <a:endParaRPr lang="en-US" altLang="zh-CN" b="0" i="0">
              <a:solidFill>
                <a:srgbClr val="000000"/>
              </a:solidFill>
            </a:endParaRPr>
          </a:p>
        </p:txBody>
      </p:sp>
      <p:sp>
        <p:nvSpPr>
          <p:cNvPr id="7" name="文本框 6"/>
          <p:cNvSpPr txBox="1"/>
          <p:nvPr/>
        </p:nvSpPr>
        <p:spPr>
          <a:xfrm>
            <a:off x="958215" y="4558665"/>
            <a:ext cx="4570730" cy="2133600"/>
          </a:xfrm>
          <a:prstGeom prst="rect">
            <a:avLst/>
          </a:prstGeom>
          <a:solidFill>
            <a:schemeClr val="accent5">
              <a:lumMod val="20000"/>
              <a:lumOff val="80000"/>
            </a:schemeClr>
          </a:solidFill>
        </p:spPr>
        <p:txBody>
          <a:bodyPr wrap="square">
            <a:noAutofit/>
          </a:bodyPr>
          <a:p>
            <a:pPr indent="0" fontAlgn="auto">
              <a:lnSpc>
                <a:spcPct val="130000"/>
              </a:lnSpc>
              <a:spcAft>
                <a:spcPts val="600"/>
              </a:spcAft>
            </a:pPr>
            <a:r>
              <a:rPr lang="zh-CN" altLang="en-US" sz="2300" b="1" i="0">
                <a:solidFill>
                  <a:srgbClr val="000000"/>
                </a:solidFill>
              </a:rPr>
              <a:t>为什么会破坏一致性</a:t>
            </a:r>
            <a:endParaRPr lang="zh-CN" altLang="en-US" sz="2300" b="1" i="0">
              <a:solidFill>
                <a:srgbClr val="000000"/>
              </a:solidFill>
            </a:endParaRPr>
          </a:p>
          <a:p>
            <a:pPr marL="0" indent="0">
              <a:lnSpc>
                <a:spcPct val="130000"/>
              </a:lnSpc>
            </a:pPr>
            <a:r>
              <a:rPr lang="zh-CN" altLang="en-US" b="0" i="0">
                <a:solidFill>
                  <a:srgbClr val="000000"/>
                </a:solidFill>
              </a:rPr>
              <a:t>文件系统一致性主要会因</a:t>
            </a:r>
            <a:r>
              <a:rPr lang="en-US" altLang="zh-CN" b="0" i="0">
                <a:solidFill>
                  <a:srgbClr val="000000"/>
                </a:solidFill>
              </a:rPr>
              <a:t> </a:t>
            </a:r>
            <a:r>
              <a:rPr lang="zh-CN" altLang="en-US" b="0" i="0">
                <a:solidFill>
                  <a:srgbClr val="000000"/>
                </a:solidFill>
              </a:rPr>
              <a:t>系统崩溃、断电</a:t>
            </a:r>
            <a:r>
              <a:rPr lang="en-US" altLang="zh-CN" b="0" i="0">
                <a:solidFill>
                  <a:srgbClr val="000000"/>
                </a:solidFill>
              </a:rPr>
              <a:t> </a:t>
            </a:r>
            <a:r>
              <a:rPr lang="zh-CN" altLang="en-US" b="0" i="0">
                <a:solidFill>
                  <a:srgbClr val="000000"/>
                </a:solidFill>
              </a:rPr>
              <a:t>或</a:t>
            </a:r>
            <a:r>
              <a:rPr lang="en-US" altLang="zh-CN" b="0" i="0">
                <a:solidFill>
                  <a:srgbClr val="000000"/>
                </a:solidFill>
              </a:rPr>
              <a:t> </a:t>
            </a:r>
            <a:r>
              <a:rPr lang="zh-CN" altLang="en-US" b="0" i="0">
                <a:solidFill>
                  <a:srgbClr val="000000"/>
                </a:solidFill>
              </a:rPr>
              <a:t>缓存写回中断</a:t>
            </a:r>
            <a:r>
              <a:rPr lang="en-US" altLang="zh-CN" b="0" i="0">
                <a:solidFill>
                  <a:srgbClr val="000000"/>
                </a:solidFill>
              </a:rPr>
              <a:t> </a:t>
            </a:r>
            <a:r>
              <a:rPr lang="zh-CN" altLang="en-US" b="0" i="0">
                <a:solidFill>
                  <a:srgbClr val="000000"/>
                </a:solidFill>
              </a:rPr>
              <a:t>而遭破坏。</a:t>
            </a:r>
            <a:endParaRPr lang="zh-CN" altLang="en-US" b="0" i="0">
              <a:solidFill>
                <a:srgbClr val="000000"/>
              </a:solidFill>
            </a:endParaRPr>
          </a:p>
          <a:p>
            <a:pPr marL="0" indent="0">
              <a:lnSpc>
                <a:spcPct val="130000"/>
              </a:lnSpc>
            </a:pPr>
            <a:r>
              <a:rPr lang="zh-CN" altLang="en-US" b="0" i="0">
                <a:solidFill>
                  <a:srgbClr val="000000"/>
                </a:solidFill>
              </a:rPr>
              <a:t>现代系统中，许多写操作会延迟（缓存写），因此如果中途崩溃，可能导致：</a:t>
            </a:r>
            <a:endParaRPr lang="zh-CN" altLang="en-US" b="0" i="0">
              <a:solidFill>
                <a:srgbClr val="000000"/>
              </a:solidFill>
            </a:endParaRPr>
          </a:p>
        </p:txBody>
      </p:sp>
      <p:graphicFrame>
        <p:nvGraphicFramePr>
          <p:cNvPr id="8" name="表格 7"/>
          <p:cNvGraphicFramePr/>
          <p:nvPr>
            <p:custDataLst>
              <p:tags r:id="rId1"/>
            </p:custDataLst>
          </p:nvPr>
        </p:nvGraphicFramePr>
        <p:xfrm>
          <a:off x="5735320" y="4558665"/>
          <a:ext cx="6275705" cy="2133600"/>
        </p:xfrm>
        <a:graphic>
          <a:graphicData uri="http://schemas.openxmlformats.org/drawingml/2006/table">
            <a:tbl>
              <a:tblPr firstRow="1" bandRow="1">
                <a:tableStyleId>{5C22544A-7EE6-4342-B048-85BDC9FD1C3A}</a:tableStyleId>
              </a:tblPr>
              <a:tblGrid>
                <a:gridCol w="1874520"/>
                <a:gridCol w="4401185"/>
              </a:tblGrid>
              <a:tr h="350520">
                <a:tc>
                  <a:txBody>
                    <a:bodyPr/>
                    <a:p>
                      <a:pPr>
                        <a:buNone/>
                      </a:pPr>
                      <a:r>
                        <a:rPr lang="zh-CN" altLang="en-US" sz="1700"/>
                        <a:t>类型</a:t>
                      </a:r>
                      <a:endParaRPr lang="zh-CN" altLang="en-US" sz="1700"/>
                    </a:p>
                  </a:txBody>
                  <a:tcPr/>
                </a:tc>
                <a:tc>
                  <a:txBody>
                    <a:bodyPr/>
                    <a:p>
                      <a:pPr>
                        <a:buNone/>
                      </a:pPr>
                      <a:r>
                        <a:rPr lang="zh-CN" altLang="en-US" sz="1700"/>
                        <a:t>举例说明</a:t>
                      </a:r>
                      <a:endParaRPr lang="zh-CN" altLang="en-US" sz="1700"/>
                    </a:p>
                  </a:txBody>
                  <a:tcPr/>
                </a:tc>
              </a:tr>
              <a:tr h="364490">
                <a:tc>
                  <a:txBody>
                    <a:bodyPr/>
                    <a:p>
                      <a:pPr>
                        <a:buNone/>
                      </a:pPr>
                      <a:r>
                        <a:rPr lang="zh-CN" altLang="en-US" sz="1700"/>
                        <a:t>❌ 块分配错误</a:t>
                      </a:r>
                      <a:endParaRPr lang="zh-CN" altLang="en-US" sz="1700"/>
                    </a:p>
                  </a:txBody>
                  <a:tcPr/>
                </a:tc>
                <a:tc>
                  <a:txBody>
                    <a:bodyPr/>
                    <a:p>
                      <a:pPr>
                        <a:buNone/>
                      </a:pPr>
                      <a:r>
                        <a:rPr lang="zh-CN" altLang="en-US" sz="1700"/>
                        <a:t>某文件写入了一半，block 位图没来得及更新</a:t>
                      </a:r>
                      <a:endParaRPr lang="zh-CN" altLang="en-US" sz="1700"/>
                    </a:p>
                  </a:txBody>
                  <a:tcPr/>
                </a:tc>
              </a:tr>
              <a:tr h="340995">
                <a:tc>
                  <a:txBody>
                    <a:bodyPr/>
                    <a:p>
                      <a:pPr>
                        <a:buNone/>
                      </a:pPr>
                      <a:r>
                        <a:rPr lang="zh-CN" altLang="en-US" sz="1700"/>
                        <a:t>❌ i-node 不一致</a:t>
                      </a:r>
                      <a:endParaRPr lang="zh-CN" altLang="en-US" sz="1700"/>
                    </a:p>
                  </a:txBody>
                  <a:tcPr/>
                </a:tc>
                <a:tc>
                  <a:txBody>
                    <a:bodyPr/>
                    <a:p>
                      <a:pPr>
                        <a:buNone/>
                      </a:pPr>
                      <a:r>
                        <a:rPr lang="zh-CN" altLang="en-US" sz="1700"/>
                        <a:t>i-node 已分配但目录项尚未写入</a:t>
                      </a:r>
                      <a:endParaRPr lang="zh-CN" altLang="en-US" sz="1700"/>
                    </a:p>
                  </a:txBody>
                  <a:tcPr/>
                </a:tc>
              </a:tr>
              <a:tr h="352425">
                <a:tc>
                  <a:txBody>
                    <a:bodyPr/>
                    <a:p>
                      <a:pPr>
                        <a:buNone/>
                      </a:pPr>
                      <a:r>
                        <a:rPr lang="zh-CN" altLang="en-US" sz="1700"/>
                        <a:t>❌ 空闲表错误</a:t>
                      </a:r>
                      <a:endParaRPr lang="zh-CN" altLang="en-US" sz="1700"/>
                    </a:p>
                  </a:txBody>
                  <a:tcPr/>
                </a:tc>
                <a:tc>
                  <a:txBody>
                    <a:bodyPr/>
                    <a:p>
                      <a:pPr>
                        <a:buNone/>
                      </a:pPr>
                      <a:r>
                        <a:rPr lang="zh-CN" altLang="en-US" sz="1700"/>
                        <a:t>某块既被文件使用又被标为空闲</a:t>
                      </a:r>
                      <a:endParaRPr lang="zh-CN" altLang="en-US" sz="1700"/>
                    </a:p>
                  </a:txBody>
                  <a:tcPr/>
                </a:tc>
              </a:tr>
              <a:tr h="350520">
                <a:tc>
                  <a:txBody>
                    <a:bodyPr/>
                    <a:p>
                      <a:pPr>
                        <a:buNone/>
                      </a:pPr>
                      <a:r>
                        <a:rPr lang="zh-CN" altLang="en-US" sz="1700"/>
                        <a:t>❌ 目录项错误</a:t>
                      </a:r>
                      <a:endParaRPr lang="zh-CN" altLang="en-US" sz="1700"/>
                    </a:p>
                  </a:txBody>
                  <a:tcPr/>
                </a:tc>
                <a:tc>
                  <a:txBody>
                    <a:bodyPr/>
                    <a:p>
                      <a:pPr>
                        <a:buNone/>
                      </a:pPr>
                      <a:r>
                        <a:rPr lang="zh-CN" altLang="en-US" sz="1700"/>
                        <a:t>目录项指向不存在的 inode</a:t>
                      </a:r>
                      <a:endParaRPr lang="zh-CN" altLang="en-US" sz="1700"/>
                    </a:p>
                  </a:txBody>
                  <a:tcPr/>
                </a:tc>
              </a:tr>
              <a:tr h="365125">
                <a:tc>
                  <a:txBody>
                    <a:bodyPr/>
                    <a:p>
                      <a:pPr>
                        <a:buNone/>
                      </a:pPr>
                      <a:r>
                        <a:rPr lang="zh-CN" altLang="en-US" sz="1700"/>
                        <a:t>❌ 链接计数错误</a:t>
                      </a:r>
                      <a:endParaRPr lang="zh-CN" altLang="en-US" sz="1700"/>
                    </a:p>
                  </a:txBody>
                  <a:tcPr/>
                </a:tc>
                <a:tc>
                  <a:txBody>
                    <a:bodyPr/>
                    <a:p>
                      <a:pPr>
                        <a:buNone/>
                      </a:pPr>
                      <a:r>
                        <a:rPr lang="zh-CN" altLang="en-US" sz="1700"/>
                        <a:t>文件被多个目录链接但计数未更新</a:t>
                      </a:r>
                      <a:endParaRPr lang="zh-CN" altLang="en-US" sz="1700"/>
                    </a:p>
                  </a:txBody>
                  <a:tcPr/>
                </a:tc>
              </a:tr>
            </a:tbl>
          </a:graphicData>
        </a:graphic>
      </p:graphicFrame>
    </p:spTree>
    <p:custDataLst>
      <p:tags r:id="rId2"/>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块一致性检查</a:t>
            </a:r>
            <a:endParaRPr lang="en-US" altLang="zh-CN" sz="3200" b="1" dirty="0">
              <a:latin typeface="微软雅黑" panose="020B0503020204020204" pitchFamily="34" charset="-122"/>
              <a:ea typeface="微软雅黑" panose="020B0503020204020204" pitchFamily="34" charset="-122"/>
            </a:endParaRPr>
          </a:p>
          <a:p>
            <a:endParaRPr lang="zh-CN" altLang="en-US" dirty="0"/>
          </a:p>
        </p:txBody>
      </p:sp>
      <p:sp>
        <p:nvSpPr>
          <p:cNvPr id="3" name="文本占位符 2"/>
          <p:cNvSpPr>
            <a:spLocks noGrp="1"/>
          </p:cNvSpPr>
          <p:nvPr>
            <p:ph type="body" sz="quarter" idx="13"/>
          </p:nvPr>
        </p:nvSpPr>
        <p:spPr>
          <a:xfrm>
            <a:off x="0" y="625475"/>
            <a:ext cx="12059920" cy="387985"/>
          </a:xfrm>
        </p:spPr>
        <p:txBody>
          <a:bodyPr/>
          <a:lstStyle/>
          <a:p>
            <a:pPr lvl="1">
              <a:lnSpc>
                <a:spcPct val="200000"/>
              </a:lnSpc>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构建两张表：每个块关联一个值，初始为</a:t>
            </a:r>
            <a:r>
              <a:rPr lang="en-US" altLang="zh-CN" sz="2400" dirty="0">
                <a:latin typeface="微软雅黑" panose="020B0503020204020204" pitchFamily="34" charset="-122"/>
                <a:ea typeface="微软雅黑" panose="020B0503020204020204" pitchFamily="34" charset="-122"/>
              </a:rPr>
              <a:t>0</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marL="457200" lvl="1" indent="0">
              <a:lnSpc>
                <a:spcPct val="200000"/>
              </a:lnSpc>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第一张表记录块在文件中出现的次数；第二张表记录块在空闲列表中的使用情况；</a:t>
            </a:r>
            <a:endParaRPr lang="en-US" altLang="zh-CN" sz="2400" dirty="0">
              <a:latin typeface="微软雅黑" panose="020B0503020204020204" pitchFamily="34" charset="-122"/>
              <a:ea typeface="微软雅黑" panose="020B0503020204020204" pitchFamily="34" charset="-122"/>
            </a:endParaRPr>
          </a:p>
          <a:p>
            <a:pPr lvl="1">
              <a:lnSpc>
                <a:spcPct val="200000"/>
              </a:lnSpc>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然后，通过扫描</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-node/FAT</a:t>
            </a:r>
            <a:r>
              <a:rPr lang="zh-CN" altLang="en-US" sz="2400" dirty="0">
                <a:latin typeface="微软雅黑" panose="020B0503020204020204" pitchFamily="34" charset="-122"/>
                <a:ea typeface="微软雅黑" panose="020B0503020204020204" pitchFamily="34" charset="-122"/>
              </a:rPr>
              <a:t>，更新第一张表的值；</a:t>
            </a:r>
            <a:endParaRPr lang="en-US" altLang="zh-CN" sz="2400" dirty="0">
              <a:latin typeface="微软雅黑" panose="020B0503020204020204" pitchFamily="34" charset="-122"/>
              <a:ea typeface="微软雅黑" panose="020B0503020204020204" pitchFamily="34" charset="-122"/>
            </a:endParaRPr>
          </a:p>
          <a:p>
            <a:pPr lvl="1">
              <a:lnSpc>
                <a:spcPct val="200000"/>
              </a:lnSpc>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扫描空闲列表</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位图，更新第二张表的值；</a:t>
            </a:r>
            <a:endParaRPr lang="en-US" altLang="zh-CN" sz="2400" dirty="0">
              <a:latin typeface="微软雅黑" panose="020B0503020204020204" pitchFamily="34" charset="-122"/>
              <a:ea typeface="微软雅黑" panose="020B0503020204020204" pitchFamily="34" charset="-122"/>
            </a:endParaRPr>
          </a:p>
          <a:p>
            <a:endParaRPr lang="zh-CN" altLang="en-US" dirty="0"/>
          </a:p>
        </p:txBody>
      </p:sp>
      <p:sp>
        <p:nvSpPr>
          <p:cNvPr id="4" name="文本占位符 3"/>
          <p:cNvSpPr>
            <a:spLocks noGrp="1"/>
          </p:cNvSpPr>
          <p:nvPr>
            <p:ph type="body" sz="quarter" idx="15"/>
          </p:nvPr>
        </p:nvSpPr>
        <p:spPr/>
        <p:txBody>
          <a:bodyPr/>
          <a:lstStyle/>
          <a:p>
            <a:r>
              <a:rPr lang="en-US" altLang="zh-CN" dirty="0"/>
              <a:t>41</a:t>
            </a:r>
            <a:endParaRPr lang="zh-CN" altLang="en-US" dirty="0"/>
          </a:p>
        </p:txBody>
      </p:sp>
      <p:sp>
        <p:nvSpPr>
          <p:cNvPr id="5" name="文本框 4"/>
          <p:cNvSpPr txBox="1"/>
          <p:nvPr/>
        </p:nvSpPr>
        <p:spPr>
          <a:xfrm>
            <a:off x="809625" y="4654550"/>
            <a:ext cx="1750060" cy="368300"/>
          </a:xfrm>
          <a:prstGeom prst="rect">
            <a:avLst/>
          </a:prstGeom>
          <a:solidFill>
            <a:schemeClr val="accent2">
              <a:lumMod val="20000"/>
              <a:lumOff val="80000"/>
            </a:schemeClr>
          </a:solidFill>
        </p:spPr>
        <p:txBody>
          <a:bodyPr wrap="square" rtlCol="0" anchor="t">
            <a:spAutoFit/>
          </a:bodyPr>
          <a:p>
            <a:r>
              <a:rPr lang="zh-CN" altLang="en-US"/>
              <a:t>fsck /dev/sda1</a:t>
            </a:r>
            <a:endParaRPr lang="zh-CN" altLang="en-US"/>
          </a:p>
        </p:txBody>
      </p:sp>
      <p:sp>
        <p:nvSpPr>
          <p:cNvPr id="6" name="文本框 5"/>
          <p:cNvSpPr txBox="1"/>
          <p:nvPr/>
        </p:nvSpPr>
        <p:spPr>
          <a:xfrm>
            <a:off x="259080" y="5391150"/>
            <a:ext cx="5080000" cy="810260"/>
          </a:xfrm>
          <a:prstGeom prst="rect">
            <a:avLst/>
          </a:prstGeom>
          <a:solidFill>
            <a:schemeClr val="accent2">
              <a:lumMod val="20000"/>
              <a:lumOff val="80000"/>
            </a:schemeClr>
          </a:solidFill>
        </p:spPr>
        <p:txBody>
          <a:bodyPr>
            <a:spAutoFit/>
          </a:bodyPr>
          <a:p>
            <a:pPr marL="0" indent="0">
              <a:lnSpc>
                <a:spcPct val="130000"/>
              </a:lnSpc>
            </a:pPr>
            <a:r>
              <a:rPr lang="zh-CN" altLang="en-US" b="0" i="0">
                <a:solidFill>
                  <a:srgbClr val="000000"/>
                </a:solidFill>
                <a:latin typeface="-webkit-standard"/>
                <a:ea typeface="-webkit-standard"/>
              </a:rPr>
              <a:t>即</a:t>
            </a:r>
            <a:r>
              <a:rPr lang="en-US" altLang="zh-CN" b="0" i="0">
                <a:solidFill>
                  <a:srgbClr val="000000"/>
                </a:solidFill>
                <a:latin typeface="-webkit-standard"/>
                <a:ea typeface="-webkit-standard"/>
              </a:rPr>
              <a:t> </a:t>
            </a:r>
            <a:r>
              <a:rPr lang="en-US" altLang="zh-CN" i="0">
                <a:solidFill>
                  <a:srgbClr val="000000"/>
                </a:solidFill>
              </a:rPr>
              <a:t>File System Check</a:t>
            </a:r>
            <a:r>
              <a:rPr lang="en-US" altLang="zh-CN" b="0" i="0">
                <a:solidFill>
                  <a:srgbClr val="000000"/>
                </a:solidFill>
                <a:latin typeface="-webkit-standard"/>
                <a:ea typeface="-webkit-standard"/>
              </a:rPr>
              <a:t> </a:t>
            </a:r>
            <a:r>
              <a:rPr lang="zh-CN" altLang="en-US" b="0" i="0">
                <a:solidFill>
                  <a:srgbClr val="000000"/>
                </a:solidFill>
                <a:latin typeface="-webkit-standard"/>
                <a:ea typeface="-webkit-standard"/>
              </a:rPr>
              <a:t>工具。</a:t>
            </a:r>
            <a:endParaRPr lang="zh-CN" altLang="en-US" b="0" i="0">
              <a:solidFill>
                <a:srgbClr val="000000"/>
              </a:solidFill>
              <a:latin typeface="-webkit-standard"/>
              <a:ea typeface="-webkit-standard"/>
            </a:endParaRPr>
          </a:p>
          <a:p>
            <a:pPr marL="0" indent="0">
              <a:lnSpc>
                <a:spcPct val="130000"/>
              </a:lnSpc>
            </a:pPr>
            <a:r>
              <a:rPr lang="zh-CN" altLang="en-US" b="0" i="0">
                <a:solidFill>
                  <a:srgbClr val="000000"/>
                </a:solidFill>
                <a:latin typeface="-webkit-standard"/>
                <a:ea typeface="-webkit-standard"/>
              </a:rPr>
              <a:t>它通过扫描并修复不一致部分，维持逻辑完整性。</a:t>
            </a:r>
            <a:endParaRPr lang="zh-CN" altLang="en-US" b="0" i="0">
              <a:solidFill>
                <a:srgbClr val="000000"/>
              </a:solidFill>
              <a:latin typeface="-webkit-standard"/>
              <a:ea typeface="-webkit-standard"/>
            </a:endParaRPr>
          </a:p>
        </p:txBody>
      </p:sp>
      <p:sp>
        <p:nvSpPr>
          <p:cNvPr id="7" name="文本框 6"/>
          <p:cNvSpPr txBox="1"/>
          <p:nvPr/>
        </p:nvSpPr>
        <p:spPr>
          <a:xfrm>
            <a:off x="5575300" y="4182110"/>
            <a:ext cx="6484620" cy="2049780"/>
          </a:xfrm>
          <a:prstGeom prst="rect">
            <a:avLst/>
          </a:prstGeom>
          <a:solidFill>
            <a:schemeClr val="accent6">
              <a:lumMod val="20000"/>
              <a:lumOff val="80000"/>
            </a:schemeClr>
          </a:solidFill>
        </p:spPr>
        <p:txBody>
          <a:bodyPr wrap="square">
            <a:noAutofit/>
          </a:bodyPr>
          <a:p>
            <a:pPr marL="0" indent="0">
              <a:lnSpc>
                <a:spcPct val="170000"/>
              </a:lnSpc>
            </a:pPr>
            <a:r>
              <a:rPr lang="zh-CN" altLang="en-US" b="0" i="0">
                <a:solidFill>
                  <a:srgbClr val="000000"/>
                </a:solidFill>
              </a:rPr>
              <a:t>通过比较这两张表：</a:t>
            </a:r>
            <a:endParaRPr lang="zh-CN" altLang="en-US" b="0" i="0">
              <a:solidFill>
                <a:srgbClr val="000000"/>
              </a:solidFill>
            </a:endParaRPr>
          </a:p>
          <a:p>
            <a:pPr marL="0" indent="0">
              <a:lnSpc>
                <a:spcPct val="170000"/>
              </a:lnSpc>
              <a:buFont typeface="Arial" panose="020B0604020202090204"/>
              <a:buChar char="•"/>
            </a:pPr>
            <a:r>
              <a:rPr lang="zh-CN" altLang="en-US" b="0" i="0">
                <a:solidFill>
                  <a:srgbClr val="000000"/>
                </a:solidFill>
              </a:rPr>
              <a:t>如果一个块既在使用表又在空闲表中 </a:t>
            </a:r>
            <a:r>
              <a:rPr lang="en-US" altLang="zh-CN" b="0" i="0">
                <a:solidFill>
                  <a:srgbClr val="000000"/>
                </a:solidFill>
              </a:rPr>
              <a:t>→ </a:t>
            </a:r>
            <a:r>
              <a:rPr lang="zh-CN" altLang="en-US" b="0" i="0">
                <a:solidFill>
                  <a:srgbClr val="000000"/>
                </a:solidFill>
              </a:rPr>
              <a:t>错误（重复使用）；</a:t>
            </a:r>
            <a:endParaRPr lang="zh-CN" altLang="en-US" b="0" i="0">
              <a:solidFill>
                <a:srgbClr val="000000"/>
              </a:solidFill>
            </a:endParaRPr>
          </a:p>
          <a:p>
            <a:pPr marL="0" indent="0">
              <a:lnSpc>
                <a:spcPct val="170000"/>
              </a:lnSpc>
              <a:buFont typeface="Arial" panose="020B0604020202090204"/>
              <a:buChar char="•"/>
            </a:pPr>
            <a:r>
              <a:rPr lang="zh-CN" altLang="en-US" b="0" i="0">
                <a:solidFill>
                  <a:srgbClr val="000000"/>
                </a:solidFill>
              </a:rPr>
              <a:t>如果一个块既不在使用表也不在空闲表 </a:t>
            </a:r>
            <a:r>
              <a:rPr lang="en-US" altLang="zh-CN" b="0" i="0">
                <a:solidFill>
                  <a:srgbClr val="000000"/>
                </a:solidFill>
              </a:rPr>
              <a:t>→ </a:t>
            </a:r>
            <a:r>
              <a:rPr lang="zh-CN" altLang="en-US" b="0" i="0">
                <a:solidFill>
                  <a:srgbClr val="000000"/>
                </a:solidFill>
              </a:rPr>
              <a:t>错误（“丢失块”）；</a:t>
            </a:r>
            <a:endParaRPr lang="zh-CN" altLang="en-US" b="0" i="0">
              <a:solidFill>
                <a:srgbClr val="000000"/>
              </a:solidFill>
            </a:endParaRPr>
          </a:p>
          <a:p>
            <a:pPr marL="0" indent="0">
              <a:lnSpc>
                <a:spcPct val="170000"/>
              </a:lnSpc>
              <a:buFont typeface="Arial" panose="020B0604020202090204"/>
              <a:buChar char="•"/>
            </a:pPr>
            <a:r>
              <a:rPr lang="zh-CN" altLang="en-US" b="0" i="0">
                <a:solidFill>
                  <a:srgbClr val="000000"/>
                </a:solidFill>
              </a:rPr>
              <a:t>如果空闲块表统计与超级块中记录的空闲块总数不符 </a:t>
            </a:r>
            <a:r>
              <a:rPr lang="en-US" altLang="zh-CN" b="0" i="0">
                <a:solidFill>
                  <a:srgbClr val="000000"/>
                </a:solidFill>
              </a:rPr>
              <a:t>→ </a:t>
            </a:r>
            <a:r>
              <a:rPr lang="zh-CN" altLang="en-US" b="0" i="0">
                <a:solidFill>
                  <a:srgbClr val="000000"/>
                </a:solidFill>
              </a:rPr>
              <a:t>修复。</a:t>
            </a:r>
            <a:endParaRPr lang="zh-CN" altLang="en-US" b="0" i="0">
              <a:solidFill>
                <a:srgbClr val="000000"/>
              </a:solidFill>
            </a:endParaRP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块一致性检查</a:t>
            </a:r>
            <a:endParaRPr lang="en-US" altLang="zh-CN" sz="3200" b="1" dirty="0">
              <a:latin typeface="微软雅黑" panose="020B0503020204020204" pitchFamily="34" charset="-122"/>
              <a:ea typeface="微软雅黑" panose="020B0503020204020204" pitchFamily="34" charset="-122"/>
            </a:endParaRPr>
          </a:p>
          <a:p>
            <a:endParaRPr lang="zh-CN" altLang="en-US" dirty="0"/>
          </a:p>
        </p:txBody>
      </p:sp>
      <p:sp>
        <p:nvSpPr>
          <p:cNvPr id="3" name="文本占位符 2"/>
          <p:cNvSpPr>
            <a:spLocks noGrp="1"/>
          </p:cNvSpPr>
          <p:nvPr>
            <p:ph type="body" sz="quarter" idx="13"/>
          </p:nvPr>
        </p:nvSpPr>
        <p:spPr>
          <a:xfrm>
            <a:off x="841375" y="4645660"/>
            <a:ext cx="10470515" cy="387985"/>
          </a:xfrm>
        </p:spPr>
        <p:txBody>
          <a:bodyPr/>
          <a:lstStyle/>
          <a:p>
            <a:pPr marL="0" indent="0" eaLnBrk="1" hangingPunct="1">
              <a:lnSpc>
                <a:spcPct val="90000"/>
              </a:lnSpc>
              <a:buNone/>
            </a:pPr>
            <a:r>
              <a:rPr lang="zh-CN" altLang="en-US" sz="2000" dirty="0">
                <a:latin typeface="微软雅黑" panose="020B0503020204020204" pitchFamily="34" charset="-122"/>
                <a:ea typeface="微软雅黑" panose="020B0503020204020204" pitchFamily="34" charset="-122"/>
              </a:rPr>
              <a:t>文件系统状态</a:t>
            </a:r>
            <a:endParaRPr lang="en-US" altLang="zh-CN" sz="2000" dirty="0">
              <a:latin typeface="微软雅黑" panose="020B0503020204020204" pitchFamily="34" charset="-122"/>
              <a:ea typeface="微软雅黑" panose="020B0503020204020204" pitchFamily="34" charset="-122"/>
            </a:endParaRPr>
          </a:p>
          <a:p>
            <a:pPr>
              <a:buFont typeface="+mj-lt"/>
            </a:pPr>
            <a:r>
              <a:rPr lang="en-US" altLang="zh-CN" sz="2000" b="0" dirty="0">
                <a:latin typeface="微软雅黑" panose="020B0503020204020204" pitchFamily="34" charset="-122"/>
                <a:ea typeface="微软雅黑" panose="020B0503020204020204" pitchFamily="34" charset="-122"/>
              </a:rPr>
              <a:t>（</a:t>
            </a:r>
            <a:r>
              <a:rPr lang="en-US" altLang="zh-CN" sz="2000" b="0" dirty="0">
                <a:latin typeface="微软雅黑" panose="020B0503020204020204" pitchFamily="34" charset="-122"/>
                <a:ea typeface="微软雅黑" panose="020B0503020204020204" pitchFamily="34" charset="-122"/>
              </a:rPr>
              <a:t>a）</a:t>
            </a:r>
            <a:r>
              <a:rPr lang="zh-CN" altLang="en-US" sz="2000" b="0" dirty="0">
                <a:latin typeface="微软雅黑" panose="020B0503020204020204" pitchFamily="34" charset="-122"/>
                <a:ea typeface="微软雅黑" panose="020B0503020204020204" pitchFamily="34" charset="-122"/>
              </a:rPr>
              <a:t>一致</a:t>
            </a:r>
            <a:endParaRPr lang="en-US" altLang="zh-CN" sz="2000" b="0" dirty="0">
              <a:latin typeface="微软雅黑" panose="020B0503020204020204" pitchFamily="34" charset="-122"/>
              <a:ea typeface="微软雅黑" panose="020B0503020204020204" pitchFamily="34" charset="-122"/>
            </a:endParaRPr>
          </a:p>
          <a:p>
            <a:pPr>
              <a:buFont typeface="+mj-lt"/>
            </a:pPr>
            <a:r>
              <a:rPr lang="en-US" altLang="zh-CN" sz="2000" b="0" dirty="0">
                <a:latin typeface="微软雅黑" panose="020B0503020204020204" pitchFamily="34" charset="-122"/>
                <a:ea typeface="微软雅黑" panose="020B0503020204020204" pitchFamily="34" charset="-122"/>
              </a:rPr>
              <a:t>（</a:t>
            </a:r>
            <a:r>
              <a:rPr lang="en-US" altLang="zh-CN" sz="2000" b="0" dirty="0">
                <a:latin typeface="微软雅黑" panose="020B0503020204020204" pitchFamily="34" charset="-122"/>
                <a:ea typeface="微软雅黑" panose="020B0503020204020204" pitchFamily="34" charset="-122"/>
              </a:rPr>
              <a:t>b）</a:t>
            </a:r>
            <a:r>
              <a:rPr lang="zh-CN" altLang="en-US" sz="2000" b="0" dirty="0">
                <a:latin typeface="微软雅黑" panose="020B0503020204020204" pitchFamily="34" charset="-122"/>
                <a:ea typeface="微软雅黑" panose="020B0503020204020204" pitchFamily="34" charset="-122"/>
              </a:rPr>
              <a:t>块丢失</a:t>
            </a:r>
            <a:r>
              <a:rPr lang="en-US" altLang="zh-CN" sz="2000" b="0" dirty="0">
                <a:latin typeface="微软雅黑" panose="020B0503020204020204" pitchFamily="34" charset="-122"/>
                <a:ea typeface="微软雅黑" panose="020B0503020204020204" pitchFamily="34" charset="-122"/>
              </a:rPr>
              <a:t> – </a:t>
            </a:r>
            <a:r>
              <a:rPr lang="zh-CN" altLang="en-US" sz="2000" b="0" dirty="0">
                <a:latin typeface="微软雅黑" panose="020B0503020204020204" pitchFamily="34" charset="-122"/>
                <a:ea typeface="微软雅黑" panose="020B0503020204020204" pitchFamily="34" charset="-122"/>
              </a:rPr>
              <a:t>添加到空闲列表</a:t>
            </a:r>
            <a:endParaRPr lang="en-US" altLang="zh-CN" sz="2000" b="0" dirty="0">
              <a:latin typeface="微软雅黑" panose="020B0503020204020204" pitchFamily="34" charset="-122"/>
              <a:ea typeface="微软雅黑" panose="020B0503020204020204" pitchFamily="34" charset="-122"/>
            </a:endParaRPr>
          </a:p>
          <a:p>
            <a:pPr>
              <a:buFont typeface="+mj-lt"/>
            </a:pPr>
            <a:r>
              <a:rPr lang="en-US" altLang="zh-CN" sz="2000" b="0" dirty="0">
                <a:latin typeface="微软雅黑" panose="020B0503020204020204" pitchFamily="34" charset="-122"/>
                <a:ea typeface="微软雅黑" panose="020B0503020204020204" pitchFamily="34" charset="-122"/>
              </a:rPr>
              <a:t>（</a:t>
            </a:r>
            <a:r>
              <a:rPr lang="en-US" altLang="zh-CN" sz="2000" b="0" dirty="0">
                <a:latin typeface="微软雅黑" panose="020B0503020204020204" pitchFamily="34" charset="-122"/>
                <a:ea typeface="微软雅黑" panose="020B0503020204020204" pitchFamily="34" charset="-122"/>
              </a:rPr>
              <a:t>c）</a:t>
            </a:r>
            <a:r>
              <a:rPr lang="zh-CN" altLang="en-US" sz="2000" b="0" dirty="0">
                <a:latin typeface="微软雅黑" panose="020B0503020204020204" pitchFamily="34" charset="-122"/>
                <a:ea typeface="微软雅黑" panose="020B0503020204020204" pitchFamily="34" charset="-122"/>
              </a:rPr>
              <a:t>空闲块重复</a:t>
            </a:r>
            <a:r>
              <a:rPr lang="en-US" altLang="zh-CN" sz="2000" b="0" dirty="0">
                <a:latin typeface="微软雅黑" panose="020B0503020204020204" pitchFamily="34" charset="-122"/>
                <a:ea typeface="微软雅黑" panose="020B0503020204020204" pitchFamily="34" charset="-122"/>
              </a:rPr>
              <a:t> – </a:t>
            </a:r>
            <a:r>
              <a:rPr lang="zh-CN" altLang="en-US" sz="2000" b="0" dirty="0">
                <a:latin typeface="微软雅黑" panose="020B0503020204020204" pitchFamily="34" charset="-122"/>
                <a:ea typeface="微软雅黑" panose="020B0503020204020204" pitchFamily="34" charset="-122"/>
              </a:rPr>
              <a:t>重新建立空闲列表</a:t>
            </a:r>
            <a:endParaRPr lang="en-US" altLang="zh-CN" sz="2000" b="0" dirty="0">
              <a:latin typeface="微软雅黑" panose="020B0503020204020204" pitchFamily="34" charset="-122"/>
              <a:ea typeface="微软雅黑" panose="020B0503020204020204" pitchFamily="34" charset="-122"/>
            </a:endParaRPr>
          </a:p>
          <a:p>
            <a:pPr>
              <a:buFont typeface="+mj-lt"/>
            </a:pPr>
            <a:r>
              <a:rPr lang="en-US" altLang="zh-CN" sz="2000" b="0" dirty="0">
                <a:latin typeface="微软雅黑" panose="020B0503020204020204" pitchFamily="34" charset="-122"/>
                <a:ea typeface="微软雅黑" panose="020B0503020204020204" pitchFamily="34" charset="-122"/>
              </a:rPr>
              <a:t>（</a:t>
            </a:r>
            <a:r>
              <a:rPr lang="en-US" altLang="zh-CN" sz="2000" b="0" dirty="0">
                <a:latin typeface="微软雅黑" panose="020B0503020204020204" pitchFamily="34" charset="-122"/>
                <a:ea typeface="微软雅黑" panose="020B0503020204020204" pitchFamily="34" charset="-122"/>
              </a:rPr>
              <a:t>d）</a:t>
            </a:r>
            <a:r>
              <a:rPr lang="zh-CN" altLang="en-US" sz="2000" b="0" dirty="0">
                <a:latin typeface="微软雅黑" panose="020B0503020204020204" pitchFamily="34" charset="-122"/>
                <a:ea typeface="微软雅黑" panose="020B0503020204020204" pitchFamily="34" charset="-122"/>
              </a:rPr>
              <a:t>数据块重复</a:t>
            </a:r>
            <a:r>
              <a:rPr lang="en-US" altLang="zh-CN" sz="2000" b="0" dirty="0">
                <a:latin typeface="微软雅黑" panose="020B0503020204020204" pitchFamily="34" charset="-122"/>
                <a:ea typeface="微软雅黑" panose="020B0503020204020204" pitchFamily="34" charset="-122"/>
              </a:rPr>
              <a:t> – </a:t>
            </a:r>
            <a:r>
              <a:rPr lang="zh-CN" altLang="en-US" sz="2000" b="0" dirty="0">
                <a:latin typeface="微软雅黑" panose="020B0503020204020204" pitchFamily="34" charset="-122"/>
                <a:ea typeface="微软雅黑" panose="020B0503020204020204" pitchFamily="34" charset="-122"/>
              </a:rPr>
              <a:t>分配一个空闲块，复制重复的内容至该块，插入到其中一个文件中。</a:t>
            </a:r>
            <a:endParaRPr lang="en-US" altLang="zh-CN" sz="2000" b="0" dirty="0">
              <a:solidFill>
                <a:srgbClr val="FF0000"/>
              </a:solidFill>
              <a:latin typeface="微软雅黑" panose="020B0503020204020204" pitchFamily="34" charset="-122"/>
              <a:ea typeface="微软雅黑" panose="020B0503020204020204" pitchFamily="34" charset="-122"/>
            </a:endParaRPr>
          </a:p>
          <a:p>
            <a:endParaRPr lang="zh-CN" altLang="en-US" sz="3200" dirty="0"/>
          </a:p>
        </p:txBody>
      </p:sp>
      <p:sp>
        <p:nvSpPr>
          <p:cNvPr id="4" name="文本占位符 3"/>
          <p:cNvSpPr>
            <a:spLocks noGrp="1"/>
          </p:cNvSpPr>
          <p:nvPr>
            <p:ph type="body" sz="quarter" idx="15"/>
          </p:nvPr>
        </p:nvSpPr>
        <p:spPr/>
        <p:txBody>
          <a:bodyPr/>
          <a:lstStyle/>
          <a:p>
            <a:r>
              <a:rPr lang="en-US" altLang="zh-CN" dirty="0"/>
              <a:t>42</a:t>
            </a:r>
            <a:endParaRPr lang="zh-CN" altLang="en-US" dirty="0"/>
          </a:p>
        </p:txBody>
      </p:sp>
      <p:pic>
        <p:nvPicPr>
          <p:cNvPr id="50181" name="Picture 2"/>
          <p:cNvPicPr>
            <a:picLocks noChangeAspect="1"/>
          </p:cNvPicPr>
          <p:nvPr>
            <p:custDataLst>
              <p:tags r:id="rId1"/>
            </p:custDataLst>
          </p:nvPr>
        </p:nvPicPr>
        <p:blipFill>
          <a:blip r:embed="rId2"/>
          <a:stretch>
            <a:fillRect/>
          </a:stretch>
        </p:blipFill>
        <p:spPr>
          <a:xfrm>
            <a:off x="841375" y="817245"/>
            <a:ext cx="9190990" cy="3637280"/>
          </a:xfrm>
          <a:prstGeom prst="rect">
            <a:avLst/>
          </a:prstGeom>
          <a:noFill/>
          <a:ln w="9525">
            <a:noFill/>
          </a:ln>
        </p:spPr>
      </p:pic>
      <p:sp>
        <p:nvSpPr>
          <p:cNvPr id="6" name="文本框 5"/>
          <p:cNvSpPr txBox="1"/>
          <p:nvPr/>
        </p:nvSpPr>
        <p:spPr>
          <a:xfrm>
            <a:off x="5396865" y="4615180"/>
            <a:ext cx="6096000" cy="829945"/>
          </a:xfrm>
          <a:prstGeom prst="rect">
            <a:avLst/>
          </a:prstGeom>
          <a:solidFill>
            <a:schemeClr val="accent6">
              <a:lumMod val="20000"/>
              <a:lumOff val="80000"/>
            </a:schemeClr>
          </a:solidFill>
        </p:spPr>
        <p:txBody>
          <a:bodyPr wrap="square" rtlCol="0" anchor="t">
            <a:spAutoFit/>
          </a:bodyPr>
          <a:p>
            <a:r>
              <a:rPr lang="zh-CN" altLang="en-US" sz="2400" dirty="0">
                <a:latin typeface="微软雅黑" panose="020B0503020204020204" pitchFamily="34" charset="-122"/>
                <a:ea typeface="微软雅黑" panose="020B0503020204020204" pitchFamily="34" charset="-122"/>
                <a:sym typeface="+mn-ea"/>
              </a:rPr>
              <a:t>第一张表记录块在文件中出现的次数；</a:t>
            </a:r>
            <a:endParaRPr lang="zh-CN" altLang="en-US" sz="2400" dirty="0">
              <a:latin typeface="微软雅黑" panose="020B0503020204020204" pitchFamily="34" charset="-122"/>
              <a:ea typeface="微软雅黑" panose="020B0503020204020204" pitchFamily="34" charset="-122"/>
              <a:sym typeface="+mn-ea"/>
            </a:endParaRPr>
          </a:p>
          <a:p>
            <a:r>
              <a:rPr lang="zh-CN" altLang="en-US" sz="2400" dirty="0">
                <a:latin typeface="微软雅黑" panose="020B0503020204020204" pitchFamily="34" charset="-122"/>
                <a:ea typeface="微软雅黑" panose="020B0503020204020204" pitchFamily="34" charset="-122"/>
                <a:sym typeface="+mn-ea"/>
              </a:rPr>
              <a:t>第二张表记录块在空闲列表中的出现状态</a:t>
            </a:r>
            <a:r>
              <a:rPr lang="en-US" altLang="zh-CN" sz="2400" dirty="0">
                <a:latin typeface="微软雅黑" panose="020B0503020204020204" pitchFamily="34" charset="-122"/>
                <a:ea typeface="微软雅黑" panose="020B0503020204020204" pitchFamily="34" charset="-122"/>
                <a:sym typeface="+mn-ea"/>
              </a:rPr>
              <a:t>。</a:t>
            </a:r>
            <a:endParaRPr lang="en-US" altLang="zh-CN" sz="2400" dirty="0">
              <a:latin typeface="微软雅黑" panose="020B0503020204020204" pitchFamily="34" charset="-122"/>
              <a:ea typeface="微软雅黑" panose="020B0503020204020204" pitchFamily="34" charset="-122"/>
              <a:sym typeface="+mn-ea"/>
            </a:endParaRPr>
          </a:p>
        </p:txBody>
      </p:sp>
    </p:spTree>
    <p:custDataLst>
      <p:tags r:id="rId3"/>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文件一致性检查</a:t>
            </a:r>
            <a:endParaRPr lang="en-US" altLang="zh-CN" sz="3200" b="1" dirty="0">
              <a:latin typeface="微软雅黑" panose="020B0503020204020204" pitchFamily="34" charset="-122"/>
              <a:ea typeface="微软雅黑" panose="020B0503020204020204" pitchFamily="34" charset="-122"/>
            </a:endParaRPr>
          </a:p>
          <a:p>
            <a:endParaRPr lang="zh-CN" altLang="en-US" dirty="0"/>
          </a:p>
        </p:txBody>
      </p:sp>
      <p:sp>
        <p:nvSpPr>
          <p:cNvPr id="3" name="文本占位符 2"/>
          <p:cNvSpPr>
            <a:spLocks noGrp="1"/>
          </p:cNvSpPr>
          <p:nvPr>
            <p:ph type="body" sz="quarter" idx="13"/>
          </p:nvPr>
        </p:nvSpPr>
        <p:spPr>
          <a:xfrm>
            <a:off x="958215" y="1057275"/>
            <a:ext cx="10314940" cy="387985"/>
          </a:xfrm>
        </p:spPr>
        <p:txBody>
          <a:bodyPr/>
          <a:lstStyle/>
          <a:p>
            <a:pPr>
              <a:lnSpc>
                <a:spcPct val="10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检查目录：维护一张表，在该表中，一个文件对应一个计数器；</a:t>
            </a:r>
            <a:endParaRPr lang="zh-CN" altLang="en-US" dirty="0">
              <a:latin typeface="微软雅黑" panose="020B0503020204020204" pitchFamily="34" charset="-122"/>
              <a:ea typeface="微软雅黑" panose="020B0503020204020204" pitchFamily="34" charset="-122"/>
            </a:endParaRPr>
          </a:p>
          <a:p>
            <a:pPr marL="457200" lvl="1" indent="0">
              <a:lnSpc>
                <a:spcPct val="100000"/>
              </a:lnSpc>
              <a:buFont typeface="Wingdings" panose="05000000000000000000" pitchFamily="2" charset="2"/>
              <a:buNone/>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扫描文件系统，对目录中的每个文件，计数器加</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比较获得的计数值和</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-node</a:t>
            </a:r>
            <a:r>
              <a:rPr lang="zh-CN" altLang="en-US" dirty="0">
                <a:latin typeface="微软雅黑" panose="020B0503020204020204" pitchFamily="34" charset="-122"/>
                <a:ea typeface="微软雅黑" panose="020B0503020204020204" pitchFamily="34" charset="-122"/>
              </a:rPr>
              <a:t>中的值</a:t>
            </a:r>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lnSpc>
                <a:spcPct val="100000"/>
              </a:lnSpc>
              <a:buFont typeface="Wingdings" panose="05000000000000000000" pitchFamily="2" charset="2"/>
              <a:buChar char="ü"/>
            </a:pP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-node link count &gt; computed value.</a:t>
            </a:r>
            <a:endParaRPr lang="en-US" altLang="zh-CN" dirty="0">
              <a:latin typeface="微软雅黑" panose="020B0503020204020204" pitchFamily="34" charset="-122"/>
              <a:ea typeface="微软雅黑" panose="020B0503020204020204" pitchFamily="34" charset="-122"/>
            </a:endParaRPr>
          </a:p>
          <a:p>
            <a:pPr marL="342900" lvl="1" indent="0">
              <a:lnSpc>
                <a:spcPct val="100000"/>
              </a:lnSpc>
              <a:buNone/>
            </a:pPr>
            <a:r>
              <a:rPr lang="zh-CN" altLang="en-US" dirty="0">
                <a:latin typeface="微软雅黑" panose="020B0503020204020204" pitchFamily="34" charset="-122"/>
                <a:ea typeface="微软雅黑" panose="020B0503020204020204" pitchFamily="34" charset="-122"/>
              </a:rPr>
              <a:t>当所有文件删除时，该</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-node</a:t>
            </a:r>
            <a:r>
              <a:rPr lang="zh-CN" altLang="en-US" dirty="0">
                <a:latin typeface="微软雅黑" panose="020B0503020204020204" pitchFamily="34" charset="-122"/>
                <a:ea typeface="微软雅黑" panose="020B0503020204020204" pitchFamily="34" charset="-122"/>
              </a:rPr>
              <a:t>的链接数仍大于</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，该</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-node</a:t>
            </a:r>
            <a:r>
              <a:rPr lang="zh-CN" altLang="en-US" dirty="0">
                <a:latin typeface="微软雅黑" panose="020B0503020204020204" pitchFamily="34" charset="-122"/>
                <a:ea typeface="微软雅黑" panose="020B0503020204020204" pitchFamily="34" charset="-122"/>
              </a:rPr>
              <a:t>将无法被删除；</a:t>
            </a:r>
            <a:endParaRPr lang="en-US" altLang="zh-CN" dirty="0">
              <a:latin typeface="微软雅黑" panose="020B0503020204020204" pitchFamily="34" charset="-122"/>
              <a:ea typeface="微软雅黑" panose="020B0503020204020204" pitchFamily="34" charset="-122"/>
            </a:endParaRPr>
          </a:p>
          <a:p>
            <a:pPr marL="342900" lvl="1" indent="0">
              <a:lnSpc>
                <a:spcPct val="100000"/>
              </a:lnSpc>
              <a:buNone/>
            </a:pPr>
            <a:r>
              <a:rPr lang="zh-CN" altLang="en-US" dirty="0">
                <a:latin typeface="微软雅黑" panose="020B0503020204020204" pitchFamily="34" charset="-122"/>
                <a:ea typeface="微软雅黑" panose="020B0503020204020204" pitchFamily="34" charset="-122"/>
              </a:rPr>
              <a:t>解决方案</a:t>
            </a:r>
            <a:r>
              <a:rPr lang="en-US" altLang="zh-CN" dirty="0">
                <a:latin typeface="微软雅黑" panose="020B0503020204020204" pitchFamily="34" charset="-122"/>
                <a:ea typeface="微软雅黑" panose="020B0503020204020204" pitchFamily="34" charset="-122"/>
              </a:rPr>
              <a:t>: </a:t>
            </a:r>
            <a:r>
              <a:rPr lang="en-US" altLang="zh-CN" dirty="0">
                <a:solidFill>
                  <a:srgbClr val="FF0000"/>
                </a:solidFill>
                <a:latin typeface="微软雅黑" panose="020B0503020204020204" pitchFamily="34" charset="-122"/>
                <a:ea typeface="微软雅黑" panose="020B0503020204020204" pitchFamily="34" charset="-122"/>
              </a:rPr>
              <a:t>set </a:t>
            </a:r>
            <a:r>
              <a:rPr lang="en-US" altLang="zh-CN" dirty="0" err="1">
                <a:solidFill>
                  <a:srgbClr val="FF0000"/>
                </a:solidFill>
                <a:latin typeface="微软雅黑" panose="020B0503020204020204" pitchFamily="34" charset="-122"/>
                <a:ea typeface="微软雅黑" panose="020B0503020204020204" pitchFamily="34" charset="-122"/>
              </a:rPr>
              <a:t>i</a:t>
            </a:r>
            <a:r>
              <a:rPr lang="en-US" altLang="zh-CN" dirty="0">
                <a:solidFill>
                  <a:srgbClr val="FF0000"/>
                </a:solidFill>
                <a:latin typeface="微软雅黑" panose="020B0503020204020204" pitchFamily="34" charset="-122"/>
                <a:ea typeface="微软雅黑" panose="020B0503020204020204" pitchFamily="34" charset="-122"/>
              </a:rPr>
              <a:t>-node link count = value computed</a:t>
            </a:r>
            <a:endParaRPr lang="en-US" altLang="zh-CN" dirty="0">
              <a:solidFill>
                <a:srgbClr val="FF0000"/>
              </a:solidFill>
              <a:latin typeface="微软雅黑" panose="020B0503020204020204" pitchFamily="34" charset="-122"/>
              <a:ea typeface="微软雅黑" panose="020B0503020204020204" pitchFamily="34" charset="-122"/>
            </a:endParaRPr>
          </a:p>
          <a:p>
            <a:pPr lvl="1">
              <a:lnSpc>
                <a:spcPct val="100000"/>
              </a:lnSpc>
              <a:buFont typeface="Wingdings" panose="05000000000000000000" pitchFamily="2" charset="2"/>
              <a:buChar char="ü"/>
            </a:pP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-node link count &lt; computed	value</a:t>
            </a:r>
            <a:endParaRPr lang="en-US" altLang="zh-CN" dirty="0">
              <a:latin typeface="微软雅黑" panose="020B0503020204020204" pitchFamily="34" charset="-122"/>
              <a:ea typeface="微软雅黑" panose="020B0503020204020204" pitchFamily="34" charset="-122"/>
            </a:endParaRPr>
          </a:p>
          <a:p>
            <a:pPr marL="685800" lvl="2" indent="0">
              <a:lnSpc>
                <a:spcPct val="100000"/>
              </a:lnSpc>
              <a:buNone/>
            </a:pPr>
            <a:r>
              <a:rPr lang="zh-CN" altLang="en-US" sz="2400" dirty="0">
                <a:latin typeface="微软雅黑" panose="020B0503020204020204" pitchFamily="34" charset="-122"/>
                <a:ea typeface="微软雅黑" panose="020B0503020204020204" pitchFamily="34" charset="-122"/>
              </a:rPr>
              <a:t>该</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-node</a:t>
            </a:r>
            <a:r>
              <a:rPr lang="zh-CN" altLang="en-US" sz="2400" dirty="0">
                <a:latin typeface="微软雅黑" panose="020B0503020204020204" pitchFamily="34" charset="-122"/>
                <a:ea typeface="微软雅黑" panose="020B0503020204020204" pitchFamily="34" charset="-122"/>
              </a:rPr>
              <a:t>可能被释放，即使仍然有其他目录指向它；</a:t>
            </a:r>
            <a:endParaRPr lang="en-US" altLang="zh-CN" sz="2400" dirty="0">
              <a:latin typeface="微软雅黑" panose="020B0503020204020204" pitchFamily="34" charset="-122"/>
              <a:ea typeface="微软雅黑" panose="020B0503020204020204" pitchFamily="34" charset="-122"/>
            </a:endParaRPr>
          </a:p>
          <a:p>
            <a:pPr marL="685800" lvl="2" indent="0">
              <a:lnSpc>
                <a:spcPct val="100000"/>
              </a:lnSpc>
              <a:buNone/>
            </a:pPr>
            <a:r>
              <a:rPr lang="zh-CN" altLang="en-US" sz="2400" dirty="0">
                <a:latin typeface="微软雅黑" panose="020B0503020204020204" pitchFamily="34" charset="-122"/>
                <a:ea typeface="微软雅黑" panose="020B0503020204020204" pitchFamily="34" charset="-122"/>
              </a:rPr>
              <a:t>解决方案</a:t>
            </a:r>
            <a:r>
              <a:rPr lang="en-US" altLang="zh-CN" sz="2400" dirty="0">
                <a:latin typeface="微软雅黑" panose="020B0503020204020204" pitchFamily="34" charset="-122"/>
                <a:ea typeface="微软雅黑" panose="020B0503020204020204" pitchFamily="34" charset="-122"/>
              </a:rPr>
              <a:t> : </a:t>
            </a:r>
            <a:r>
              <a:rPr lang="en-US" altLang="zh-CN" sz="2400" dirty="0">
                <a:solidFill>
                  <a:srgbClr val="FF0000"/>
                </a:solidFill>
                <a:latin typeface="微软雅黑" panose="020B0503020204020204" pitchFamily="34" charset="-122"/>
                <a:ea typeface="微软雅黑" panose="020B0503020204020204" pitchFamily="34" charset="-122"/>
              </a:rPr>
              <a:t>set </a:t>
            </a:r>
            <a:r>
              <a:rPr lang="zh-CN" altLang="en-US" sz="2400" dirty="0">
                <a:solidFill>
                  <a:srgbClr val="FF0000"/>
                </a:solidFill>
                <a:latin typeface="微软雅黑" panose="020B0503020204020204" pitchFamily="34" charset="-122"/>
                <a:ea typeface="微软雅黑" panose="020B0503020204020204" pitchFamily="34" charset="-122"/>
              </a:rPr>
              <a:t>inode link count = computed value</a:t>
            </a:r>
            <a:endParaRPr lang="zh-CN" altLang="en-US" sz="3200" dirty="0"/>
          </a:p>
        </p:txBody>
      </p:sp>
      <p:sp>
        <p:nvSpPr>
          <p:cNvPr id="4" name="文本占位符 3"/>
          <p:cNvSpPr>
            <a:spLocks noGrp="1"/>
          </p:cNvSpPr>
          <p:nvPr>
            <p:ph type="body" sz="quarter" idx="15"/>
          </p:nvPr>
        </p:nvSpPr>
        <p:spPr/>
        <p:txBody>
          <a:bodyPr/>
          <a:lstStyle/>
          <a:p>
            <a:r>
              <a:rPr lang="en-US" altLang="zh-CN" dirty="0"/>
              <a:t>43</a:t>
            </a:r>
            <a:endParaRPr lang="zh-CN" altLang="en-US" dirty="0"/>
          </a:p>
        </p:txBody>
      </p:sp>
      <p:sp>
        <p:nvSpPr>
          <p:cNvPr id="8" name="文本框 7"/>
          <p:cNvSpPr txBox="1"/>
          <p:nvPr>
            <p:custDataLst>
              <p:tags r:id="rId1"/>
            </p:custDataLst>
          </p:nvPr>
        </p:nvSpPr>
        <p:spPr>
          <a:xfrm>
            <a:off x="832485" y="5170805"/>
            <a:ext cx="10528935" cy="1252855"/>
          </a:xfrm>
          <a:prstGeom prst="rect">
            <a:avLst/>
          </a:prstGeom>
          <a:solidFill>
            <a:schemeClr val="accent2">
              <a:lumMod val="20000"/>
              <a:lumOff val="80000"/>
            </a:schemeClr>
          </a:solidFill>
        </p:spPr>
        <p:txBody>
          <a:bodyPr wrap="square">
            <a:spAutoFit/>
          </a:bodyPr>
          <a:p>
            <a:pPr marL="0" indent="0">
              <a:lnSpc>
                <a:spcPct val="140000"/>
              </a:lnSpc>
            </a:pPr>
            <a:r>
              <a:rPr lang="zh-CN" altLang="en-US" b="0" i="0">
                <a:solidFill>
                  <a:srgbClr val="000000"/>
                </a:solidFill>
                <a:latin typeface="-webkit-standard"/>
                <a:ea typeface="-webkit-standard"/>
              </a:rPr>
              <a:t>“两张表”是文件系统一致性检查的核心：</a:t>
            </a:r>
            <a:endParaRPr lang="zh-CN" altLang="en-US" b="0" i="0">
              <a:solidFill>
                <a:srgbClr val="000000"/>
              </a:solidFill>
              <a:latin typeface="-webkit-standard"/>
              <a:ea typeface="-webkit-standard"/>
            </a:endParaRPr>
          </a:p>
          <a:p>
            <a:pPr marL="0" indent="0">
              <a:lnSpc>
                <a:spcPct val="140000"/>
              </a:lnSpc>
            </a:pPr>
            <a:r>
              <a:rPr lang="zh-CN" altLang="en-US" b="0" i="0">
                <a:solidFill>
                  <a:srgbClr val="000000"/>
                </a:solidFill>
                <a:latin typeface="-webkit-standard"/>
                <a:ea typeface="-webkit-standard"/>
              </a:rPr>
              <a:t>一张来自</a:t>
            </a:r>
            <a:r>
              <a:rPr lang="zh-CN" altLang="en-US" i="0">
                <a:solidFill>
                  <a:srgbClr val="000000"/>
                </a:solidFill>
              </a:rPr>
              <a:t>磁盘记录（位图）</a:t>
            </a:r>
            <a:r>
              <a:rPr lang="zh-CN" altLang="en-US" b="0" i="0">
                <a:solidFill>
                  <a:srgbClr val="000000"/>
                </a:solidFill>
                <a:latin typeface="-webkit-standard"/>
                <a:ea typeface="-webkit-standard"/>
              </a:rPr>
              <a:t>，一张来自</a:t>
            </a:r>
            <a:r>
              <a:rPr lang="zh-CN" altLang="en-US" i="0">
                <a:solidFill>
                  <a:srgbClr val="000000"/>
                </a:solidFill>
              </a:rPr>
              <a:t>实际扫描结果（</a:t>
            </a:r>
            <a:r>
              <a:rPr lang="en-US" altLang="zh-CN" i="0">
                <a:solidFill>
                  <a:srgbClr val="000000"/>
                </a:solidFill>
              </a:rPr>
              <a:t>inode</a:t>
            </a:r>
            <a:r>
              <a:rPr lang="zh-CN" altLang="en-US" i="0">
                <a:solidFill>
                  <a:srgbClr val="000000"/>
                </a:solidFill>
              </a:rPr>
              <a:t>链）</a:t>
            </a:r>
            <a:r>
              <a:rPr lang="zh-CN" altLang="en-US" b="0" i="0">
                <a:solidFill>
                  <a:srgbClr val="000000"/>
                </a:solidFill>
                <a:latin typeface="-webkit-standard"/>
                <a:ea typeface="-webkit-standard"/>
              </a:rPr>
              <a:t>。</a:t>
            </a:r>
            <a:endParaRPr lang="zh-CN" altLang="en-US" b="0" i="0">
              <a:solidFill>
                <a:srgbClr val="000000"/>
              </a:solidFill>
              <a:latin typeface="-webkit-standard"/>
              <a:ea typeface="-webkit-standard"/>
            </a:endParaRPr>
          </a:p>
          <a:p>
            <a:pPr marL="0" indent="0">
              <a:lnSpc>
                <a:spcPct val="140000"/>
              </a:lnSpc>
            </a:pPr>
            <a:r>
              <a:rPr lang="zh-CN" altLang="en-US" b="0" i="0">
                <a:solidFill>
                  <a:srgbClr val="000000"/>
                </a:solidFill>
                <a:latin typeface="-webkit-standard"/>
                <a:ea typeface="-webkit-standard"/>
              </a:rPr>
              <a:t>通过交叉比较，系统修复异常关闭造成的不一致。</a:t>
            </a:r>
            <a:endParaRPr lang="zh-CN" altLang="en-US" b="0" i="0">
              <a:solidFill>
                <a:srgbClr val="000000"/>
              </a:solidFill>
              <a:latin typeface="-webkit-standard"/>
              <a:ea typeface="-webkit-standard"/>
            </a:endParaRPr>
          </a:p>
        </p:txBody>
      </p:sp>
    </p:spTree>
    <p:custDataLst>
      <p:tags r:id="rId2"/>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2437765" y="635001"/>
            <a:ext cx="731647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如果因为系统崩溃而使得存放空闲磁盘块信息的空闲块表或位图完全丢失，会发生什么情况？是否该磁盘彻底无法使用了？</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矩形: 圆角 4"/>
          <p:cNvSpPr/>
          <p:nvPr>
            <p:custDataLst>
              <p:tags r:id="rId2"/>
            </p:custDataLst>
          </p:nvPr>
        </p:nvSpPr>
        <p:spPr>
          <a:xfrm>
            <a:off x="7696835"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p:nvPr>
            <p:custDataLst>
              <p:tags r:id="rId3"/>
            </p:custDataLst>
          </p:nvPr>
        </p:nvSpPr>
        <p:spPr>
          <a:xfrm>
            <a:off x="1523206" y="5849239"/>
            <a:ext cx="9145588" cy="365824"/>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endPar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0" name="组合 9"/>
          <p:cNvGrpSpPr/>
          <p:nvPr>
            <p:custDataLst>
              <p:tags r:id="rId4"/>
            </p:custDataLst>
          </p:nvPr>
        </p:nvGrpSpPr>
        <p:grpSpPr>
          <a:xfrm>
            <a:off x="0" y="0"/>
            <a:ext cx="9145588" cy="635000"/>
            <a:chOff x="-1523206" y="0"/>
            <a:chExt cx="9145588" cy="635000"/>
          </a:xfrm>
        </p:grpSpPr>
        <p:sp>
          <p:nvSpPr>
            <p:cNvPr id="6" name="TitleBackground"/>
            <p:cNvSpPr/>
            <p:nvPr>
              <p:custDataLst>
                <p:tags r:id="rId5"/>
              </p:custDataLst>
            </p:nvPr>
          </p:nvSpPr>
          <p:spPr>
            <a:xfrm>
              <a:off x="-1523206" y="0"/>
              <a:ext cx="9145588"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6"/>
              </p:custDataLst>
            </p:nvPr>
          </p:nvSpPr>
          <p:spPr>
            <a:xfrm>
              <a:off x="-1523206"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7"/>
              </p:custDataLst>
            </p:nvPr>
          </p:nvSpPr>
          <p:spPr>
            <a:xfrm>
              <a:off x="-1269206"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TipText"/>
            <p:cNvSpPr txBox="1"/>
            <p:nvPr>
              <p:custDataLst>
                <p:tags r:id="rId8"/>
              </p:custDataLst>
            </p:nvPr>
          </p:nvSpPr>
          <p:spPr>
            <a:xfrm>
              <a:off x="2699"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zh-CN" altLang="en-US"/>
          </a:p>
        </p:txBody>
      </p:sp>
      <p:sp>
        <p:nvSpPr>
          <p:cNvPr id="3" name="文本占位符 2"/>
          <p:cNvSpPr>
            <a:spLocks noGrp="1"/>
          </p:cNvSpPr>
          <p:nvPr>
            <p:ph type="body" sz="quarter" idx="13"/>
          </p:nvPr>
        </p:nvSpPr>
        <p:spPr>
          <a:xfrm>
            <a:off x="958215" y="1057275"/>
            <a:ext cx="9999345" cy="387985"/>
          </a:xfrm>
        </p:spPr>
        <p:txBody>
          <a:bodyPr/>
          <a:lstStyle/>
          <a:p>
            <a:pPr>
              <a:lnSpc>
                <a:spcPct val="130000"/>
              </a:lnSpc>
            </a:pP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如果因为系统崩溃而使得存放空闲磁盘块信息的空闲块表或位图完全丢失，会发生什么情况？是否该磁盘彻底无法使用了？</a:t>
            </a:r>
            <a:endPar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zh-CN" altLang="en-US" dirty="0"/>
          </a:p>
        </p:txBody>
      </p:sp>
      <p:sp>
        <p:nvSpPr>
          <p:cNvPr id="4" name="文本占位符 3"/>
          <p:cNvSpPr>
            <a:spLocks noGrp="1"/>
          </p:cNvSpPr>
          <p:nvPr>
            <p:ph type="body" sz="quarter" idx="15"/>
          </p:nvPr>
        </p:nvSpPr>
        <p:spPr/>
        <p:txBody>
          <a:bodyPr/>
          <a:lstStyle/>
          <a:p>
            <a:r>
              <a:rPr lang="en-US" altLang="zh-CN" dirty="0"/>
              <a:t>45</a:t>
            </a:r>
            <a:endParaRPr lang="zh-CN" altLang="en-US" dirty="0"/>
          </a:p>
        </p:txBody>
      </p:sp>
      <p:sp>
        <p:nvSpPr>
          <p:cNvPr id="5" name="矩形 4"/>
          <p:cNvSpPr/>
          <p:nvPr/>
        </p:nvSpPr>
        <p:spPr>
          <a:xfrm>
            <a:off x="957943" y="2853335"/>
            <a:ext cx="10124735" cy="1458220"/>
          </a:xfrm>
          <a:prstGeom prst="rect">
            <a:avLst/>
          </a:prstGeom>
        </p:spPr>
        <p:txBody>
          <a:bodyPr wrap="square">
            <a:spAutoFit/>
          </a:bodyPr>
          <a:lstStyle/>
          <a:p>
            <a:pPr>
              <a:lnSpc>
                <a:spcPct val="200000"/>
              </a:lnSpc>
            </a:pP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解答：会使得系统无法找到空闲块存放新数据。解决的办法是通过扫描文件系统相关信息（比如所有文件的</a:t>
            </a:r>
            <a:r>
              <a:rPr lang="en-US" altLang="zh-CN" sz="24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inode</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节点）重新构建空闲块表或位图。</a:t>
            </a:r>
            <a:endPar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800" dirty="0"/>
              <a:t>在</a:t>
            </a:r>
            <a:r>
              <a:rPr lang="en-US" altLang="zh-CN" sz="2800" dirty="0"/>
              <a:t>Unix/Linux</a:t>
            </a:r>
            <a:r>
              <a:rPr lang="zh-CN" altLang="en-US" sz="2800" dirty="0"/>
              <a:t>系统中，哪个命令通常用于检查文件系统的一致性并修复问题（如果可能）？</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en-US" altLang="zh-CN"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df</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en-US" altLang="zh-CN" sz="2800" dirty="0" err="1"/>
              <a:t>fsck</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lang="en-US" altLang="zh-CN" sz="28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chkdisk</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文本框 10"/>
          <p:cNvSpPr txBox="1"/>
          <p:nvPr>
            <p:custDataLst>
              <p:tags r:id="rId5"/>
            </p:custDataLst>
          </p:nvPr>
        </p:nvSpPr>
        <p:spPr>
          <a:xfrm>
            <a:off x="2438400" y="5357813"/>
            <a:ext cx="8534400" cy="642938"/>
          </a:xfrm>
          <a:prstGeom prst="rect">
            <a:avLst/>
          </a:prstGeom>
          <a:noFill/>
        </p:spPr>
        <p:txBody>
          <a:bodyPr vert="horz" rtlCol="0" anchor="ctr" anchorCtr="0">
            <a:noAutofit/>
          </a:bodyPr>
          <a:lstStyle/>
          <a:p>
            <a:r>
              <a:rPr lang="en-US" altLang="zh-CN"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mount</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6"/>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p:cNvSpPr>
            <a:spLocks noChangeAspect="1"/>
          </p:cNvSpPr>
          <p:nvPr>
            <p:custDataLst>
              <p:tags r:id="rId7"/>
            </p:custDataLst>
          </p:nvPr>
        </p:nvSpPr>
        <p:spPr>
          <a:xfrm>
            <a:off x="15716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p:cNvSpPr>
            <a:spLocks noChangeAspect="1"/>
          </p:cNvSpPr>
          <p:nvPr>
            <p:custDataLst>
              <p:tags r:id="rId8"/>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p:cNvSpPr>
            <a:spLocks noChangeAspect="1"/>
          </p:cNvSpPr>
          <p:nvPr>
            <p:custDataLst>
              <p:tags r:id="rId9"/>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28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矩形: 圆角 15"/>
          <p:cNvSpPr/>
          <p:nvPr>
            <p:custDataLst>
              <p:tags r:id="rId10"/>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21" name="组合 20"/>
          <p:cNvGrpSpPr/>
          <p:nvPr>
            <p:custDataLst>
              <p:tags r:id="rId11"/>
            </p:custDataLst>
          </p:nvPr>
        </p:nvGrpSpPr>
        <p:grpSpPr>
          <a:xfrm>
            <a:off x="0" y="0"/>
            <a:ext cx="12192000" cy="635000"/>
            <a:chOff x="0" y="0"/>
            <a:chExt cx="12192000" cy="635000"/>
          </a:xfrm>
        </p:grpSpPr>
        <p:sp>
          <p:nvSpPr>
            <p:cNvPr id="17"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0"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6" name="图片 5"/>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dirty="0"/>
              <a:t>在操作系统的文件管理中，逻辑转储通常指的是什么？</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dirty="0"/>
              <a:t>将整个磁盘的内容复制到另一个磁盘</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dirty="0"/>
              <a:t>从磁盘的第</a:t>
            </a:r>
            <a:r>
              <a:rPr lang="en-US" altLang="zh-CN" dirty="0"/>
              <a:t>0</a:t>
            </a:r>
            <a:r>
              <a:rPr lang="zh-CN" altLang="en-US" dirty="0"/>
              <a:t>块开始，将全部磁盘块按顺序输出到存储设备上</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lang="zh-CN" altLang="en-US" dirty="0"/>
              <a:t>从一个或几个指定的目录开始，递归地转储其自给定基准日期后有所更改的全部文件和目录</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5"/>
            </p:custDataLst>
          </p:nvPr>
        </p:nvSpPr>
        <p:spPr>
          <a:xfrm>
            <a:off x="2438400" y="5357813"/>
            <a:ext cx="8534400" cy="642938"/>
          </a:xfrm>
          <a:prstGeom prst="rect">
            <a:avLst/>
          </a:prstGeom>
          <a:noFill/>
        </p:spPr>
        <p:txBody>
          <a:bodyPr vert="horz" rtlCol="0" anchor="ctr" anchorCtr="0">
            <a:noAutofit/>
          </a:bodyPr>
          <a:lstStyle/>
          <a:p>
            <a:r>
              <a:rPr lang="zh-CN" altLang="en-US" dirty="0"/>
              <a:t>将物理内存中不常用的数据块转移到磁盘的交换空间中</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6"/>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7"/>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8"/>
            </p:custDataLst>
          </p:nvPr>
        </p:nvSpPr>
        <p:spPr>
          <a:xfrm>
            <a:off x="15716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9"/>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p:cNvSpPr/>
          <p:nvPr>
            <p:custDataLst>
              <p:tags r:id="rId10"/>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1"/>
            </p:custDataLst>
          </p:nvPr>
        </p:nvGrpSpPr>
        <p:grpSpPr>
          <a:xfrm>
            <a:off x="0" y="0"/>
            <a:ext cx="12192000" cy="635000"/>
            <a:chOff x="0" y="0"/>
            <a:chExt cx="12192000" cy="635000"/>
          </a:xfrm>
        </p:grpSpPr>
        <p:sp>
          <p:nvSpPr>
            <p:cNvPr id="14"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a:hlinkClick r:id="rId1" action="ppaction://hlinkfile"/>
          </p:cNvPr>
          <p:cNvPicPr>
            <a:picLocks noChangeAspect="1"/>
          </p:cNvPicPr>
          <p:nvPr/>
        </p:nvPicPr>
        <p:blipFill>
          <a:blip r:embed="rId2"/>
          <a:stretch>
            <a:fillRect/>
          </a:stretch>
        </p:blipFill>
        <p:spPr>
          <a:xfrm>
            <a:off x="2042795" y="0"/>
            <a:ext cx="10149205" cy="6745605"/>
          </a:xfrm>
          <a:prstGeom prst="rect">
            <a:avLst/>
          </a:prstGeom>
        </p:spPr>
      </p:pic>
      <p:pic>
        <p:nvPicPr>
          <p:cNvPr id="3" name="图片 2">
            <a:hlinkClick r:id="rId1" action="ppaction://hlinkfile"/>
          </p:cNvPr>
          <p:cNvPicPr/>
          <p:nvPr/>
        </p:nvPicPr>
        <p:blipFill>
          <a:blip r:embed="rId3"/>
          <a:stretch>
            <a:fillRect/>
          </a:stretch>
        </p:blipFill>
        <p:spPr>
          <a:xfrm>
            <a:off x="0" y="4822825"/>
            <a:ext cx="2042160" cy="1362075"/>
          </a:xfrm>
          <a:prstGeom prst="rect">
            <a:avLst/>
          </a:prstGeom>
        </p:spPr>
      </p:pic>
      <p:pic>
        <p:nvPicPr>
          <p:cNvPr id="5" name="图片 4"/>
          <p:cNvPicPr/>
          <p:nvPr>
            <p:custDataLst>
              <p:tags r:id="rId4"/>
            </p:custDataLst>
          </p:nvPr>
        </p:nvPicPr>
        <p:blipFill>
          <a:blip r:embed="rId5"/>
          <a:stretch>
            <a:fillRect/>
          </a:stretch>
        </p:blipFill>
        <p:spPr>
          <a:xfrm>
            <a:off x="0" y="18415"/>
            <a:ext cx="2042795" cy="1460500"/>
          </a:xfrm>
          <a:prstGeom prst="rect">
            <a:avLst/>
          </a:prstGeom>
        </p:spPr>
      </p:pic>
    </p:spTree>
    <p:custDataLst>
      <p:tags r:id="rId6"/>
    </p:custDataLst>
  </p:cSld>
  <p:clrMapOvr>
    <a:masterClrMapping/>
  </p:clrMapOvr>
</p:sld>
</file>

<file path=ppt/tags/tag1.xml><?xml version="1.0" encoding="utf-8"?>
<p:tagLst xmlns:p="http://schemas.openxmlformats.org/presentationml/2006/main">
  <p:tag name="KSO_WM_UNIT_PICTURE_TOWARD" val="1"/>
  <p:tag name="KSO_WM_UNIT_HIGHLIGHT" val="0"/>
  <p:tag name="KSO_WM_UNIT_COMPATIBLE" val="0"/>
  <p:tag name="KSO_WM_UNIT_DIAGRAM_ISNUMVISUAL" val="0"/>
  <p:tag name="KSO_WM_UNIT_DIAGRAM_ISREFERUNIT" val="0"/>
  <p:tag name="KSO_WM_DIAGRAM_GROUP_CODE" val="ζ1-1"/>
  <p:tag name="KSO_WM_UNIT_TYPE" val="ζ_h_i"/>
  <p:tag name="KSO_WM_UNIT_INDEX" val="1_1_1"/>
  <p:tag name="KSO_WM_UNIT_ID" val="diagram20216630_1*ζ_h_i*1_1_1"/>
  <p:tag name="KSO_WM_TEMPLATE_CATEGORY" val="diagram"/>
  <p:tag name="KSO_WM_TEMPLATE_INDEX" val="20216630"/>
  <p:tag name="KSO_WM_UNIT_LAYERLEVEL" val="1_1_1"/>
  <p:tag name="KSO_WM_TAG_VERSION" val="1.0"/>
  <p:tag name="KSO_WM_BEAUTIFY_FLAG" val="#wm#"/>
  <p:tag name="KSO_WM_UNIT_DIAGRAM_MODELTYPE" val="creativePicture"/>
  <p:tag name="KSO_WM_UNIT_USESOURCEFORMAT_APPLY" val="1"/>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Lst>
</file>

<file path=ppt/tags/tag2.xml><?xml version="1.0" encoding="utf-8"?>
<p:tagLst xmlns:p="http://schemas.openxmlformats.org/presentationml/2006/main">
  <p:tag name="KSO_WM_UNIT_PICTURE_TOWARD" val="1"/>
  <p:tag name="KSO_WM_UNIT_HIGHLIGHT" val="0"/>
  <p:tag name="KSO_WM_UNIT_COMPATIBLE" val="0"/>
  <p:tag name="KSO_WM_UNIT_DIAGRAM_ISNUMVISUAL" val="0"/>
  <p:tag name="KSO_WM_UNIT_DIAGRAM_ISREFERUNIT" val="0"/>
  <p:tag name="KSO_WM_DIAGRAM_GROUP_CODE" val="ζ1-1"/>
  <p:tag name="KSO_WM_UNIT_TYPE" val="ζ_h_i"/>
  <p:tag name="KSO_WM_UNIT_INDEX" val="1_1_2"/>
  <p:tag name="KSO_WM_UNIT_ID" val="diagram20216630_1*ζ_h_i*1_1_2"/>
  <p:tag name="KSO_WM_TEMPLATE_CATEGORY" val="diagram"/>
  <p:tag name="KSO_WM_TEMPLATE_INDEX" val="20216630"/>
  <p:tag name="KSO_WM_UNIT_LAYERLEVEL" val="1_1_1"/>
  <p:tag name="KSO_WM_TAG_VERSION" val="1.0"/>
  <p:tag name="KSO_WM_BEAUTIFY_FLAG" val="#wm#"/>
  <p:tag name="KSO_WM_UNIT_DIAGRAM_MODELTYPE" val="creativePicture"/>
  <p:tag name="KSO_WM_UNIT_USESOURCEFORMAT_APPLY" val="1"/>
  <p:tag name="KSO_WM_UNIT_FILL_FORE_SCHEMECOLOR_INDEX_1_BRIGHTNESS" val="0.6"/>
  <p:tag name="KSO_WM_UNIT_FILL_FORE_SCHEMECOLOR_INDEX_1" val="5"/>
  <p:tag name="KSO_WM_UNIT_FILL_FORE_SCHEMECOLOR_INDEX_1_POS" val="0"/>
  <p:tag name="KSO_WM_UNIT_FILL_FORE_SCHEMECOLOR_INDEX_1_TRANS" val="0"/>
  <p:tag name="KSO_WM_UNIT_FILL_FORE_SCHEMECOLOR_INDEX_2_BRIGHTNESS" val="0"/>
  <p:tag name="KSO_WM_UNIT_FILL_FORE_SCHEMECOLOR_INDEX_2" val="5"/>
  <p:tag name="KSO_WM_UNIT_FILL_FORE_SCHEMECOLOR_INDEX_2_POS" val="0.49"/>
  <p:tag name="KSO_WM_UNIT_FILL_FORE_SCHEMECOLOR_INDEX_2_TRANS" val="0"/>
  <p:tag name="KSO_WM_UNIT_FILL_GRADIENT_TYPE" val="0"/>
  <p:tag name="KSO_WM_UNIT_FILL_GRADIENT_ANGLE" val="0"/>
  <p:tag name="KSO_WM_UNIT_FILL_GRADIENT_Direction" val="3"/>
  <p:tag name="KSO_WM_UNIT_FILL_TYPE" val="3"/>
  <p:tag name="KSO_WM_UNIT_TEXT_FILL_FORE_SCHEMECOLOR_INDEX_BRIGHTNESS" val="0"/>
  <p:tag name="KSO_WM_UNIT_TEXT_FILL_FORE_SCHEMECOLOR_INDEX" val="2"/>
  <p:tag name="KSO_WM_UNIT_TEXT_FILL_TYPE" val="1"/>
</p:tagLst>
</file>

<file path=ppt/tags/tag3.xml><?xml version="1.0" encoding="utf-8"?>
<p:tagLst xmlns:p="http://schemas.openxmlformats.org/presentationml/2006/main">
  <p:tag name="KSO_WM_UNIT_PICTURE_TOWARD" val="1"/>
  <p:tag name="KSO_WM_UNIT_VALUE" val="996*996"/>
  <p:tag name="KSO_WM_UNIT_HIGHLIGHT" val="0"/>
  <p:tag name="KSO_WM_UNIT_COMPATIBLE" val="0"/>
  <p:tag name="KSO_WM_UNIT_DIAGRAM_ISNUMVISUAL" val="0"/>
  <p:tag name="KSO_WM_UNIT_DIAGRAM_ISREFERUNIT" val="0"/>
  <p:tag name="KSO_WM_DIAGRAM_GROUP_CODE" val="ζ1-1"/>
  <p:tag name="KSO_WM_UNIT_TYPE" val="ζ_h_d"/>
  <p:tag name="KSO_WM_UNIT_INDEX" val="1_1_1"/>
  <p:tag name="KSO_WM_UNIT_ID" val="diagram20216630_1*ζ_h_d*1_1_1"/>
  <p:tag name="KSO_WM_TEMPLATE_CATEGORY" val="diagram"/>
  <p:tag name="KSO_WM_TEMPLATE_INDEX" val="20216630"/>
  <p:tag name="KSO_WM_UNIT_LAYERLEVEL" val="1_1_1"/>
  <p:tag name="KSO_WM_TAG_VERSION" val="1.0"/>
  <p:tag name="KSO_WM_BEAUTIFY_FLAG" val="#wm#"/>
  <p:tag name="KSO_WM_UNIT_DIAGRAM_MODELTYPE" val="creativePicture"/>
  <p:tag name="KSO_WM_UNIT_USESOURCEFORMAT_APPLY" val="1"/>
</p:tagLst>
</file>

<file path=ppt/tags/tag4.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diagram20217050_1*a*1"/>
  <p:tag name="KSO_WM_TEMPLATE_CATEGORY" val="diagram"/>
  <p:tag name="KSO_WM_TEMPLATE_INDEX" val="20217050"/>
  <p:tag name="KSO_WM_UNIT_LAYERLEVEL" val="1"/>
  <p:tag name="KSO_WM_TAG_VERSION" val="1.0"/>
  <p:tag name="KSO_WM_BEAUTIFY_FLAG" val="#wm#"/>
  <p:tag name="KSO_WM_UNIT_PRESET_TEXT" val="添加标题"/>
  <p:tag name="KSO_WM_UNIT_DEFAULT_FONT" val="24;44;4"/>
  <p:tag name="KSO_WM_UNIT_BLOCK" val="0"/>
  <p:tag name="KSO_WM_UNIT_SHOW_EDIT_AREA_INDICATION" val="1"/>
  <p:tag name="KSO_WM_CHIP_GROUPID" val="5e7881253197e252a37019b5"/>
  <p:tag name="KSO_WM_CHIP_XID" val="5e7881253197e252a37019b6"/>
  <p:tag name="KSO_WM_UNIT_DEC_AREA_ID" val="f4365f2790914a939acada6e6471ff3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b&quot;,&quot;fill_mode&quot;:&quot;full&quot;,&quot;sacle_strategy&quot;:&quot;smart&quot;}"/>
  <p:tag name="KSO_WM_ASSEMBLE_CHIP_INDEX" val="d6b9a4b34a014d75a9a0a81d1e3edcc7"/>
  <p:tag name="KSO_WM_UNIT_TEXT_FILL_FORE_SCHEMECOLOR_INDEX_BRIGHTNESS" val="0"/>
  <p:tag name="KSO_WM_UNIT_TEXT_FILL_FORE_SCHEMECOLOR_INDEX" val="13"/>
  <p:tag name="KSO_WM_UNIT_TEXT_FILL_TYPE" val="1"/>
  <p:tag name="KSO_WM_TEMPLATE_ASSEMBLE_XID" val="606570444054ed1e2fb814a6"/>
  <p:tag name="KSO_WM_TEMPLATE_ASSEMBLE_GROUPID" val="606570444054ed1e2fb814a6"/>
</p:tagLst>
</file>

<file path=ppt/tags/tag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050_1*f*1"/>
  <p:tag name="KSO_WM_TEMPLATE_CATEGORY" val="diagram"/>
  <p:tag name="KSO_WM_TEMPLATE_INDEX" val="20217050"/>
  <p:tag name="KSO_WM_UNIT_LAYERLEVEL" val="1"/>
  <p:tag name="KSO_WM_TAG_VERSION" val="1.0"/>
  <p:tag name="KSO_WM_BEAUTIFY_FLAG" val="#wm#"/>
  <p:tag name="KSO_WM_UNIT_DEFAULT_FONT" val="14;20;2"/>
  <p:tag name="KSO_WM_UNIT_BLOCK" val="0"/>
  <p:tag name="KSO_WM_UNIT_VALUE" val="126"/>
  <p:tag name="KSO_WM_UNIT_SHOW_EDIT_AREA_INDICATION" val="1"/>
  <p:tag name="KSO_WM_CHIP_GROUPID" val="5e6b05596848fb12bee65ac8"/>
  <p:tag name="KSO_WM_CHIP_XID" val="5e6b05596848fb12bee65aca"/>
  <p:tag name="KSO_WM_UNIT_DEC_AREA_ID" val="9fac0f58e4e84449b138ef9b8595077c"/>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t&quot;,&quot;fill_mode&quot;:&quot;full&quot;,&quot;sacle_strategy&quot;:&quot;smart&quot;}"/>
  <p:tag name="KSO_WM_ASSEMBLE_CHIP_INDEX" val="9febf74a8ce04196ac33616c5e44fc1b"/>
  <p:tag name="KSO_WM_UNIT_TEXT_FILL_FORE_SCHEMECOLOR_INDEX_BRIGHTNESS" val="0.25"/>
  <p:tag name="KSO_WM_UNIT_TEXT_FILL_FORE_SCHEMECOLOR_INDEX" val="13"/>
  <p:tag name="KSO_WM_UNIT_TEXT_FILL_TYPE" val="1"/>
  <p:tag name="KSO_WM_TEMPLATE_ASSEMBLE_XID" val="606570444054ed1e2fb814a6"/>
  <p:tag name="KSO_WM_TEMPLATE_ASSEMBLE_GROUPID" val="606570444054ed1e2fb814a6"/>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wm#"/>
  <p:tag name="KSO_WM_TEMPLATE_CATEGORY" val="diagram"/>
  <p:tag name="KSO_WM_TEMPLATE_INDEX" val="20217050"/>
  <p:tag name="KSO_WM_SLIDE_LAYOUT_INFO" val="{&quot;direction&quot;:1,&quot;id&quot;:&quot;2021-04-01T16:15:46&quot;,&quot;maxSize&quot;:{&quot;size1&quot;:62.84029677708944},&quot;minSize&quot;:{&quot;size1&quot;:42.940296777089436},&quot;normalSize&quot;:{&quot;size1&quot;:57.05904677708945},&quot;subLayout&quot;:[{&quot;id&quot;:&quot;2021-04-01T16:15:46&quot;,&quot;maxSize&quot;:{&quot;size1&quot;:56.49868810441759},&quot;minSize&quot;:{&quot;size1&quot;:20.898688104417587},&quot;normalSize&quot;:{&quot;size1&quot;:33.46535477108426},&quot;subLayout&quot;:[{&quot;id&quot;:&quot;2021-04-01T16:15:46&quot;,&quot;margin&quot;:{&quot;bottom&quot;:0.02600000612437725,&quot;left&quot;:2.5399999618530273,&quot;right&quot;:1.6670000553131104,&quot;top&quot;:1.6929999589920044},&quot;type&quot;:0},{&quot;id&quot;:&quot;2021-04-01T16:15:46&quot;,&quot;margin&quot;:{&quot;bottom&quot;:1.6929999589920044,&quot;left&quot;:2.5399999618530273,&quot;right&quot;:1.6670000553131104,&quot;top&quot;:0.8199999928474426},&quot;type&quot;:0}],&quot;type&quot;:0},{&quot;id&quot;:&quot;2021-04-01T16:15:46&quot;,&quot;margin&quot;:{&quot;bottom&quot;:1.6929999589920044,&quot;left&quot;:0.02600000612437725,&quot;right&quot;:1.6929999589920044,&quot;top&quot;:1.6929999589920044},&quot;type&quot;:0}],&quot;type&quot;:0}"/>
  <p:tag name="KSO_WM_SLIDE_ID" val="diagram20217050_1"/>
  <p:tag name="KSO_WM_TEMPLATE_SUBCATEGORY" val="21"/>
  <p:tag name="KSO_WM_TEMPLATE_MASTER_TYPE" val="0"/>
  <p:tag name="KSO_WM_TEMPLATE_COLOR_TYPE" val="1"/>
  <p:tag name="KSO_WM_SLIDE_ITEM_CNT" val="0"/>
  <p:tag name="KSO_WM_SLIDE_INDEX" val="1"/>
  <p:tag name="KSO_WM_TAG_VERSION" val="1.0"/>
  <p:tag name="KSO_WM_SLIDE_LAYOUT" val="a_d_f"/>
  <p:tag name="KSO_WM_SLIDE_LAYOUT_CNT" val="1_1_1"/>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cfe54998712faa657a885"/>
  <p:tag name="KSO_WM_CHIP_FILLPROP" val="[[{&quot;text_align&quot;:&quot;cm&quot;,&quot;text_direction&quot;:&quot;horizontal&quot;,&quot;support_features&quot;:[&quot;creativepic&quot;],&quot;support_big_font&quot;:false,&quot;picture_toward&quot;:1,&quot;picture_dockside&quot;:[],&quot;fill_id&quot;:&quot;ea24516ef22941bda3c0fadbdb233f5f&quot;,&quot;fill_align&quot;:&quot;cm&quot;,&quot;chip_types&quot;:[&quot;picture&quot;]},{&quot;text_align&quot;:&quot;lb&quot;,&quot;text_direction&quot;:&quot;horizontal&quot;,&quot;support_big_font&quot;:false,&quot;picture_toward&quot;:0,&quot;picture_dockside&quot;:[],&quot;fill_id&quot;:&quot;e64d6b39dbcb4f5e8b45c2814b499727&quot;,&quot;fill_align&quot;:&quot;lb&quot;,&quot;chip_types&quot;:[&quot;text&quot;,&quot;header&quot;]},{&quot;text_align&quot;:&quot;lt&quot;,&quot;text_direction&quot;:&quot;horizontal&quot;,&quot;support_big_font&quot;:false,&quot;picture_toward&quot;:0,&quot;picture_dockside&quot;:[],&quot;fill_id&quot;:&quot;4cac0ce68cb84566b51d233488c6b209&quot;,&quot;fill_align&quot;:&quot;lt&quot;,&quot;chip_types&quot;:[&quot;text&quot;]}]]"/>
  <p:tag name="KSO_WM_CHIP_DECFILLPROP" val="[]"/>
  <p:tag name="KSO_WM_SLIDE_RATIO" val="1.777778"/>
  <p:tag name="KSO_WM_SLIDE_TYPE" val="text"/>
  <p:tag name="KSO_WM_SLIDE_SIZE" val="816*348"/>
  <p:tag name="KSO_WM_SLIDE_POSITION" val="72*95"/>
  <p:tag name="KSO_WM_CHIP_GROUPID" val="5facfe54998712faa657a884"/>
  <p:tag name="KSO_WM_SLIDE_BK_DARK_LIGHT" val="2"/>
  <p:tag name="KSO_WM_SLIDE_BACKGROUND_TYPE" val="general"/>
  <p:tag name="KSO_WM_SLIDE_SUPPORT_FEATURE_TYPE" val="8"/>
  <p:tag name="KSO_WM_SLIDE_SUBTYPE" val="picTxt"/>
  <p:tag name="KSO_WM_TEMPLATE_ASSEMBLE_XID" val="606570444054ed1e2fb814a6"/>
  <p:tag name="KSO_WM_TEMPLATE_ASSEMBLE_GROUPID" val="606570444054ed1e2fb814a6"/>
  <p:tag name="KSO_WM_SPECIAL_SOURCE" val="bdnull"/>
</p:tagLst>
</file>

<file path=ppt/tags/tag8.xml><?xml version="1.0" encoding="utf-8"?>
<p:tagLst xmlns:p="http://schemas.openxmlformats.org/presentationml/2006/main">
  <p:tag name="KSO_WM_SPECIAL_SOURCE" val="bdnull"/>
</p:tagLst>
</file>

<file path=ppt/tags/tag9.xml><?xml version="1.0" encoding="utf-8"?>
<p:tagLst xmlns:p="http://schemas.openxmlformats.org/presentationml/2006/main">
  <p:tag name="RAINPROBLEM" val="ProblemBody"/>
</p:tagLst>
</file>

<file path=ppt/tags/tag10.xml><?xml version="1.0" encoding="utf-8"?>
<p:tagLst xmlns:p="http://schemas.openxmlformats.org/presentationml/2006/main">
  <p:tag name="RAINPROBLEM" val="ProblemItem"/>
</p:tagLst>
</file>

<file path=ppt/tags/tag11.xml><?xml version="1.0" encoding="utf-8"?>
<p:tagLst xmlns:p="http://schemas.openxmlformats.org/presentationml/2006/main">
  <p:tag name="RAINPROBLEM" val="ProblemItem"/>
</p:tagLst>
</file>

<file path=ppt/tags/tag12.xml><?xml version="1.0" encoding="utf-8"?>
<p:tagLst xmlns:p="http://schemas.openxmlformats.org/presentationml/2006/main">
  <p:tag name="RAINPROBLEM" val="ProblemItem"/>
</p:tagLst>
</file>

<file path=ppt/tags/tag13.xml><?xml version="1.0" encoding="utf-8"?>
<p:tagLst xmlns:p="http://schemas.openxmlformats.org/presentationml/2006/main">
  <p:tag name="RAINPROBLEM" val="ProblemItem"/>
</p:tagLst>
</file>

<file path=ppt/tags/tag14.xml><?xml version="1.0" encoding="utf-8"?>
<p:tagLst xmlns:p="http://schemas.openxmlformats.org/presentationml/2006/main">
  <p:tag name="RAINPROBLEM" val="ProblemBullet"/>
  <p:tag name="RAINPROBLEMTYPE" val="MultipleChoice"/>
  <p:tag name="RAINBULLET" val="Wrong"/>
</p:tagLst>
</file>

<file path=ppt/tags/tag15.xml><?xml version="1.0" encoding="utf-8"?>
<p:tagLst xmlns:p="http://schemas.openxmlformats.org/presentationml/2006/main">
  <p:tag name="RAINPROBLEM" val="ProblemBullet"/>
  <p:tag name="RAINPROBLEMTYPE" val="MultipleChoice"/>
  <p:tag name="RAINBULLET" val="Wrong"/>
</p:tagLst>
</file>

<file path=ppt/tags/tag16.xml><?xml version="1.0" encoding="utf-8"?>
<p:tagLst xmlns:p="http://schemas.openxmlformats.org/presentationml/2006/main">
  <p:tag name="RAINPROBLEM" val="ProblemBullet"/>
  <p:tag name="RAINPROBLEMTYPE" val="MultipleChoice"/>
  <p:tag name="RAINBULLET" val="Correct"/>
</p:tagLst>
</file>

<file path=ppt/tags/tag17.xml><?xml version="1.0" encoding="utf-8"?>
<p:tagLst xmlns:p="http://schemas.openxmlformats.org/presentationml/2006/main">
  <p:tag name="RAINPROBLEM" val="ProblemBullet"/>
  <p:tag name="RAINPROBLEMTYPE" val="MultipleChoice"/>
  <p:tag name="RAINBULLET" val="Wrong"/>
</p:tagLst>
</file>

<file path=ppt/tags/tag18.xml><?xml version="1.0" encoding="utf-8"?>
<p:tagLst xmlns:p="http://schemas.openxmlformats.org/presentationml/2006/main">
  <p:tag name="RAINPROBLEM" val="ProblemSubmit"/>
  <p:tag name="RAINPROBLEMTYPE" val="MultipleChoice"/>
</p:tagLst>
</file>

<file path=ppt/tags/tag19.xml><?xml version="1.0" encoding="utf-8"?>
<p:tagLst xmlns:p="http://schemas.openxmlformats.org/presentationml/2006/main">
  <p:tag name="RAINPROBLEMTYPE" val="ProblemTypeMarker"/>
</p:tagLst>
</file>

<file path=ppt/tags/tag20.xml><?xml version="1.0" encoding="utf-8"?>
<p:tagLst xmlns:p="http://schemas.openxmlformats.org/presentationml/2006/main">
  <p:tag name="RAINPROBLEMTYPE" val="ProblemTypeMarker"/>
</p:tagLst>
</file>

<file path=ppt/tags/tag21.xml><?xml version="1.0" encoding="utf-8"?>
<p:tagLst xmlns:p="http://schemas.openxmlformats.org/presentationml/2006/main">
  <p:tag name="RAINPROBLEMTYPE" val="ProblemTypeMarker"/>
</p:tagLst>
</file>

<file path=ppt/tags/tag22.xml><?xml version="1.0" encoding="utf-8"?>
<p:tagLst xmlns:p="http://schemas.openxmlformats.org/presentationml/2006/main">
  <p:tag name="RAINPROBLEMTYPE" val="ProblemTypeMarker"/>
</p:tagLst>
</file>

<file path=ppt/tags/tag23.xml><?xml version="1.0" encoding="utf-8"?>
<p:tagLst xmlns:p="http://schemas.openxmlformats.org/presentationml/2006/main">
  <p:tag name="RAINPROBLEMTYPE" val="ProblemTypeMarker"/>
</p:tagLst>
</file>

<file path=ppt/tags/tag24.xml><?xml version="1.0" encoding="utf-8"?>
<p:tagLst xmlns:p="http://schemas.openxmlformats.org/presentationml/2006/main">
  <p:tag name="RAINPROBLEM" val="ProblemSetting"/>
  <p:tag name="RAINPROBLEMTYPE" val="MultipleChoice"/>
</p:tagLst>
</file>

<file path=ppt/tags/tag25.xml><?xml version="1.0" encoding="utf-8"?>
<p:tagLst xmlns:p="http://schemas.openxmlformats.org/presentationml/2006/main">
  <p:tag name="RAINPROBLEM" val="MultipleChoice"/>
  <p:tag name="PROBLEMSCORE" val="1.0"/>
  <p:tag name="KSO_WM_SPECIAL_SOURCE" val="bdnull"/>
</p:tagLst>
</file>

<file path=ppt/tags/tag26.xml><?xml version="1.0" encoding="utf-8"?>
<p:tagLst xmlns:p="http://schemas.openxmlformats.org/presentationml/2006/main">
  <p:tag name="RAINPROBLEM" val="ProblemBody"/>
</p:tagLst>
</file>

<file path=ppt/tags/tag27.xml><?xml version="1.0" encoding="utf-8"?>
<p:tagLst xmlns:p="http://schemas.openxmlformats.org/presentationml/2006/main">
  <p:tag name="RAINPROBLEM" val="ProblemItem"/>
</p:tagLst>
</file>

<file path=ppt/tags/tag28.xml><?xml version="1.0" encoding="utf-8"?>
<p:tagLst xmlns:p="http://schemas.openxmlformats.org/presentationml/2006/main">
  <p:tag name="RAINPROBLEM" val="ProblemItem"/>
</p:tagLst>
</file>

<file path=ppt/tags/tag29.xml><?xml version="1.0" encoding="utf-8"?>
<p:tagLst xmlns:p="http://schemas.openxmlformats.org/presentationml/2006/main">
  <p:tag name="RAINPROBLEM" val="ProblemItem"/>
</p:tagLst>
</file>

<file path=ppt/tags/tag30.xml><?xml version="1.0" encoding="utf-8"?>
<p:tagLst xmlns:p="http://schemas.openxmlformats.org/presentationml/2006/main">
  <p:tag name="RAINPROBLEM" val="ProblemItem"/>
</p:tagLst>
</file>

<file path=ppt/tags/tag31.xml><?xml version="1.0" encoding="utf-8"?>
<p:tagLst xmlns:p="http://schemas.openxmlformats.org/presentationml/2006/main">
  <p:tag name="RAINPROBLEM" val="ProblemBullet"/>
  <p:tag name="RAINPROBLEMTYPE" val="MultipleChoiceMA"/>
  <p:tag name="RAINBULLET" val="Correct"/>
</p:tagLst>
</file>

<file path=ppt/tags/tag32.xml><?xml version="1.0" encoding="utf-8"?>
<p:tagLst xmlns:p="http://schemas.openxmlformats.org/presentationml/2006/main">
  <p:tag name="RAINPROBLEM" val="ProblemBullet"/>
  <p:tag name="RAINBULLET" val="Wrong"/>
  <p:tag name="RAINPROBLEMTYPE" val="MultipleChoiceMA"/>
</p:tagLst>
</file>

<file path=ppt/tags/tag33.xml><?xml version="1.0" encoding="utf-8"?>
<p:tagLst xmlns:p="http://schemas.openxmlformats.org/presentationml/2006/main">
  <p:tag name="RAINPROBLEM" val="ProblemBullet"/>
  <p:tag name="RAINBULLET" val="Wrong"/>
  <p:tag name="RAINPROBLEMTYPE" val="MultipleChoiceMA"/>
</p:tagLst>
</file>

<file path=ppt/tags/tag34.xml><?xml version="1.0" encoding="utf-8"?>
<p:tagLst xmlns:p="http://schemas.openxmlformats.org/presentationml/2006/main">
  <p:tag name="RAINPROBLEM" val="ProblemBullet"/>
  <p:tag name="RAINPROBLEMTYPE" val="MultipleChoiceMA"/>
  <p:tag name="RAINBULLET" val="Correct"/>
</p:tagLst>
</file>

<file path=ppt/tags/tag35.xml><?xml version="1.0" encoding="utf-8"?>
<p:tagLst xmlns:p="http://schemas.openxmlformats.org/presentationml/2006/main">
  <p:tag name="RAINPROBLEM" val="ProblemSubmit"/>
  <p:tag name="RAINPROBLEMTYPE" val="MultipleChoiceMA"/>
</p:tagLst>
</file>

<file path=ppt/tags/tag36.xml><?xml version="1.0" encoding="utf-8"?>
<p:tagLst xmlns:p="http://schemas.openxmlformats.org/presentationml/2006/main">
  <p:tag name="RAINPROBLEMTYPE" val="ProblemTypeMarker"/>
</p:tagLst>
</file>

<file path=ppt/tags/tag37.xml><?xml version="1.0" encoding="utf-8"?>
<p:tagLst xmlns:p="http://schemas.openxmlformats.org/presentationml/2006/main">
  <p:tag name="RAINPROBLEMTYPE" val="ProblemTypeMarker"/>
</p:tagLst>
</file>

<file path=ppt/tags/tag38.xml><?xml version="1.0" encoding="utf-8"?>
<p:tagLst xmlns:p="http://schemas.openxmlformats.org/presentationml/2006/main">
  <p:tag name="RAINPROBLEMTYPE" val="ProblemTypeMarker"/>
</p:tagLst>
</file>

<file path=ppt/tags/tag39.xml><?xml version="1.0" encoding="utf-8"?>
<p:tagLst xmlns:p="http://schemas.openxmlformats.org/presentationml/2006/main">
  <p:tag name="RAINPROBLEMTYPE" val="ProblemTypeMarker"/>
</p:tagLst>
</file>

<file path=ppt/tags/tag40.xml><?xml version="1.0" encoding="utf-8"?>
<p:tagLst xmlns:p="http://schemas.openxmlformats.org/presentationml/2006/main">
  <p:tag name="RAINPROBLEMTYPE" val="ProblemTypeMarker"/>
</p:tagLst>
</file>

<file path=ppt/tags/tag41.xml><?xml version="1.0" encoding="utf-8"?>
<p:tagLst xmlns:p="http://schemas.openxmlformats.org/presentationml/2006/main">
  <p:tag name="RAINPROBLEM" val="ProblemSetting"/>
  <p:tag name="RAINPROBLEMTYPE" val="MultipleChoiceMA"/>
</p:tagLst>
</file>

<file path=ppt/tags/tag42.xml><?xml version="1.0" encoding="utf-8"?>
<p:tagLst xmlns:p="http://schemas.openxmlformats.org/presentationml/2006/main">
  <p:tag name="PROBLEMSCORE" val="1.0"/>
  <p:tag name="RAINPROBLEMTYPE" val="MultipleChoiceMA"/>
  <p:tag name="RAINPROBLEM" val="MultipleChoiceMA"/>
  <p:tag name="PROBLEMSCORE_HALF" val="0.0"/>
  <p:tag name="KSO_WM_SPECIAL_SOURCE" val="bdnull"/>
</p:tagLst>
</file>

<file path=ppt/tags/tag43.xml><?xml version="1.0" encoding="utf-8"?>
<p:tagLst xmlns:p="http://schemas.openxmlformats.org/presentationml/2006/main">
  <p:tag name="RAINPROBLEM" val="ProblemBody"/>
</p:tagLst>
</file>

<file path=ppt/tags/tag44.xml><?xml version="1.0" encoding="utf-8"?>
<p:tagLst xmlns:p="http://schemas.openxmlformats.org/presentationml/2006/main">
  <p:tag name="RAINPROBLEM" val="ProblemItem"/>
</p:tagLst>
</file>

<file path=ppt/tags/tag45.xml><?xml version="1.0" encoding="utf-8"?>
<p:tagLst xmlns:p="http://schemas.openxmlformats.org/presentationml/2006/main">
  <p:tag name="RAINPROBLEM" val="ProblemItem"/>
</p:tagLst>
</file>

<file path=ppt/tags/tag46.xml><?xml version="1.0" encoding="utf-8"?>
<p:tagLst xmlns:p="http://schemas.openxmlformats.org/presentationml/2006/main">
  <p:tag name="RAINPROBLEM" val="ProblemItem"/>
</p:tagLst>
</file>

<file path=ppt/tags/tag47.xml><?xml version="1.0" encoding="utf-8"?>
<p:tagLst xmlns:p="http://schemas.openxmlformats.org/presentationml/2006/main">
  <p:tag name="RAINPROBLEM" val="ProblemItem"/>
</p:tagLst>
</file>

<file path=ppt/tags/tag48.xml><?xml version="1.0" encoding="utf-8"?>
<p:tagLst xmlns:p="http://schemas.openxmlformats.org/presentationml/2006/main">
  <p:tag name="RAINPROBLEM" val="ProblemBullet"/>
  <p:tag name="RAINPROBLEMTYPE" val="MultipleChoice"/>
  <p:tag name="RAINBULLET" val="Wrong"/>
</p:tagLst>
</file>

<file path=ppt/tags/tag49.xml><?xml version="1.0" encoding="utf-8"?>
<p:tagLst xmlns:p="http://schemas.openxmlformats.org/presentationml/2006/main">
  <p:tag name="RAINPROBLEM" val="ProblemBullet"/>
  <p:tag name="RAINPROBLEMTYPE" val="MultipleChoice"/>
  <p:tag name="RAINBULLET" val="Wrong"/>
</p:tagLst>
</file>

<file path=ppt/tags/tag50.xml><?xml version="1.0" encoding="utf-8"?>
<p:tagLst xmlns:p="http://schemas.openxmlformats.org/presentationml/2006/main">
  <p:tag name="RAINPROBLEM" val="ProblemBullet"/>
  <p:tag name="RAINPROBLEMTYPE" val="MultipleChoice"/>
  <p:tag name="RAINBULLET" val="Correct"/>
</p:tagLst>
</file>

<file path=ppt/tags/tag51.xml><?xml version="1.0" encoding="utf-8"?>
<p:tagLst xmlns:p="http://schemas.openxmlformats.org/presentationml/2006/main">
  <p:tag name="RAINPROBLEM" val="ProblemBullet"/>
  <p:tag name="RAINPROBLEMTYPE" val="MultipleChoice"/>
  <p:tag name="RAINBULLET" val="Wrong"/>
</p:tagLst>
</file>

<file path=ppt/tags/tag52.xml><?xml version="1.0" encoding="utf-8"?>
<p:tagLst xmlns:p="http://schemas.openxmlformats.org/presentationml/2006/main">
  <p:tag name="RAINPROBLEM" val="ProblemSubmit"/>
  <p:tag name="RAINPROBLEMTYPE" val="MultipleChoice"/>
</p:tagLst>
</file>

<file path=ppt/tags/tag53.xml><?xml version="1.0" encoding="utf-8"?>
<p:tagLst xmlns:p="http://schemas.openxmlformats.org/presentationml/2006/main">
  <p:tag name="RAINPROBLEMTYPE" val="ProblemTypeMarker"/>
</p:tagLst>
</file>

<file path=ppt/tags/tag54.xml><?xml version="1.0" encoding="utf-8"?>
<p:tagLst xmlns:p="http://schemas.openxmlformats.org/presentationml/2006/main">
  <p:tag name="RAINPROBLEMTYPE" val="ProblemTypeMarker"/>
</p:tagLst>
</file>

<file path=ppt/tags/tag55.xml><?xml version="1.0" encoding="utf-8"?>
<p:tagLst xmlns:p="http://schemas.openxmlformats.org/presentationml/2006/main">
  <p:tag name="RAINPROBLEMTYPE" val="ProblemTypeMarker"/>
</p:tagLst>
</file>

<file path=ppt/tags/tag56.xml><?xml version="1.0" encoding="utf-8"?>
<p:tagLst xmlns:p="http://schemas.openxmlformats.org/presentationml/2006/main">
  <p:tag name="RAINPROBLEMTYPE" val="ProblemTypeMarker"/>
</p:tagLst>
</file>

<file path=ppt/tags/tag57.xml><?xml version="1.0" encoding="utf-8"?>
<p:tagLst xmlns:p="http://schemas.openxmlformats.org/presentationml/2006/main">
  <p:tag name="RAINPROBLEMTYPE" val="ProblemTypeMarker"/>
</p:tagLst>
</file>

<file path=ppt/tags/tag58.xml><?xml version="1.0" encoding="utf-8"?>
<p:tagLst xmlns:p="http://schemas.openxmlformats.org/presentationml/2006/main">
  <p:tag name="RAINPROBLEM" val="ProblemSetting"/>
  <p:tag name="RAINPROBLEMTYPE" val="MultipleChoice"/>
</p:tagLst>
</file>

<file path=ppt/tags/tag59.xml><?xml version="1.0" encoding="utf-8"?>
<p:tagLst xmlns:p="http://schemas.openxmlformats.org/presentationml/2006/main">
  <p:tag name="RAINPROBLEM" val="MultipleChoice"/>
  <p:tag name="PROBLEMSCORE" val="1.0"/>
  <p:tag name="KSO_WM_SPECIAL_SOURCE" val="bdnull"/>
</p:tagLst>
</file>

<file path=ppt/tags/tag60.xml><?xml version="1.0" encoding="utf-8"?>
<p:tagLst xmlns:p="http://schemas.openxmlformats.org/presentationml/2006/main">
  <p:tag name="RAINPROBLEM" val="ProblemBody"/>
</p:tagLst>
</file>

<file path=ppt/tags/tag61.xml><?xml version="1.0" encoding="utf-8"?>
<p:tagLst xmlns:p="http://schemas.openxmlformats.org/presentationml/2006/main">
  <p:tag name="RAINPROBLEM" val="ProblemItem"/>
</p:tagLst>
</file>

<file path=ppt/tags/tag62.xml><?xml version="1.0" encoding="utf-8"?>
<p:tagLst xmlns:p="http://schemas.openxmlformats.org/presentationml/2006/main">
  <p:tag name="RAINPROBLEM" val="ProblemItem"/>
</p:tagLst>
</file>

<file path=ppt/tags/tag63.xml><?xml version="1.0" encoding="utf-8"?>
<p:tagLst xmlns:p="http://schemas.openxmlformats.org/presentationml/2006/main">
  <p:tag name="RAINPROBLEM" val="ProblemItem"/>
</p:tagLst>
</file>

<file path=ppt/tags/tag64.xml><?xml version="1.0" encoding="utf-8"?>
<p:tagLst xmlns:p="http://schemas.openxmlformats.org/presentationml/2006/main">
  <p:tag name="RAINPROBLEM" val="ProblemItem"/>
</p:tagLst>
</file>

<file path=ppt/tags/tag65.xml><?xml version="1.0" encoding="utf-8"?>
<p:tagLst xmlns:p="http://schemas.openxmlformats.org/presentationml/2006/main">
  <p:tag name="RAINPROBLEM" val="ProblemBullet"/>
  <p:tag name="RAINPROBLEMTYPE" val="MultipleChoiceMA"/>
  <p:tag name="RAINBULLET" val="Correct"/>
</p:tagLst>
</file>

<file path=ppt/tags/tag66.xml><?xml version="1.0" encoding="utf-8"?>
<p:tagLst xmlns:p="http://schemas.openxmlformats.org/presentationml/2006/main">
  <p:tag name="RAINPROBLEM" val="ProblemBullet"/>
  <p:tag name="RAINBULLET" val="Wrong"/>
  <p:tag name="RAINPROBLEMTYPE" val="MultipleChoiceMA"/>
</p:tagLst>
</file>

<file path=ppt/tags/tag67.xml><?xml version="1.0" encoding="utf-8"?>
<p:tagLst xmlns:p="http://schemas.openxmlformats.org/presentationml/2006/main">
  <p:tag name="RAINPROBLEM" val="ProblemBullet"/>
  <p:tag name="RAINPROBLEMTYPE" val="MultipleChoiceMA"/>
  <p:tag name="RAINBULLET" val="Correct"/>
</p:tagLst>
</file>

<file path=ppt/tags/tag68.xml><?xml version="1.0" encoding="utf-8"?>
<p:tagLst xmlns:p="http://schemas.openxmlformats.org/presentationml/2006/main">
  <p:tag name="RAINPROBLEM" val="ProblemBullet"/>
  <p:tag name="RAINBULLET" val="Wrong"/>
  <p:tag name="RAINPROBLEMTYPE" val="MultipleChoiceMA"/>
</p:tagLst>
</file>

<file path=ppt/tags/tag69.xml><?xml version="1.0" encoding="utf-8"?>
<p:tagLst xmlns:p="http://schemas.openxmlformats.org/presentationml/2006/main">
  <p:tag name="RAINPROBLEM" val="ProblemSubmit"/>
  <p:tag name="RAINPROBLEMTYPE" val="MultipleChoiceMA"/>
</p:tagLst>
</file>

<file path=ppt/tags/tag70.xml><?xml version="1.0" encoding="utf-8"?>
<p:tagLst xmlns:p="http://schemas.openxmlformats.org/presentationml/2006/main">
  <p:tag name="RAINPROBLEMTYPE" val="ProblemTypeMarker"/>
</p:tagLst>
</file>

<file path=ppt/tags/tag71.xml><?xml version="1.0" encoding="utf-8"?>
<p:tagLst xmlns:p="http://schemas.openxmlformats.org/presentationml/2006/main">
  <p:tag name="RAINPROBLEMTYPE" val="ProblemTypeMarker"/>
</p:tagLst>
</file>

<file path=ppt/tags/tag72.xml><?xml version="1.0" encoding="utf-8"?>
<p:tagLst xmlns:p="http://schemas.openxmlformats.org/presentationml/2006/main">
  <p:tag name="RAINPROBLEMTYPE" val="ProblemTypeMarker"/>
</p:tagLst>
</file>

<file path=ppt/tags/tag73.xml><?xml version="1.0" encoding="utf-8"?>
<p:tagLst xmlns:p="http://schemas.openxmlformats.org/presentationml/2006/main">
  <p:tag name="RAINPROBLEMTYPE" val="ProblemTypeMarker"/>
</p:tagLst>
</file>

<file path=ppt/tags/tag74.xml><?xml version="1.0" encoding="utf-8"?>
<p:tagLst xmlns:p="http://schemas.openxmlformats.org/presentationml/2006/main">
  <p:tag name="RAINPROBLEMTYPE" val="ProblemTypeMarker"/>
</p:tagLst>
</file>

<file path=ppt/tags/tag75.xml><?xml version="1.0" encoding="utf-8"?>
<p:tagLst xmlns:p="http://schemas.openxmlformats.org/presentationml/2006/main">
  <p:tag name="RAINPROBLEM" val="ProblemSetting"/>
  <p:tag name="RAINPROBLEMTYPE" val="MultipleChoiceMA"/>
</p:tagLst>
</file>

<file path=ppt/tags/tag76.xml><?xml version="1.0" encoding="utf-8"?>
<p:tagLst xmlns:p="http://schemas.openxmlformats.org/presentationml/2006/main">
  <p:tag name="PROBLEMSCORE" val="1.0"/>
  <p:tag name="RAINPROBLEMTYPE" val="MultipleChoiceMA"/>
  <p:tag name="RAINPROBLEM" val="MultipleChoiceMA"/>
  <p:tag name="PROBLEMSCORE_HALF" val="0.0"/>
  <p:tag name="KSO_WM_SPECIAL_SOURCE" val="bdnull"/>
</p:tagLst>
</file>

<file path=ppt/tags/tag77.xml><?xml version="1.0" encoding="utf-8"?>
<p:tagLst xmlns:p="http://schemas.openxmlformats.org/presentationml/2006/main">
  <p:tag name="RAINPROBLEM" val="ProblemBody"/>
</p:tagLst>
</file>

<file path=ppt/tags/tag78.xml><?xml version="1.0" encoding="utf-8"?>
<p:tagLst xmlns:p="http://schemas.openxmlformats.org/presentationml/2006/main">
  <p:tag name="RAINPROBLEM" val="ProblemItem"/>
</p:tagLst>
</file>

<file path=ppt/tags/tag79.xml><?xml version="1.0" encoding="utf-8"?>
<p:tagLst xmlns:p="http://schemas.openxmlformats.org/presentationml/2006/main">
  <p:tag name="RAINPROBLEM" val="ProblemItem"/>
</p:tagLst>
</file>

<file path=ppt/tags/tag80.xml><?xml version="1.0" encoding="utf-8"?>
<p:tagLst xmlns:p="http://schemas.openxmlformats.org/presentationml/2006/main">
  <p:tag name="RAINPROBLEM" val="ProblemItem"/>
</p:tagLst>
</file>

<file path=ppt/tags/tag81.xml><?xml version="1.0" encoding="utf-8"?>
<p:tagLst xmlns:p="http://schemas.openxmlformats.org/presentationml/2006/main">
  <p:tag name="RAINPROBLEM" val="ProblemItem"/>
</p:tagLst>
</file>

<file path=ppt/tags/tag82.xml><?xml version="1.0" encoding="utf-8"?>
<p:tagLst xmlns:p="http://schemas.openxmlformats.org/presentationml/2006/main">
  <p:tag name="RAINPROBLEM" val="ProblemBullet"/>
  <p:tag name="RAINPROBLEMTYPE" val="MultipleChoice"/>
  <p:tag name="RAINBULLET" val="Wrong"/>
</p:tagLst>
</file>

<file path=ppt/tags/tag83.xml><?xml version="1.0" encoding="utf-8"?>
<p:tagLst xmlns:p="http://schemas.openxmlformats.org/presentationml/2006/main">
  <p:tag name="RAINPROBLEM" val="ProblemBullet"/>
  <p:tag name="RAINPROBLEMTYPE" val="MultipleChoice"/>
  <p:tag name="RAINBULLET" val="Wrong"/>
</p:tagLst>
</file>

<file path=ppt/tags/tag84.xml><?xml version="1.0" encoding="utf-8"?>
<p:tagLst xmlns:p="http://schemas.openxmlformats.org/presentationml/2006/main">
  <p:tag name="RAINPROBLEM" val="ProblemBullet"/>
  <p:tag name="RAINPROBLEMTYPE" val="MultipleChoice"/>
  <p:tag name="RAINBULLET" val="Correct"/>
</p:tagLst>
</file>

<file path=ppt/tags/tag85.xml><?xml version="1.0" encoding="utf-8"?>
<p:tagLst xmlns:p="http://schemas.openxmlformats.org/presentationml/2006/main">
  <p:tag name="RAINPROBLEM" val="ProblemBullet"/>
  <p:tag name="RAINPROBLEMTYPE" val="MultipleChoice"/>
  <p:tag name="RAINBULLET" val="Wrong"/>
</p:tagLst>
</file>

<file path=ppt/tags/tag86.xml><?xml version="1.0" encoding="utf-8"?>
<p:tagLst xmlns:p="http://schemas.openxmlformats.org/presentationml/2006/main">
  <p:tag name="RAINPROBLEM" val="ProblemSubmit"/>
  <p:tag name="RAINPROBLEMTYPE" val="MultipleChoice"/>
</p:tagLst>
</file>

<file path=ppt/tags/tag87.xml><?xml version="1.0" encoding="utf-8"?>
<p:tagLst xmlns:p="http://schemas.openxmlformats.org/presentationml/2006/main">
  <p:tag name="RAINPROBLEMTYPE" val="ProblemTypeMarker"/>
</p:tagLst>
</file>

<file path=ppt/tags/tag88.xml><?xml version="1.0" encoding="utf-8"?>
<p:tagLst xmlns:p="http://schemas.openxmlformats.org/presentationml/2006/main">
  <p:tag name="RAINPROBLEMTYPE" val="ProblemTypeMarker"/>
</p:tagLst>
</file>

<file path=ppt/tags/tag89.xml><?xml version="1.0" encoding="utf-8"?>
<p:tagLst xmlns:p="http://schemas.openxmlformats.org/presentationml/2006/main">
  <p:tag name="RAINPROBLEMTYPE" val="ProblemTypeMarker"/>
</p:tagLst>
</file>

<file path=ppt/tags/tag90.xml><?xml version="1.0" encoding="utf-8"?>
<p:tagLst xmlns:p="http://schemas.openxmlformats.org/presentationml/2006/main">
  <p:tag name="RAINPROBLEMTYPE" val="ProblemTypeMarker"/>
</p:tagLst>
</file>

<file path=ppt/tags/tag91.xml><?xml version="1.0" encoding="utf-8"?>
<p:tagLst xmlns:p="http://schemas.openxmlformats.org/presentationml/2006/main">
  <p:tag name="RAINPROBLEMTYPE" val="ProblemTypeMarker"/>
</p:tagLst>
</file>

<file path=ppt/tags/tag92.xml><?xml version="1.0" encoding="utf-8"?>
<p:tagLst xmlns:p="http://schemas.openxmlformats.org/presentationml/2006/main">
  <p:tag name="RAINPROBLEM" val="ProblemSetting"/>
  <p:tag name="RAINPROBLEMTYPE" val="MultipleChoice"/>
</p:tagLst>
</file>

<file path=ppt/tags/tag93.xml><?xml version="1.0" encoding="utf-8"?>
<p:tagLst xmlns:p="http://schemas.openxmlformats.org/presentationml/2006/main">
  <p:tag name="RAINPROBLEM" val="MultipleChoice"/>
  <p:tag name="PROBLEMSCORE" val="1.0"/>
  <p:tag name="KSO_WM_SPECIAL_SOURCE" val="bdnull"/>
</p:tagLst>
</file>

<file path=ppt/tags/tag94.xml><?xml version="1.0" encoding="utf-8"?>
<p:tagLst xmlns:p="http://schemas.openxmlformats.org/presentationml/2006/main">
  <p:tag name="RAINPROBLEM" val="ProblemBody"/>
</p:tagLst>
</file>

<file path=ppt/tags/tag95.xml><?xml version="1.0" encoding="utf-8"?>
<p:tagLst xmlns:p="http://schemas.openxmlformats.org/presentationml/2006/main">
  <p:tag name="RAINPROBLEM" val="ProblemSubmit"/>
  <p:tag name="RAINPROBLEMTYPE" val="ShortAnswer"/>
</p:tagLst>
</file>

<file path=ppt/tags/tag96.xml><?xml version="1.0" encoding="utf-8"?>
<p:tagLst xmlns:p="http://schemas.openxmlformats.org/presentationml/2006/main">
  <p:tag name="RAINPROBLEMTYPE" val="ProblemTypeMarker"/>
</p:tagLst>
</file>

<file path=ppt/tags/tag97.xml><?xml version="1.0" encoding="utf-8"?>
<p:tagLst xmlns:p="http://schemas.openxmlformats.org/presentationml/2006/main">
  <p:tag name="RAINPROBLEMTYPE" val="ProblemTypeMarker"/>
</p:tagLst>
</file>

<file path=ppt/tags/tag98.xml><?xml version="1.0" encoding="utf-8"?>
<p:tagLst xmlns:p="http://schemas.openxmlformats.org/presentationml/2006/main">
  <p:tag name="RAINPROBLEMTYPE" val="ProblemTypeMarker"/>
</p:tagLst>
</file>

<file path=ppt/tags/tag99.xml><?xml version="1.0" encoding="utf-8"?>
<p:tagLst xmlns:p="http://schemas.openxmlformats.org/presentationml/2006/main">
  <p:tag name="RAINPROBLEMTYPE" val="ProblemTypeMarker"/>
</p:tagLst>
</file>

<file path=ppt/tags/tag100.xml><?xml version="1.0" encoding="utf-8"?>
<p:tagLst xmlns:p="http://schemas.openxmlformats.org/presentationml/2006/main">
  <p:tag name="RAINPROBLEMTYPE" val="ProblemTypeMarker"/>
</p:tagLst>
</file>

<file path=ppt/tags/tag101.xml><?xml version="1.0" encoding="utf-8"?>
<p:tagLst xmlns:p="http://schemas.openxmlformats.org/presentationml/2006/main">
  <p:tag name="RAINPROBLEM" val="ProblemSetting"/>
  <p:tag name="RAINPROBLEMTYPE" val="ShortAnswer"/>
</p:tagLst>
</file>

<file path=ppt/tags/tag102.xml><?xml version="1.0" encoding="utf-8"?>
<p:tagLst xmlns:p="http://schemas.openxmlformats.org/presentationml/2006/main">
  <p:tag name="RAINPROBLEM" val="ShortAnswer"/>
  <p:tag name="PROBLEMSCORE" val="10.0"/>
  <p:tag name="PROBLEMVOICEALLOWED" val="False"/>
  <p:tag name="KSO_WM_SPECIAL_SOURCE" val="bdnull"/>
</p:tagLst>
</file>

<file path=ppt/tags/tag103.xml><?xml version="1.0" encoding="utf-8"?>
<p:tagLst xmlns:p="http://schemas.openxmlformats.org/presentationml/2006/main">
  <p:tag name="KSO_WM_SPECIAL_SOURCE" val="bdnull"/>
</p:tagLst>
</file>

<file path=ppt/tags/tag104.xml><?xml version="1.0" encoding="utf-8"?>
<p:tagLst xmlns:p="http://schemas.openxmlformats.org/presentationml/2006/main">
  <p:tag name="RAINPROBLEM" val="ProblemBody"/>
</p:tagLst>
</file>

<file path=ppt/tags/tag105.xml><?xml version="1.0" encoding="utf-8"?>
<p:tagLst xmlns:p="http://schemas.openxmlformats.org/presentationml/2006/main">
  <p:tag name="RAINPROBLEM" val="ProblemSubmit"/>
  <p:tag name="RAINPROBLEMTYPE" val="ShortAnswer"/>
</p:tagLst>
</file>

<file path=ppt/tags/tag106.xml><?xml version="1.0" encoding="utf-8"?>
<p:tagLst xmlns:p="http://schemas.openxmlformats.org/presentationml/2006/main">
  <p:tag name="RAINPROBLEMTYPE" val="ProblemTypeMarker"/>
</p:tagLst>
</file>

<file path=ppt/tags/tag107.xml><?xml version="1.0" encoding="utf-8"?>
<p:tagLst xmlns:p="http://schemas.openxmlformats.org/presentationml/2006/main">
  <p:tag name="RAINPROBLEMTYPE" val="ProblemTypeMarker"/>
</p:tagLst>
</file>

<file path=ppt/tags/tag108.xml><?xml version="1.0" encoding="utf-8"?>
<p:tagLst xmlns:p="http://schemas.openxmlformats.org/presentationml/2006/main">
  <p:tag name="RAINPROBLEMTYPE" val="ProblemTypeMarker"/>
</p:tagLst>
</file>

<file path=ppt/tags/tag109.xml><?xml version="1.0" encoding="utf-8"?>
<p:tagLst xmlns:p="http://schemas.openxmlformats.org/presentationml/2006/main">
  <p:tag name="RAINPROBLEMTYPE" val="ProblemTypeMarker"/>
</p:tagLst>
</file>

<file path=ppt/tags/tag110.xml><?xml version="1.0" encoding="utf-8"?>
<p:tagLst xmlns:p="http://schemas.openxmlformats.org/presentationml/2006/main">
  <p:tag name="RAINPROBLEMTYPE" val="ProblemTypeMarker"/>
</p:tagLst>
</file>

<file path=ppt/tags/tag111.xml><?xml version="1.0" encoding="utf-8"?>
<p:tagLst xmlns:p="http://schemas.openxmlformats.org/presentationml/2006/main">
  <p:tag name="RAINPROBLEM" val="ProblemSetting"/>
  <p:tag name="RAINPROBLEMTYPE" val="ShortAnswer"/>
</p:tagLst>
</file>

<file path=ppt/tags/tag112.xml><?xml version="1.0" encoding="utf-8"?>
<p:tagLst xmlns:p="http://schemas.openxmlformats.org/presentationml/2006/main">
  <p:tag name="RAINPROBLEM" val="ShortAnswer"/>
  <p:tag name="PROBLEMSCORE" val="10.0"/>
  <p:tag name="PROBLEMVOICEALLOWED" val="False"/>
  <p:tag name="KSO_WM_SPECIAL_SOURCE" val="bdnull"/>
</p:tagLst>
</file>

<file path=ppt/tags/tag113.xml><?xml version="1.0" encoding="utf-8"?>
<p:tagLst xmlns:p="http://schemas.openxmlformats.org/presentationml/2006/main">
  <p:tag name="KSO_WM_SPECIAL_SOURCE" val="bdnul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SPECIAL_SOURCE" val="bdnull"/>
</p:tagLst>
</file>

<file path=ppt/tags/tag116.xml><?xml version="1.0" encoding="utf-8"?>
<p:tagLst xmlns:p="http://schemas.openxmlformats.org/presentationml/2006/main">
  <p:tag name="KSO_WM_SPECIAL_SOURCE" val="bdnul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SPECIAL_SOURCE" val="bdnull"/>
</p:tagLst>
</file>

<file path=ppt/tags/tag120.xml><?xml version="1.0" encoding="utf-8"?>
<p:tagLst xmlns:p="http://schemas.openxmlformats.org/presentationml/2006/main">
  <p:tag name="TABLE_ENDDRAG_ORIGIN_RECT" val="908*466"/>
  <p:tag name="TABLE_ENDDRAG_RECT" val="23*49*908*466"/>
</p:tagLst>
</file>

<file path=ppt/tags/tag121.xml><?xml version="1.0" encoding="utf-8"?>
<p:tagLst xmlns:p="http://schemas.openxmlformats.org/presentationml/2006/main">
  <p:tag name="KSO_WM_SPECIAL_SOURCE" val="bdnull"/>
</p:tagLst>
</file>

<file path=ppt/tags/tag122.xml><?xml version="1.0" encoding="utf-8"?>
<p:tagLst xmlns:p="http://schemas.openxmlformats.org/presentationml/2006/main">
  <p:tag name="TABLE_ENDDRAG_ORIGIN_RECT" val="470*206"/>
  <p:tag name="TABLE_ENDDRAG_RECT" val="480*301*470*206"/>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TABLE_ENDDRAG_ORIGIN_RECT" val="573*183"/>
  <p:tag name="TABLE_ENDDRAG_RECT" val="377*106*573*183"/>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SPECIAL_SOURCE" val="bdnull"/>
</p:tagLst>
</file>

<file path=ppt/tags/tag127.xml><?xml version="1.0" encoding="utf-8"?>
<p:tagLst xmlns:p="http://schemas.openxmlformats.org/presentationml/2006/main">
  <p:tag name="KSO_WM_SPECIAL_SOURCE" val="bdnul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SPECIAL_SOURCE" val="bdnull"/>
</p:tagLst>
</file>

<file path=ppt/tags/tag130.xml><?xml version="1.0" encoding="utf-8"?>
<p:tagLst xmlns:p="http://schemas.openxmlformats.org/presentationml/2006/main">
  <p:tag name="KSO_WM_SPECIAL_SOURCE" val="bdnull"/>
</p:tagLst>
</file>

<file path=ppt/tags/tag131.xml><?xml version="1.0" encoding="utf-8"?>
<p:tagLst xmlns:p="http://schemas.openxmlformats.org/presentationml/2006/main">
  <p:tag name="TABLE_ENDDRAG_ORIGIN_RECT" val="504*236"/>
  <p:tag name="TABLE_ENDDRAG_RECT" val="428*110*504*236"/>
</p:tagLst>
</file>

<file path=ppt/tags/tag132.xml><?xml version="1.0" encoding="utf-8"?>
<p:tagLst xmlns:p="http://schemas.openxmlformats.org/presentationml/2006/main">
  <p:tag name="KSO_WM_SPECIAL_SOURCE" val="bdnul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SPECIAL_SOURCE" val="bdnull"/>
</p:tagLst>
</file>

<file path=ppt/tags/tag136.xml><?xml version="1.0" encoding="utf-8"?>
<p:tagLst xmlns:p="http://schemas.openxmlformats.org/presentationml/2006/main">
  <p:tag name="KSO_WM_SPECIAL_SOURCE" val="bdnull"/>
</p:tagLst>
</file>

<file path=ppt/tags/tag137.xml><?xml version="1.0" encoding="utf-8"?>
<p:tagLst xmlns:p="http://schemas.openxmlformats.org/presentationml/2006/main">
  <p:tag name="RAINPROBLEM" val="ProblemBody"/>
</p:tagLst>
</file>

<file path=ppt/tags/tag138.xml><?xml version="1.0" encoding="utf-8"?>
<p:tagLst xmlns:p="http://schemas.openxmlformats.org/presentationml/2006/main">
  <p:tag name="RAINPROBLEM" val="ProblemSubmit"/>
  <p:tag name="RAINPROBLEMTYPE" val="ShortAnswer"/>
</p:tagLst>
</file>

<file path=ppt/tags/tag139.xml><?xml version="1.0" encoding="utf-8"?>
<p:tagLst xmlns:p="http://schemas.openxmlformats.org/presentationml/2006/main">
  <p:tag name="PRODUCTVERSIONTIP" val="PRODUCTVERSIONTIP"/>
</p:tagLst>
</file>

<file path=ppt/tags/tag140.xml><?xml version="1.0" encoding="utf-8"?>
<p:tagLst xmlns:p="http://schemas.openxmlformats.org/presentationml/2006/main">
  <p:tag name="RAINPROBLEMTYPE" val="ProblemTypeMarker"/>
</p:tagLst>
</file>

<file path=ppt/tags/tag141.xml><?xml version="1.0" encoding="utf-8"?>
<p:tagLst xmlns:p="http://schemas.openxmlformats.org/presentationml/2006/main">
  <p:tag name="RAINPROBLEMTYPE" val="ProblemTypeMarker"/>
</p:tagLst>
</file>

<file path=ppt/tags/tag142.xml><?xml version="1.0" encoding="utf-8"?>
<p:tagLst xmlns:p="http://schemas.openxmlformats.org/presentationml/2006/main">
  <p:tag name="RAINPROBLEMTYPE" val="ProblemTypeMarker"/>
</p:tagLst>
</file>

<file path=ppt/tags/tag143.xml><?xml version="1.0" encoding="utf-8"?>
<p:tagLst xmlns:p="http://schemas.openxmlformats.org/presentationml/2006/main">
  <p:tag name="RAINPROBLEMTYPE" val="ProblemTypeMarker"/>
</p:tagLst>
</file>

<file path=ppt/tags/tag144.xml><?xml version="1.0" encoding="utf-8"?>
<p:tagLst xmlns:p="http://schemas.openxmlformats.org/presentationml/2006/main">
  <p:tag name="RAINPROBLEMTYPE" val="ProblemTypeMarker"/>
</p:tagLst>
</file>

<file path=ppt/tags/tag145.xml><?xml version="1.0" encoding="utf-8"?>
<p:tagLst xmlns:p="http://schemas.openxmlformats.org/presentationml/2006/main">
  <p:tag name="RAINPROBLEM" val="ProblemSetting"/>
  <p:tag name="RAINPROBLEMTYPE" val="ShortAnswer"/>
</p:tagLst>
</file>

<file path=ppt/tags/tag146.xml><?xml version="1.0" encoding="utf-8"?>
<p:tagLst xmlns:p="http://schemas.openxmlformats.org/presentationml/2006/main">
  <p:tag name="RAINPROBLEM" val="ShortAnswer"/>
  <p:tag name="PROBLEMSCORE" val="1.0"/>
  <p:tag name="PROBLEMVOICEALLOWED" val="False"/>
  <p:tag name="KSO_WM_SPECIAL_SOURCE" val="bdnull"/>
</p:tagLst>
</file>

<file path=ppt/tags/tag147.xml><?xml version="1.0" encoding="utf-8"?>
<p:tagLst xmlns:p="http://schemas.openxmlformats.org/presentationml/2006/main">
  <p:tag name="KSO_WM_SPECIAL_SOURCE" val="bdnull"/>
</p:tagLst>
</file>

<file path=ppt/tags/tag148.xml><?xml version="1.0" encoding="utf-8"?>
<p:tagLst xmlns:p="http://schemas.openxmlformats.org/presentationml/2006/main">
  <p:tag name="KSO_WM_SPECIAL_SOURCE" val="bdnull"/>
</p:tagLst>
</file>

<file path=ppt/tags/tag149.xml><?xml version="1.0" encoding="utf-8"?>
<p:tagLst xmlns:p="http://schemas.openxmlformats.org/presentationml/2006/main">
  <p:tag name="KSO_WM_SPECIAL_SOURCE" val="bdnull"/>
</p:tagLst>
</file>

<file path=ppt/tags/tag150.xml><?xml version="1.0" encoding="utf-8"?>
<p:tagLst xmlns:p="http://schemas.openxmlformats.org/presentationml/2006/main">
  <p:tag name="KSO_WM_SPECIAL_SOURCE" val="bdnull"/>
</p:tagLst>
</file>

<file path=ppt/tags/tag151.xml><?xml version="1.0" encoding="utf-8"?>
<p:tagLst xmlns:p="http://schemas.openxmlformats.org/presentationml/2006/main">
  <p:tag name="KSO_WM_SPECIAL_SOURCE" val="bdnull"/>
</p:tagLst>
</file>

<file path=ppt/tags/tag152.xml><?xml version="1.0" encoding="utf-8"?>
<p:tagLst xmlns:p="http://schemas.openxmlformats.org/presentationml/2006/main">
  <p:tag name="KSO_WM_SPECIAL_SOURCE" val="bdnull"/>
</p:tagLst>
</file>

<file path=ppt/tags/tag153.xml><?xml version="1.0" encoding="utf-8"?>
<p:tagLst xmlns:p="http://schemas.openxmlformats.org/presentationml/2006/main">
  <p:tag name="TABLE_ENDDRAG_ORIGIN_RECT" val="543*216"/>
  <p:tag name="TABLE_ENDDRAG_RECT" val="11*310*543*216"/>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SPECIAL_SOURCE" val="bdnull"/>
</p:tagLst>
</file>

<file path=ppt/tags/tag156.xml><?xml version="1.0" encoding="utf-8"?>
<p:tagLst xmlns:p="http://schemas.openxmlformats.org/presentationml/2006/main">
  <p:tag name="TABLE_ENDDRAG_ORIGIN_RECT" val="494*168"/>
  <p:tag name="TABLE_ENDDRAG_RECT" val="451*361*494*168"/>
</p:tagLst>
</file>

<file path=ppt/tags/tag157.xml><?xml version="1.0" encoding="utf-8"?>
<p:tagLst xmlns:p="http://schemas.openxmlformats.org/presentationml/2006/main">
  <p:tag name="KSO_WM_SPECIAL_SOURCE" val="bdnull"/>
</p:tagLst>
</file>

<file path=ppt/tags/tag158.xml><?xml version="1.0" encoding="utf-8"?>
<p:tagLst xmlns:p="http://schemas.openxmlformats.org/presentationml/2006/main">
  <p:tag name="KSO_WM_SPECIAL_SOURCE" val="bdnul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SPECIAL_SOURCE" val="bdnul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SPECIAL_SOURCE" val="bdnull"/>
</p:tagLst>
</file>

<file path=ppt/tags/tag163.xml><?xml version="1.0" encoding="utf-8"?>
<p:tagLst xmlns:p="http://schemas.openxmlformats.org/presentationml/2006/main">
  <p:tag name="RAINPROBLEM" val="ProblemBody"/>
</p:tagLst>
</file>

<file path=ppt/tags/tag164.xml><?xml version="1.0" encoding="utf-8"?>
<p:tagLst xmlns:p="http://schemas.openxmlformats.org/presentationml/2006/main">
  <p:tag name="RAINPROBLEM" val="ProblemSubmit"/>
  <p:tag name="RAINPROBLEMTYPE" val="ShortAnswer"/>
</p:tagLst>
</file>

<file path=ppt/tags/tag165.xml><?xml version="1.0" encoding="utf-8"?>
<p:tagLst xmlns:p="http://schemas.openxmlformats.org/presentationml/2006/main">
  <p:tag name="PRODUCTVERSIONTIP" val="PRODUCTVERSIONTIP"/>
</p:tagLst>
</file>

<file path=ppt/tags/tag166.xml><?xml version="1.0" encoding="utf-8"?>
<p:tagLst xmlns:p="http://schemas.openxmlformats.org/presentationml/2006/main">
  <p:tag name="RAINPROBLEMTYPE" val="ProblemTypeMarker"/>
</p:tagLst>
</file>

<file path=ppt/tags/tag167.xml><?xml version="1.0" encoding="utf-8"?>
<p:tagLst xmlns:p="http://schemas.openxmlformats.org/presentationml/2006/main">
  <p:tag name="RAINPROBLEMTYPE" val="ProblemTypeMarker"/>
</p:tagLst>
</file>

<file path=ppt/tags/tag168.xml><?xml version="1.0" encoding="utf-8"?>
<p:tagLst xmlns:p="http://schemas.openxmlformats.org/presentationml/2006/main">
  <p:tag name="RAINPROBLEMTYPE" val="ProblemTypeMarker"/>
</p:tagLst>
</file>

<file path=ppt/tags/tag169.xml><?xml version="1.0" encoding="utf-8"?>
<p:tagLst xmlns:p="http://schemas.openxmlformats.org/presentationml/2006/main">
  <p:tag name="RAINPROBLEMTYPE" val="ProblemTypeMarker"/>
</p:tagLst>
</file>

<file path=ppt/tags/tag170.xml><?xml version="1.0" encoding="utf-8"?>
<p:tagLst xmlns:p="http://schemas.openxmlformats.org/presentationml/2006/main">
  <p:tag name="RAINPROBLEMTYPE" val="ProblemTypeMarker"/>
</p:tagLst>
</file>

<file path=ppt/tags/tag171.xml><?xml version="1.0" encoding="utf-8"?>
<p:tagLst xmlns:p="http://schemas.openxmlformats.org/presentationml/2006/main">
  <p:tag name="RAINPROBLEM" val="ProblemSetting"/>
  <p:tag name="RAINPROBLEMTYPE" val="ShortAnswer"/>
</p:tagLst>
</file>

<file path=ppt/tags/tag172.xml><?xml version="1.0" encoding="utf-8"?>
<p:tagLst xmlns:p="http://schemas.openxmlformats.org/presentationml/2006/main">
  <p:tag name="RAINPROBLEM" val="ShortAnswer"/>
  <p:tag name="PROBLEMSCORE" val="1.0"/>
  <p:tag name="PROBLEMVOICEALLOWED" val="False"/>
  <p:tag name="KSO_WM_SPECIAL_SOURCE" val="bdnull"/>
</p:tagLst>
</file>

<file path=ppt/tags/tag173.xml><?xml version="1.0" encoding="utf-8"?>
<p:tagLst xmlns:p="http://schemas.openxmlformats.org/presentationml/2006/main">
  <p:tag name="KSO_WM_SPECIAL_SOURCE" val="bdnull"/>
</p:tagLst>
</file>

<file path=ppt/tags/tag174.xml><?xml version="1.0" encoding="utf-8"?>
<p:tagLst xmlns:p="http://schemas.openxmlformats.org/presentationml/2006/main">
  <p:tag name="RAINPROBLEM" val="ProblemBody"/>
</p:tagLst>
</file>

<file path=ppt/tags/tag175.xml><?xml version="1.0" encoding="utf-8"?>
<p:tagLst xmlns:p="http://schemas.openxmlformats.org/presentationml/2006/main">
  <p:tag name="RAINPROBLEM" val="ProblemItem"/>
</p:tagLst>
</file>

<file path=ppt/tags/tag176.xml><?xml version="1.0" encoding="utf-8"?>
<p:tagLst xmlns:p="http://schemas.openxmlformats.org/presentationml/2006/main">
  <p:tag name="RAINPROBLEM" val="ProblemItem"/>
</p:tagLst>
</file>

<file path=ppt/tags/tag177.xml><?xml version="1.0" encoding="utf-8"?>
<p:tagLst xmlns:p="http://schemas.openxmlformats.org/presentationml/2006/main">
  <p:tag name="RAINPROBLEM" val="ProblemItem"/>
</p:tagLst>
</file>

<file path=ppt/tags/tag178.xml><?xml version="1.0" encoding="utf-8"?>
<p:tagLst xmlns:p="http://schemas.openxmlformats.org/presentationml/2006/main">
  <p:tag name="RAINPROBLEM" val="ProblemItem"/>
</p:tagLst>
</file>

<file path=ppt/tags/tag179.xml><?xml version="1.0" encoding="utf-8"?>
<p:tagLst xmlns:p="http://schemas.openxmlformats.org/presentationml/2006/main">
  <p:tag name="RAINPROBLEM" val="ProblemBullet"/>
  <p:tag name="RAINPROBLEMTYPE" val="MultipleChoice"/>
  <p:tag name="RAINBULLET" val="Wrong"/>
</p:tagLst>
</file>

<file path=ppt/tags/tag180.xml><?xml version="1.0" encoding="utf-8"?>
<p:tagLst xmlns:p="http://schemas.openxmlformats.org/presentationml/2006/main">
  <p:tag name="RAINPROBLEM" val="ProblemBullet"/>
  <p:tag name="RAINPROBLEMTYPE" val="MultipleChoice"/>
  <p:tag name="RAINBULLET" val="Correct"/>
</p:tagLst>
</file>

<file path=ppt/tags/tag181.xml><?xml version="1.0" encoding="utf-8"?>
<p:tagLst xmlns:p="http://schemas.openxmlformats.org/presentationml/2006/main">
  <p:tag name="RAINPROBLEM" val="ProblemBullet"/>
  <p:tag name="RAINPROBLEMTYPE" val="MultipleChoice"/>
  <p:tag name="RAINBULLET" val="Wrong"/>
</p:tagLst>
</file>

<file path=ppt/tags/tag182.xml><?xml version="1.0" encoding="utf-8"?>
<p:tagLst xmlns:p="http://schemas.openxmlformats.org/presentationml/2006/main">
  <p:tag name="RAINPROBLEM" val="ProblemBullet"/>
  <p:tag name="RAINPROBLEMTYPE" val="MultipleChoice"/>
  <p:tag name="RAINBULLET" val="Wrong"/>
</p:tagLst>
</file>

<file path=ppt/tags/tag183.xml><?xml version="1.0" encoding="utf-8"?>
<p:tagLst xmlns:p="http://schemas.openxmlformats.org/presentationml/2006/main">
  <p:tag name="RAINPROBLEM" val="ProblemSubmit"/>
  <p:tag name="RAINPROBLEMTYPE" val="MultipleChoice"/>
</p:tagLst>
</file>

<file path=ppt/tags/tag184.xml><?xml version="1.0" encoding="utf-8"?>
<p:tagLst xmlns:p="http://schemas.openxmlformats.org/presentationml/2006/main">
  <p:tag name="RAINPROBLEMTYPE" val="ProblemTypeMarker"/>
</p:tagLst>
</file>

<file path=ppt/tags/tag185.xml><?xml version="1.0" encoding="utf-8"?>
<p:tagLst xmlns:p="http://schemas.openxmlformats.org/presentationml/2006/main">
  <p:tag name="RAINPROBLEMTYPE" val="ProblemTypeMarker"/>
</p:tagLst>
</file>

<file path=ppt/tags/tag186.xml><?xml version="1.0" encoding="utf-8"?>
<p:tagLst xmlns:p="http://schemas.openxmlformats.org/presentationml/2006/main">
  <p:tag name="RAINPROBLEMTYPE" val="ProblemTypeMarker"/>
</p:tagLst>
</file>

<file path=ppt/tags/tag187.xml><?xml version="1.0" encoding="utf-8"?>
<p:tagLst xmlns:p="http://schemas.openxmlformats.org/presentationml/2006/main">
  <p:tag name="RAINPROBLEMTYPE" val="ProblemTypeMarker"/>
</p:tagLst>
</file>

<file path=ppt/tags/tag188.xml><?xml version="1.0" encoding="utf-8"?>
<p:tagLst xmlns:p="http://schemas.openxmlformats.org/presentationml/2006/main">
  <p:tag name="RAINPROBLEMTYPE" val="ProblemTypeMarker"/>
</p:tagLst>
</file>

<file path=ppt/tags/tag189.xml><?xml version="1.0" encoding="utf-8"?>
<p:tagLst xmlns:p="http://schemas.openxmlformats.org/presentationml/2006/main">
  <p:tag name="RAINPROBLEM" val="ProblemSetting"/>
  <p:tag name="RAINPROBLEMTYPE" val="MultipleChoice"/>
</p:tagLst>
</file>

<file path=ppt/tags/tag190.xml><?xml version="1.0" encoding="utf-8"?>
<p:tagLst xmlns:p="http://schemas.openxmlformats.org/presentationml/2006/main">
  <p:tag name="RAINPROBLEM" val="MultipleChoice"/>
  <p:tag name="PROBLEMSCORE" val="1.0"/>
  <p:tag name="KSO_WM_SPECIAL_SOURCE" val="bdnull"/>
</p:tagLst>
</file>

<file path=ppt/tags/tag191.xml><?xml version="1.0" encoding="utf-8"?>
<p:tagLst xmlns:p="http://schemas.openxmlformats.org/presentationml/2006/main">
  <p:tag name="RAINPROBLEM" val="ProblemBody"/>
</p:tagLst>
</file>

<file path=ppt/tags/tag192.xml><?xml version="1.0" encoding="utf-8"?>
<p:tagLst xmlns:p="http://schemas.openxmlformats.org/presentationml/2006/main">
  <p:tag name="RAINPROBLEM" val="ProblemItem"/>
</p:tagLst>
</file>

<file path=ppt/tags/tag193.xml><?xml version="1.0" encoding="utf-8"?>
<p:tagLst xmlns:p="http://schemas.openxmlformats.org/presentationml/2006/main">
  <p:tag name="RAINPROBLEM" val="ProblemItem"/>
</p:tagLst>
</file>

<file path=ppt/tags/tag194.xml><?xml version="1.0" encoding="utf-8"?>
<p:tagLst xmlns:p="http://schemas.openxmlformats.org/presentationml/2006/main">
  <p:tag name="RAINPROBLEM" val="ProblemItem"/>
</p:tagLst>
</file>

<file path=ppt/tags/tag195.xml><?xml version="1.0" encoding="utf-8"?>
<p:tagLst xmlns:p="http://schemas.openxmlformats.org/presentationml/2006/main">
  <p:tag name="RAINPROBLEM" val="ProblemItem"/>
</p:tagLst>
</file>

<file path=ppt/tags/tag196.xml><?xml version="1.0" encoding="utf-8"?>
<p:tagLst xmlns:p="http://schemas.openxmlformats.org/presentationml/2006/main">
  <p:tag name="RAINPROBLEM" val="ProblemBullet"/>
  <p:tag name="RAINPROBLEMTYPE" val="MultipleChoice"/>
  <p:tag name="RAINBULLET" val="Wrong"/>
</p:tagLst>
</file>

<file path=ppt/tags/tag197.xml><?xml version="1.0" encoding="utf-8"?>
<p:tagLst xmlns:p="http://schemas.openxmlformats.org/presentationml/2006/main">
  <p:tag name="RAINPROBLEM" val="ProblemBullet"/>
  <p:tag name="RAINPROBLEMTYPE" val="MultipleChoice"/>
  <p:tag name="RAINBULLET" val="Wrong"/>
</p:tagLst>
</file>

<file path=ppt/tags/tag198.xml><?xml version="1.0" encoding="utf-8"?>
<p:tagLst xmlns:p="http://schemas.openxmlformats.org/presentationml/2006/main">
  <p:tag name="RAINPROBLEM" val="ProblemBullet"/>
  <p:tag name="RAINPROBLEMTYPE" val="MultipleChoice"/>
  <p:tag name="RAINBULLET" val="Correct"/>
</p:tagLst>
</file>

<file path=ppt/tags/tag199.xml><?xml version="1.0" encoding="utf-8"?>
<p:tagLst xmlns:p="http://schemas.openxmlformats.org/presentationml/2006/main">
  <p:tag name="RAINPROBLEM" val="ProblemBullet"/>
  <p:tag name="RAINPROBLEMTYPE" val="MultipleChoice"/>
  <p:tag name="RAINBULLET" val="Wrong"/>
</p:tagLst>
</file>

<file path=ppt/tags/tag200.xml><?xml version="1.0" encoding="utf-8"?>
<p:tagLst xmlns:p="http://schemas.openxmlformats.org/presentationml/2006/main">
  <p:tag name="RAINPROBLEM" val="ProblemSubmit"/>
  <p:tag name="RAINPROBLEMTYPE" val="MultipleChoice"/>
</p:tagLst>
</file>

<file path=ppt/tags/tag201.xml><?xml version="1.0" encoding="utf-8"?>
<p:tagLst xmlns:p="http://schemas.openxmlformats.org/presentationml/2006/main">
  <p:tag name="RAINPROBLEMTYPE" val="ProblemTypeMarker"/>
</p:tagLst>
</file>

<file path=ppt/tags/tag202.xml><?xml version="1.0" encoding="utf-8"?>
<p:tagLst xmlns:p="http://schemas.openxmlformats.org/presentationml/2006/main">
  <p:tag name="RAINPROBLEMTYPE" val="ProblemTypeMarker"/>
</p:tagLst>
</file>

<file path=ppt/tags/tag203.xml><?xml version="1.0" encoding="utf-8"?>
<p:tagLst xmlns:p="http://schemas.openxmlformats.org/presentationml/2006/main">
  <p:tag name="RAINPROBLEMTYPE" val="ProblemTypeMarker"/>
</p:tagLst>
</file>

<file path=ppt/tags/tag204.xml><?xml version="1.0" encoding="utf-8"?>
<p:tagLst xmlns:p="http://schemas.openxmlformats.org/presentationml/2006/main">
  <p:tag name="RAINPROBLEMTYPE" val="ProblemTypeMarker"/>
</p:tagLst>
</file>

<file path=ppt/tags/tag205.xml><?xml version="1.0" encoding="utf-8"?>
<p:tagLst xmlns:p="http://schemas.openxmlformats.org/presentationml/2006/main">
  <p:tag name="RAINPROBLEMTYPE" val="ProblemTypeMarker"/>
</p:tagLst>
</file>

<file path=ppt/tags/tag206.xml><?xml version="1.0" encoding="utf-8"?>
<p:tagLst xmlns:p="http://schemas.openxmlformats.org/presentationml/2006/main">
  <p:tag name="RAINPROBLEM" val="ProblemSetting"/>
  <p:tag name="RAINPROBLEMTYPE" val="MultipleChoice"/>
</p:tagLst>
</file>

<file path=ppt/tags/tag207.xml><?xml version="1.0" encoding="utf-8"?>
<p:tagLst xmlns:p="http://schemas.openxmlformats.org/presentationml/2006/main">
  <p:tag name="RAINPROBLEM" val="MultipleChoice"/>
  <p:tag name="PROBLEMSCORE" val="1.0"/>
  <p:tag name="KSO_WM_SPECIAL_SOURCE" val="bdnul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SPECIAL_SOURCE" val="bdnull"/>
</p:tagLst>
</file>

<file path=ppt/tags/tag210.xml><?xml version="1.0" encoding="utf-8"?>
<p:tagLst xmlns:p="http://schemas.openxmlformats.org/presentationml/2006/main">
  <p:tag name="commondata" val="eyJoZGlkIjoiYjU2OTU1ZWZmZDExNGRkNzljZGQyODcxMWIwNGNhNTQ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9100</Words>
  <Application>WPS 演示</Application>
  <PresentationFormat>宽屏</PresentationFormat>
  <Paragraphs>924</Paragraphs>
  <Slides>39</Slides>
  <Notes>1</Notes>
  <HiddenSlides>0</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1</vt:i4>
      </vt:variant>
      <vt:variant>
        <vt:lpstr>幻灯片标题</vt:lpstr>
      </vt:variant>
      <vt:variant>
        <vt:i4>39</vt:i4>
      </vt:variant>
    </vt:vector>
  </HeadingPairs>
  <TitlesOfParts>
    <vt:vector size="65" baseType="lpstr">
      <vt:lpstr>Arial</vt:lpstr>
      <vt:lpstr>宋体</vt:lpstr>
      <vt:lpstr>Wingdings</vt:lpstr>
      <vt:lpstr>微软雅黑</vt:lpstr>
      <vt:lpstr>Times New Roman</vt:lpstr>
      <vt:lpstr>GeosansLight</vt:lpstr>
      <vt:lpstr>苹方-简</vt:lpstr>
      <vt:lpstr>Open Sans</vt:lpstr>
      <vt:lpstr>FontAwesome</vt:lpstr>
      <vt:lpstr>Segoe UI</vt:lpstr>
      <vt:lpstr>Wingdings</vt:lpstr>
      <vt:lpstr>Microsoft Yahei</vt:lpstr>
      <vt:lpstr>-apple-system</vt:lpstr>
      <vt:lpstr>Thonburi</vt:lpstr>
      <vt:lpstr>Calibri</vt:lpstr>
      <vt:lpstr>Arial Unicode MS</vt:lpstr>
      <vt:lpstr>等线</vt:lpstr>
      <vt:lpstr>汉仪中等线KW</vt:lpstr>
      <vt:lpstr>Calibri Light</vt:lpstr>
      <vt:lpstr>等线 Light</vt:lpstr>
      <vt:lpstr>Songti SC Regular</vt:lpstr>
      <vt:lpstr>Arial</vt:lpstr>
      <vt:lpstr>-webkit-standard</vt:lpstr>
      <vt:lpstr>Apple Color Emoji</vt:lpstr>
      <vt:lpstr>Office 主题​​</vt:lpstr>
      <vt:lpstr>PBrush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jinghui</dc:creator>
  <cp:lastModifiedBy>^_^ Alex Yang 阳光灿烂的日子</cp:lastModifiedBy>
  <cp:revision>1227</cp:revision>
  <cp:lastPrinted>2025-11-03T11:10:22Z</cp:lastPrinted>
  <dcterms:created xsi:type="dcterms:W3CDTF">2025-11-03T11:10:22Z</dcterms:created>
  <dcterms:modified xsi:type="dcterms:W3CDTF">2025-11-03T11:10:22Z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1CFA72F53BB3BFC9D40B0169541A634C_43</vt:lpwstr>
  </property>
  <property fmtid="{D5CDD505-2E9C-101B-9397-08002B2CF9AE}" pid="3" name="KSOProductBuildVer">
    <vt:lpwstr>2052-6.11.0.8885</vt:lpwstr>
  </property>
</Properties>
</file>