
<file path=[Content_Types].xml><?xml version="1.0" encoding="utf-8"?>
<Types xmlns="http://schemas.openxmlformats.org/package/2006/content-types">
  <Default Extension="png" ContentType="image/png"/>
  <Default Extension="jfif" ContentType="image/jpe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8" r:id="rId1"/>
  </p:sldMasterIdLst>
  <p:notesMasterIdLst>
    <p:notesMasterId r:id="rId31"/>
  </p:notesMasterIdLst>
  <p:sldIdLst>
    <p:sldId id="550" r:id="rId2"/>
    <p:sldId id="836" r:id="rId3"/>
    <p:sldId id="837" r:id="rId4"/>
    <p:sldId id="840" r:id="rId5"/>
    <p:sldId id="839" r:id="rId6"/>
    <p:sldId id="841" r:id="rId7"/>
    <p:sldId id="838" r:id="rId8"/>
    <p:sldId id="842" r:id="rId9"/>
    <p:sldId id="843" r:id="rId10"/>
    <p:sldId id="844" r:id="rId11"/>
    <p:sldId id="845" r:id="rId12"/>
    <p:sldId id="847" r:id="rId13"/>
    <p:sldId id="846" r:id="rId14"/>
    <p:sldId id="849" r:id="rId15"/>
    <p:sldId id="850" r:id="rId16"/>
    <p:sldId id="851" r:id="rId17"/>
    <p:sldId id="852" r:id="rId18"/>
    <p:sldId id="853" r:id="rId19"/>
    <p:sldId id="854" r:id="rId20"/>
    <p:sldId id="855" r:id="rId21"/>
    <p:sldId id="856" r:id="rId22"/>
    <p:sldId id="857" r:id="rId23"/>
    <p:sldId id="858" r:id="rId24"/>
    <p:sldId id="859" r:id="rId25"/>
    <p:sldId id="860" r:id="rId26"/>
    <p:sldId id="861" r:id="rId27"/>
    <p:sldId id="862" r:id="rId28"/>
    <p:sldId id="863" r:id="rId29"/>
    <p:sldId id="86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E99F985-41FD-48ED-BC25-1E565A49DB63}">
          <p14:sldIdLst>
            <p14:sldId id="550"/>
          </p14:sldIdLst>
        </p14:section>
        <p14:section name="无标题节" id="{411FDFB2-5D76-4B8B-9507-E5FD04971C5D}">
          <p14:sldIdLst>
            <p14:sldId id="836"/>
            <p14:sldId id="837"/>
            <p14:sldId id="840"/>
            <p14:sldId id="839"/>
            <p14:sldId id="841"/>
            <p14:sldId id="838"/>
            <p14:sldId id="842"/>
            <p14:sldId id="843"/>
            <p14:sldId id="844"/>
            <p14:sldId id="845"/>
            <p14:sldId id="847"/>
            <p14:sldId id="846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861"/>
            <p14:sldId id="862"/>
            <p14:sldId id="863"/>
            <p14:sldId id="8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119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4" pos="768" userDrawn="1">
          <p15:clr>
            <a:srgbClr val="A4A3A4"/>
          </p15:clr>
        </p15:guide>
        <p15:guide id="5" pos="9726" userDrawn="1">
          <p15:clr>
            <a:srgbClr val="A4A3A4"/>
          </p15:clr>
        </p15:guide>
        <p15:guide id="6" pos="9470" userDrawn="1">
          <p15:clr>
            <a:srgbClr val="A4A3A4"/>
          </p15:clr>
        </p15:guide>
        <p15:guide id="7" orient="horz" pos="3888" userDrawn="1">
          <p15:clr>
            <a:srgbClr val="A4A3A4"/>
          </p15:clr>
        </p15:guide>
        <p15:guide id="8" orient="horz" pos="1049" userDrawn="1">
          <p15:clr>
            <a:srgbClr val="A4A3A4"/>
          </p15:clr>
        </p15:guide>
        <p15:guide id="9" orient="horz" pos="686" userDrawn="1">
          <p15:clr>
            <a:srgbClr val="A4A3A4"/>
          </p15:clr>
        </p15:guide>
        <p15:guide id="10" orient="horz" pos="3158" userDrawn="1">
          <p15:clr>
            <a:srgbClr val="A4A3A4"/>
          </p15:clr>
        </p15:guide>
        <p15:guide id="11" pos="3841" userDrawn="1">
          <p15:clr>
            <a:srgbClr val="A4A3A4"/>
          </p15:clr>
        </p15:guide>
        <p15:guide id="12" pos="384" userDrawn="1">
          <p15:clr>
            <a:srgbClr val="A4A3A4"/>
          </p15:clr>
        </p15:guide>
        <p15:guide id="13" pos="576" userDrawn="1">
          <p15:clr>
            <a:srgbClr val="A4A3A4"/>
          </p15:clr>
        </p15:guide>
        <p15:guide id="14" pos="7296" userDrawn="1">
          <p15:clr>
            <a:srgbClr val="A4A3A4"/>
          </p15:clr>
        </p15:guide>
        <p15:guide id="15" pos="71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CC"/>
    <a:srgbClr val="003399"/>
    <a:srgbClr val="7F8C8D"/>
    <a:srgbClr val="ECF0F1"/>
    <a:srgbClr val="E74C3C"/>
    <a:srgbClr val="94B155"/>
    <a:srgbClr val="3D9FAC"/>
    <a:srgbClr val="FEB834"/>
    <a:srgbClr val="5B44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3" autoAdjust="0"/>
    <p:restoredTop sz="79110" autoAdjust="0"/>
  </p:normalViewPr>
  <p:slideViewPr>
    <p:cSldViewPr snapToGrid="0" showGuides="1">
      <p:cViewPr varScale="1">
        <p:scale>
          <a:sx n="89" d="100"/>
          <a:sy n="89" d="100"/>
        </p:scale>
        <p:origin x="1200" y="66"/>
      </p:cViewPr>
      <p:guideLst>
        <p:guide orient="horz" pos="2160"/>
        <p:guide pos="5119"/>
        <p:guide pos="512"/>
        <p:guide pos="768"/>
        <p:guide pos="9726"/>
        <p:guide pos="9470"/>
        <p:guide orient="horz" pos="3888"/>
        <p:guide orient="horz" pos="1049"/>
        <p:guide orient="horz" pos="686"/>
        <p:guide orient="horz" pos="3158"/>
        <p:guide pos="3841"/>
        <p:guide pos="384"/>
        <p:guide pos="576"/>
        <p:guide pos="7296"/>
        <p:guide pos="71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C360C-F423-4191-B903-C96919C651F4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7194D-9457-4CB1-9230-4797428E1A5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932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7194D-9457-4CB1-9230-4797428E1A57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97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AE17D22-58FD-AECD-CE1E-B417671325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900" y="31308"/>
            <a:ext cx="563252" cy="563252"/>
          </a:xfrm>
          <a:prstGeom prst="rect">
            <a:avLst/>
          </a:prstGeom>
          <a:effectLst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336E12B-6A57-2B25-88CC-CBE3AFF39E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759" y="-42002"/>
            <a:ext cx="1300367" cy="731456"/>
          </a:xfrm>
          <a:prstGeom prst="rect">
            <a:avLst/>
          </a:prstGeom>
        </p:spPr>
      </p:pic>
      <p:sp>
        <p:nvSpPr>
          <p:cNvPr id="9" name="文本占位符 7">
            <a:extLst>
              <a:ext uri="{FF2B5EF4-FFF2-40B4-BE49-F238E27FC236}">
                <a16:creationId xmlns:a16="http://schemas.microsoft.com/office/drawing/2014/main" id="{40C58C0C-D1D1-11B3-2CF8-BE069F70A6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1683" y="90632"/>
            <a:ext cx="8028633" cy="5348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0" name="文本占位符 7">
            <a:extLst>
              <a:ext uri="{FF2B5EF4-FFF2-40B4-BE49-F238E27FC236}">
                <a16:creationId xmlns:a16="http://schemas.microsoft.com/office/drawing/2014/main" id="{B6EF635B-29B2-AC0F-21AC-D5FEC95750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7943" y="905404"/>
            <a:ext cx="9261231" cy="3879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151209-7B81-74F9-94C4-16230A02814B}"/>
              </a:ext>
            </a:extLst>
          </p:cNvPr>
          <p:cNvSpPr/>
          <p:nvPr userDrawn="1"/>
        </p:nvSpPr>
        <p:spPr>
          <a:xfrm flipV="1">
            <a:off x="0" y="625867"/>
            <a:ext cx="12132733" cy="635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77000">
                <a:schemeClr val="accent5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sx="124000" sy="124000" algn="t" rotWithShape="0">
              <a:schemeClr val="accent1">
                <a:lumMod val="75000"/>
                <a:alpha val="26000"/>
              </a:scheme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91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00" dirty="0">
              <a:solidFill>
                <a:srgbClr val="0099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043EAA-31E4-75C0-EB5B-050AB712738B}"/>
              </a:ext>
            </a:extLst>
          </p:cNvPr>
          <p:cNvSpPr/>
          <p:nvPr userDrawn="1"/>
        </p:nvSpPr>
        <p:spPr>
          <a:xfrm>
            <a:off x="0" y="-1"/>
            <a:ext cx="309231" cy="6894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25400" dist="25400" dir="13500000" algn="b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91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00" dirty="0">
              <a:solidFill>
                <a:srgbClr val="0099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id="{729DF080-3238-5EAF-BC6E-B062CFEF3B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3449" y="6368136"/>
            <a:ext cx="440986" cy="324355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974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46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80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26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226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53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42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10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02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15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E5C839-82DB-4F14-88B3-6B5BEC2CAAB5}" type="datetimeFigureOut">
              <a:rPr lang="zh-CN" altLang="en-US" smtClean="0"/>
              <a:pPr/>
              <a:t>2025/08/29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72AF17-D5F7-4535-B112-E5B9115149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208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481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6294473" y="1600202"/>
            <a:ext cx="5897880" cy="3662363"/>
          </a:xfrm>
          <a:prstGeom prst="roundRect">
            <a:avLst>
              <a:gd name="adj" fmla="val 2031"/>
            </a:avLst>
          </a:prstGeom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</p:txBody>
      </p:sp>
      <p:sp>
        <p:nvSpPr>
          <p:cNvPr id="49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14400" y="2112462"/>
            <a:ext cx="4015113" cy="5857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endParaRPr lang="en-US" dirty="0"/>
          </a:p>
        </p:txBody>
      </p:sp>
      <p:sp>
        <p:nvSpPr>
          <p:cNvPr id="50" name="Content Placeholder 15"/>
          <p:cNvSpPr>
            <a:spLocks noGrp="1"/>
          </p:cNvSpPr>
          <p:nvPr>
            <p:ph sz="quarter" idx="12"/>
          </p:nvPr>
        </p:nvSpPr>
        <p:spPr>
          <a:xfrm>
            <a:off x="914401" y="3552827"/>
            <a:ext cx="4856163" cy="1198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1" name="Content Placeholder 17"/>
          <p:cNvSpPr>
            <a:spLocks noGrp="1"/>
          </p:cNvSpPr>
          <p:nvPr>
            <p:ph sz="quarter" idx="13"/>
          </p:nvPr>
        </p:nvSpPr>
        <p:spPr>
          <a:xfrm>
            <a:off x="917595" y="2735012"/>
            <a:ext cx="3409950" cy="390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33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"/>
          </p:nvPr>
        </p:nvSpPr>
        <p:spPr>
          <a:xfrm>
            <a:off x="3709988" y="3837117"/>
            <a:ext cx="4772025" cy="60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2"/>
          </p:nvPr>
        </p:nvSpPr>
        <p:spPr>
          <a:xfrm>
            <a:off x="4278313" y="4441825"/>
            <a:ext cx="3605213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/>
          </p:nvPr>
        </p:nvSpPr>
        <p:spPr>
          <a:xfrm>
            <a:off x="3358357" y="5129215"/>
            <a:ext cx="5475288" cy="10302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66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ew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7"/>
          <p:cNvSpPr>
            <a:spLocks noGrp="1"/>
          </p:cNvSpPr>
          <p:nvPr>
            <p:ph type="pic" sz="quarter" idx="10"/>
          </p:nvPr>
        </p:nvSpPr>
        <p:spPr>
          <a:xfrm>
            <a:off x="914400" y="1603377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47"/>
          <p:cNvSpPr>
            <a:spLocks noGrp="1"/>
          </p:cNvSpPr>
          <p:nvPr>
            <p:ph type="pic" sz="quarter" idx="11"/>
          </p:nvPr>
        </p:nvSpPr>
        <p:spPr>
          <a:xfrm>
            <a:off x="4452606" y="1603377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47"/>
          <p:cNvSpPr>
            <a:spLocks noGrp="1"/>
          </p:cNvSpPr>
          <p:nvPr>
            <p:ph type="pic" sz="quarter" idx="12"/>
          </p:nvPr>
        </p:nvSpPr>
        <p:spPr>
          <a:xfrm>
            <a:off x="7990811" y="1609069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914401" y="3773599"/>
            <a:ext cx="3285460" cy="2398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4453271" y="3773598"/>
            <a:ext cx="3285460" cy="2398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7992141" y="3773601"/>
            <a:ext cx="3285460" cy="2398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 Placeholder 51"/>
          <p:cNvSpPr>
            <a:spLocks noGrp="1"/>
          </p:cNvSpPr>
          <p:nvPr>
            <p:ph type="body" sz="quarter" idx="13"/>
          </p:nvPr>
        </p:nvSpPr>
        <p:spPr>
          <a:xfrm>
            <a:off x="2131747" y="3522296"/>
            <a:ext cx="841249" cy="246888"/>
          </a:xfrm>
          <a:prstGeom prst="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54"/>
          <p:cNvSpPr>
            <a:spLocks noGrp="1"/>
          </p:cNvSpPr>
          <p:nvPr>
            <p:ph type="body" sz="quarter" idx="14"/>
          </p:nvPr>
        </p:nvSpPr>
        <p:spPr>
          <a:xfrm>
            <a:off x="5680800" y="3532292"/>
            <a:ext cx="841249" cy="2468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56"/>
          <p:cNvSpPr>
            <a:spLocks noGrp="1"/>
          </p:cNvSpPr>
          <p:nvPr>
            <p:ph type="body" sz="quarter" idx="15"/>
          </p:nvPr>
        </p:nvSpPr>
        <p:spPr>
          <a:xfrm>
            <a:off x="9213493" y="3519874"/>
            <a:ext cx="841249" cy="246888"/>
          </a:xfrm>
          <a:prstGeom prst="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16"/>
          </p:nvPr>
        </p:nvSpPr>
        <p:spPr>
          <a:xfrm>
            <a:off x="1272510" y="4047786"/>
            <a:ext cx="2569243" cy="3108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58"/>
          <p:cNvSpPr>
            <a:spLocks noGrp="1"/>
          </p:cNvSpPr>
          <p:nvPr>
            <p:ph type="body" sz="quarter" idx="17"/>
          </p:nvPr>
        </p:nvSpPr>
        <p:spPr>
          <a:xfrm>
            <a:off x="1272510" y="4945816"/>
            <a:ext cx="2569243" cy="10428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58"/>
          <p:cNvSpPr>
            <a:spLocks noGrp="1"/>
          </p:cNvSpPr>
          <p:nvPr>
            <p:ph type="body" sz="quarter" idx="19"/>
          </p:nvPr>
        </p:nvSpPr>
        <p:spPr>
          <a:xfrm>
            <a:off x="4811380" y="4945816"/>
            <a:ext cx="2569243" cy="10428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Text Placeholder 58"/>
          <p:cNvSpPr>
            <a:spLocks noGrp="1"/>
          </p:cNvSpPr>
          <p:nvPr>
            <p:ph type="body" sz="quarter" idx="20"/>
          </p:nvPr>
        </p:nvSpPr>
        <p:spPr>
          <a:xfrm>
            <a:off x="4811047" y="4047786"/>
            <a:ext cx="2569243" cy="3108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58"/>
          <p:cNvSpPr>
            <a:spLocks noGrp="1"/>
          </p:cNvSpPr>
          <p:nvPr>
            <p:ph type="body" sz="quarter" idx="21"/>
          </p:nvPr>
        </p:nvSpPr>
        <p:spPr>
          <a:xfrm>
            <a:off x="8353365" y="4945816"/>
            <a:ext cx="2569243" cy="10428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2" name="Text Placeholder 58"/>
          <p:cNvSpPr>
            <a:spLocks noGrp="1"/>
          </p:cNvSpPr>
          <p:nvPr>
            <p:ph type="body" sz="quarter" idx="22"/>
          </p:nvPr>
        </p:nvSpPr>
        <p:spPr>
          <a:xfrm>
            <a:off x="8353033" y="4047786"/>
            <a:ext cx="2569243" cy="3108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68"/>
          <p:cNvSpPr>
            <a:spLocks noGrp="1"/>
          </p:cNvSpPr>
          <p:nvPr>
            <p:ph type="body" sz="quarter" idx="23"/>
          </p:nvPr>
        </p:nvSpPr>
        <p:spPr>
          <a:xfrm>
            <a:off x="3168062" y="157039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4" name="Text Placeholder 58"/>
          <p:cNvSpPr>
            <a:spLocks noGrp="1"/>
          </p:cNvSpPr>
          <p:nvPr>
            <p:ph type="body" sz="quarter" idx="24" hasCustomPrompt="1"/>
          </p:nvPr>
        </p:nvSpPr>
        <p:spPr>
          <a:xfrm>
            <a:off x="3775997" y="772883"/>
            <a:ext cx="4628162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Add Slogun Text</a:t>
            </a:r>
          </a:p>
        </p:txBody>
      </p:sp>
      <p:sp>
        <p:nvSpPr>
          <p:cNvPr id="45" name="Text Placeholder 28"/>
          <p:cNvSpPr>
            <a:spLocks noGrp="1"/>
          </p:cNvSpPr>
          <p:nvPr>
            <p:ph type="body" sz="quarter" idx="25" hasCustomPrompt="1"/>
          </p:nvPr>
        </p:nvSpPr>
        <p:spPr>
          <a:xfrm>
            <a:off x="634321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46" name="Text Placeholder 28"/>
          <p:cNvSpPr>
            <a:spLocks noGrp="1"/>
          </p:cNvSpPr>
          <p:nvPr>
            <p:ph type="body" sz="quarter" idx="26" hasCustomPrompt="1"/>
          </p:nvPr>
        </p:nvSpPr>
        <p:spPr>
          <a:xfrm>
            <a:off x="4898347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Web Site Name</a:t>
            </a:r>
          </a:p>
        </p:txBody>
      </p:sp>
      <p:sp>
        <p:nvSpPr>
          <p:cNvPr id="47" name="Text Placehold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916237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Page Number 00</a:t>
            </a:r>
          </a:p>
        </p:txBody>
      </p:sp>
    </p:spTree>
    <p:extLst>
      <p:ext uri="{BB962C8B-B14F-4D97-AF65-F5344CB8AC3E}">
        <p14:creationId xmlns:p14="http://schemas.microsoft.com/office/powerpoint/2010/main" val="341536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/>
          <p:cNvSpPr>
            <a:spLocks noGrp="1"/>
          </p:cNvSpPr>
          <p:nvPr>
            <p:ph type="pic" sz="quarter" idx="10"/>
          </p:nvPr>
        </p:nvSpPr>
        <p:spPr>
          <a:xfrm>
            <a:off x="704203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29" name="Picture Placeholder 27"/>
          <p:cNvSpPr>
            <a:spLocks noGrp="1"/>
          </p:cNvSpPr>
          <p:nvPr>
            <p:ph type="pic" sz="quarter" idx="11"/>
          </p:nvPr>
        </p:nvSpPr>
        <p:spPr>
          <a:xfrm>
            <a:off x="2917164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30" name="Picture Placeholder 27"/>
          <p:cNvSpPr>
            <a:spLocks noGrp="1"/>
          </p:cNvSpPr>
          <p:nvPr>
            <p:ph type="pic" sz="quarter" idx="12"/>
          </p:nvPr>
        </p:nvSpPr>
        <p:spPr>
          <a:xfrm>
            <a:off x="5156203" y="1675161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31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7394126" y="1683019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32" name="Picture Placeholder 27"/>
          <p:cNvSpPr>
            <a:spLocks noGrp="1"/>
          </p:cNvSpPr>
          <p:nvPr>
            <p:ph type="pic" sz="quarter" idx="14"/>
          </p:nvPr>
        </p:nvSpPr>
        <p:spPr>
          <a:xfrm>
            <a:off x="9630933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12" name="Arc 11"/>
          <p:cNvSpPr/>
          <p:nvPr userDrawn="1"/>
        </p:nvSpPr>
        <p:spPr>
          <a:xfrm>
            <a:off x="679241" y="1690876"/>
            <a:ext cx="1828800" cy="1828800"/>
          </a:xfrm>
          <a:prstGeom prst="arc">
            <a:avLst>
              <a:gd name="adj1" fmla="val 16200000"/>
              <a:gd name="adj2" fmla="val 10155543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Arc 12"/>
          <p:cNvSpPr/>
          <p:nvPr userDrawn="1"/>
        </p:nvSpPr>
        <p:spPr>
          <a:xfrm>
            <a:off x="2918278" y="1690876"/>
            <a:ext cx="1828800" cy="1828800"/>
          </a:xfrm>
          <a:prstGeom prst="arc">
            <a:avLst>
              <a:gd name="adj1" fmla="val 20082479"/>
              <a:gd name="adj2" fmla="val 696073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Arc 13"/>
          <p:cNvSpPr/>
          <p:nvPr userDrawn="1"/>
        </p:nvSpPr>
        <p:spPr>
          <a:xfrm>
            <a:off x="5157319" y="1675161"/>
            <a:ext cx="1828800" cy="1828800"/>
          </a:xfrm>
          <a:prstGeom prst="arc">
            <a:avLst>
              <a:gd name="adj1" fmla="val 13544500"/>
              <a:gd name="adj2" fmla="val 696073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Arc 14"/>
          <p:cNvSpPr/>
          <p:nvPr userDrawn="1"/>
        </p:nvSpPr>
        <p:spPr>
          <a:xfrm>
            <a:off x="7396359" y="1675161"/>
            <a:ext cx="1828800" cy="1828800"/>
          </a:xfrm>
          <a:prstGeom prst="arc">
            <a:avLst>
              <a:gd name="adj1" fmla="val 378990"/>
              <a:gd name="adj2" fmla="val 1025706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Arc 15"/>
          <p:cNvSpPr/>
          <p:nvPr userDrawn="1"/>
        </p:nvSpPr>
        <p:spPr>
          <a:xfrm>
            <a:off x="9635401" y="1690876"/>
            <a:ext cx="1828800" cy="1828800"/>
          </a:xfrm>
          <a:prstGeom prst="arc">
            <a:avLst>
              <a:gd name="adj1" fmla="val 15001860"/>
              <a:gd name="adj2" fmla="val 1025706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5"/>
          </p:nvPr>
        </p:nvSpPr>
        <p:spPr>
          <a:xfrm>
            <a:off x="894347" y="3937002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16"/>
          </p:nvPr>
        </p:nvSpPr>
        <p:spPr>
          <a:xfrm>
            <a:off x="679241" y="4697415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33"/>
          <p:cNvSpPr>
            <a:spLocks noGrp="1"/>
          </p:cNvSpPr>
          <p:nvPr>
            <p:ph type="body" sz="quarter" idx="17"/>
          </p:nvPr>
        </p:nvSpPr>
        <p:spPr>
          <a:xfrm>
            <a:off x="3132272" y="3937002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37"/>
          <p:cNvSpPr>
            <a:spLocks noGrp="1"/>
          </p:cNvSpPr>
          <p:nvPr>
            <p:ph type="body" sz="quarter" idx="18"/>
          </p:nvPr>
        </p:nvSpPr>
        <p:spPr>
          <a:xfrm>
            <a:off x="2917164" y="4697415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33"/>
          <p:cNvSpPr>
            <a:spLocks noGrp="1"/>
          </p:cNvSpPr>
          <p:nvPr>
            <p:ph type="body" sz="quarter" idx="19"/>
          </p:nvPr>
        </p:nvSpPr>
        <p:spPr>
          <a:xfrm>
            <a:off x="5370195" y="3937002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2" name="Text Placeholder 37"/>
          <p:cNvSpPr>
            <a:spLocks noGrp="1"/>
          </p:cNvSpPr>
          <p:nvPr>
            <p:ph type="body" sz="quarter" idx="20"/>
          </p:nvPr>
        </p:nvSpPr>
        <p:spPr>
          <a:xfrm>
            <a:off x="5155089" y="4697415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33"/>
          <p:cNvSpPr>
            <a:spLocks noGrp="1"/>
          </p:cNvSpPr>
          <p:nvPr>
            <p:ph type="body" sz="quarter" idx="21"/>
          </p:nvPr>
        </p:nvSpPr>
        <p:spPr>
          <a:xfrm>
            <a:off x="7823225" y="3937002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4" name="Text Placeholder 37"/>
          <p:cNvSpPr>
            <a:spLocks noGrp="1"/>
          </p:cNvSpPr>
          <p:nvPr>
            <p:ph type="body" sz="quarter" idx="22"/>
          </p:nvPr>
        </p:nvSpPr>
        <p:spPr>
          <a:xfrm>
            <a:off x="7608119" y="4697415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3"/>
          </p:nvPr>
        </p:nvSpPr>
        <p:spPr>
          <a:xfrm>
            <a:off x="10061149" y="3937002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6" name="Text Placeholder 37"/>
          <p:cNvSpPr>
            <a:spLocks noGrp="1"/>
          </p:cNvSpPr>
          <p:nvPr>
            <p:ph type="body" sz="quarter" idx="24"/>
          </p:nvPr>
        </p:nvSpPr>
        <p:spPr>
          <a:xfrm>
            <a:off x="9846041" y="4697415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7" name="Text Placeholder 68"/>
          <p:cNvSpPr>
            <a:spLocks noGrp="1"/>
          </p:cNvSpPr>
          <p:nvPr>
            <p:ph type="body" sz="quarter" idx="25"/>
          </p:nvPr>
        </p:nvSpPr>
        <p:spPr>
          <a:xfrm>
            <a:off x="3168062" y="157039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8" name="Text Placeholder 58"/>
          <p:cNvSpPr>
            <a:spLocks noGrp="1"/>
          </p:cNvSpPr>
          <p:nvPr>
            <p:ph type="body" sz="quarter" idx="26"/>
          </p:nvPr>
        </p:nvSpPr>
        <p:spPr>
          <a:xfrm>
            <a:off x="3775997" y="772883"/>
            <a:ext cx="4628162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9" name="Text Placeholder 28"/>
          <p:cNvSpPr>
            <a:spLocks noGrp="1"/>
          </p:cNvSpPr>
          <p:nvPr>
            <p:ph type="body" sz="quarter" idx="27"/>
          </p:nvPr>
        </p:nvSpPr>
        <p:spPr>
          <a:xfrm>
            <a:off x="634321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0" name="Text Placeholder 28"/>
          <p:cNvSpPr>
            <a:spLocks noGrp="1"/>
          </p:cNvSpPr>
          <p:nvPr>
            <p:ph type="body" sz="quarter" idx="28"/>
          </p:nvPr>
        </p:nvSpPr>
        <p:spPr>
          <a:xfrm>
            <a:off x="4898347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1" name="Text Placeholder 28"/>
          <p:cNvSpPr>
            <a:spLocks noGrp="1"/>
          </p:cNvSpPr>
          <p:nvPr>
            <p:ph type="body" sz="quarter" idx="29"/>
          </p:nvPr>
        </p:nvSpPr>
        <p:spPr>
          <a:xfrm>
            <a:off x="916237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63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743200" y="914400"/>
            <a:ext cx="335280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6096001" y="2743200"/>
            <a:ext cx="335280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2743200" y="4572000"/>
            <a:ext cx="3352800" cy="182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 userDrawn="1"/>
        </p:nvSpPr>
        <p:spPr>
          <a:xfrm>
            <a:off x="7924801" y="4572000"/>
            <a:ext cx="3352800" cy="182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4267200" y="27432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914398" y="45720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6096000" y="45720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4"/>
          </p:nvPr>
        </p:nvSpPr>
        <p:spPr>
          <a:xfrm>
            <a:off x="2833688" y="4751388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5"/>
          </p:nvPr>
        </p:nvSpPr>
        <p:spPr>
          <a:xfrm>
            <a:off x="2833688" y="5453063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31"/>
          <p:cNvSpPr>
            <a:spLocks noGrp="1"/>
          </p:cNvSpPr>
          <p:nvPr>
            <p:ph type="body" sz="quarter" idx="16"/>
          </p:nvPr>
        </p:nvSpPr>
        <p:spPr>
          <a:xfrm>
            <a:off x="8015286" y="4741129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33"/>
          <p:cNvSpPr>
            <a:spLocks noGrp="1"/>
          </p:cNvSpPr>
          <p:nvPr>
            <p:ph type="body" sz="quarter" idx="17"/>
          </p:nvPr>
        </p:nvSpPr>
        <p:spPr>
          <a:xfrm>
            <a:off x="8015288" y="5442804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ext Placeholder 31"/>
          <p:cNvSpPr>
            <a:spLocks noGrp="1"/>
          </p:cNvSpPr>
          <p:nvPr>
            <p:ph type="body" sz="quarter" idx="18"/>
          </p:nvPr>
        </p:nvSpPr>
        <p:spPr>
          <a:xfrm>
            <a:off x="6248400" y="2906018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9"/>
          </p:nvPr>
        </p:nvSpPr>
        <p:spPr>
          <a:xfrm>
            <a:off x="6248400" y="3607693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31"/>
          <p:cNvSpPr>
            <a:spLocks noGrp="1"/>
          </p:cNvSpPr>
          <p:nvPr>
            <p:ph type="body" sz="quarter" idx="20"/>
          </p:nvPr>
        </p:nvSpPr>
        <p:spPr>
          <a:xfrm>
            <a:off x="2833688" y="1097252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21"/>
          </p:nvPr>
        </p:nvSpPr>
        <p:spPr>
          <a:xfrm>
            <a:off x="2833688" y="1798927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22"/>
          </p:nvPr>
        </p:nvSpPr>
        <p:spPr>
          <a:xfrm>
            <a:off x="6527799" y="1325563"/>
            <a:ext cx="4213226" cy="595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41"/>
          <p:cNvSpPr>
            <a:spLocks noGrp="1"/>
          </p:cNvSpPr>
          <p:nvPr>
            <p:ph type="body" sz="quarter" idx="23"/>
          </p:nvPr>
        </p:nvSpPr>
        <p:spPr>
          <a:xfrm>
            <a:off x="6527799" y="1949563"/>
            <a:ext cx="4213226" cy="4067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39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ig Image"/>
          <p:cNvSpPr>
            <a:spLocks noGrp="1"/>
          </p:cNvSpPr>
          <p:nvPr>
            <p:ph type="pic" sz="quarter" idx="10"/>
          </p:nvPr>
        </p:nvSpPr>
        <p:spPr>
          <a:xfrm>
            <a:off x="7016749" y="0"/>
            <a:ext cx="517525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12"/>
          </p:nvPr>
        </p:nvSpPr>
        <p:spPr>
          <a:xfrm>
            <a:off x="777875" y="2816227"/>
            <a:ext cx="2451100" cy="612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Content Placeholder 33"/>
          <p:cNvSpPr>
            <a:spLocks noGrp="1"/>
          </p:cNvSpPr>
          <p:nvPr>
            <p:ph sz="quarter" idx="13"/>
          </p:nvPr>
        </p:nvSpPr>
        <p:spPr>
          <a:xfrm>
            <a:off x="2338170" y="3454156"/>
            <a:ext cx="890805" cy="277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Chart Placeholder 40"/>
          <p:cNvSpPr>
            <a:spLocks noGrp="1"/>
          </p:cNvSpPr>
          <p:nvPr>
            <p:ph type="chart" sz="quarter" idx="14"/>
          </p:nvPr>
        </p:nvSpPr>
        <p:spPr>
          <a:xfrm>
            <a:off x="777876" y="4308475"/>
            <a:ext cx="5318124" cy="17033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25"/>
          </p:nvPr>
        </p:nvSpPr>
        <p:spPr>
          <a:xfrm>
            <a:off x="614048" y="1061262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58"/>
          <p:cNvSpPr>
            <a:spLocks noGrp="1"/>
          </p:cNvSpPr>
          <p:nvPr>
            <p:ph type="body" sz="quarter" idx="26"/>
          </p:nvPr>
        </p:nvSpPr>
        <p:spPr>
          <a:xfrm>
            <a:off x="614048" y="1677106"/>
            <a:ext cx="4628162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3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41"/>
          <p:cNvSpPr>
            <a:spLocks noGrp="1"/>
          </p:cNvSpPr>
          <p:nvPr>
            <p:ph type="body" sz="quarter" idx="22"/>
          </p:nvPr>
        </p:nvSpPr>
        <p:spPr>
          <a:xfrm>
            <a:off x="7011276" y="2513232"/>
            <a:ext cx="4213226" cy="595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41"/>
          <p:cNvSpPr>
            <a:spLocks noGrp="1"/>
          </p:cNvSpPr>
          <p:nvPr>
            <p:ph type="body" sz="quarter" idx="23"/>
          </p:nvPr>
        </p:nvSpPr>
        <p:spPr>
          <a:xfrm>
            <a:off x="7011276" y="3137232"/>
            <a:ext cx="4213226" cy="10669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88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3349626" y="0"/>
            <a:ext cx="4581524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/>
          </p:nvPr>
        </p:nvSpPr>
        <p:spPr>
          <a:xfrm>
            <a:off x="7931151" y="0"/>
            <a:ext cx="4260849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>
          <a:xfrm>
            <a:off x="8842376" y="3429000"/>
            <a:ext cx="3349625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3349256" cy="3429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6096000" y="3429000"/>
            <a:ext cx="2746744" cy="342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4"/>
          </p:nvPr>
        </p:nvSpPr>
        <p:spPr>
          <a:xfrm>
            <a:off x="8850314" y="2206625"/>
            <a:ext cx="2422525" cy="36988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4319588" y="4340227"/>
            <a:ext cx="3752850" cy="4111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6273089" y="5221388"/>
            <a:ext cx="2225675" cy="1279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6696386" y="4775265"/>
            <a:ext cx="1379081" cy="3097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8"/>
          </p:nvPr>
        </p:nvSpPr>
        <p:spPr>
          <a:xfrm>
            <a:off x="568325" y="893765"/>
            <a:ext cx="2038241" cy="314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19"/>
          </p:nvPr>
        </p:nvSpPr>
        <p:spPr>
          <a:xfrm>
            <a:off x="568323" y="1228727"/>
            <a:ext cx="2637333" cy="4243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68324" y="1936940"/>
            <a:ext cx="2225675" cy="1279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97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rodu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 userDrawn="1"/>
        </p:nvSpPr>
        <p:spPr>
          <a:xfrm>
            <a:off x="934472" y="4904155"/>
            <a:ext cx="954546" cy="95454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FontAwesome" pitchFamily="2" charset="0"/>
              </a:rPr>
              <a:t>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1649643" y="4904155"/>
            <a:ext cx="239376" cy="2393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0"/>
          </p:nvPr>
        </p:nvSpPr>
        <p:spPr>
          <a:xfrm>
            <a:off x="914400" y="1620840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4"/>
          <p:cNvSpPr>
            <a:spLocks noGrp="1"/>
          </p:cNvSpPr>
          <p:nvPr>
            <p:ph type="pic" sz="quarter" idx="11"/>
          </p:nvPr>
        </p:nvSpPr>
        <p:spPr>
          <a:xfrm>
            <a:off x="3561908" y="1620840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4"/>
          <p:cNvSpPr>
            <a:spLocks noGrp="1"/>
          </p:cNvSpPr>
          <p:nvPr>
            <p:ph type="pic" sz="quarter" idx="12"/>
          </p:nvPr>
        </p:nvSpPr>
        <p:spPr>
          <a:xfrm>
            <a:off x="6209046" y="1620840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8856183" y="1620533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4"/>
          </p:nvPr>
        </p:nvSpPr>
        <p:spPr>
          <a:xfrm>
            <a:off x="914400" y="3607816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527087" y="3604658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9"/>
          <p:cNvSpPr>
            <a:spLocks noGrp="1"/>
          </p:cNvSpPr>
          <p:nvPr>
            <p:ph type="body" sz="quarter" idx="16"/>
          </p:nvPr>
        </p:nvSpPr>
        <p:spPr>
          <a:xfrm>
            <a:off x="6208492" y="3607816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9"/>
          <p:cNvSpPr>
            <a:spLocks noGrp="1"/>
          </p:cNvSpPr>
          <p:nvPr>
            <p:ph type="body" sz="quarter" idx="17"/>
          </p:nvPr>
        </p:nvSpPr>
        <p:spPr>
          <a:xfrm>
            <a:off x="8856183" y="3607816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9"/>
          <p:cNvSpPr>
            <a:spLocks noGrp="1"/>
          </p:cNvSpPr>
          <p:nvPr>
            <p:ph type="body" sz="quarter" idx="18"/>
          </p:nvPr>
        </p:nvSpPr>
        <p:spPr>
          <a:xfrm>
            <a:off x="2026531" y="5023843"/>
            <a:ext cx="9104540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68"/>
          <p:cNvSpPr>
            <a:spLocks noGrp="1"/>
          </p:cNvSpPr>
          <p:nvPr>
            <p:ph type="body" sz="quarter" idx="23"/>
          </p:nvPr>
        </p:nvSpPr>
        <p:spPr>
          <a:xfrm>
            <a:off x="3168062" y="157039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58"/>
          <p:cNvSpPr>
            <a:spLocks noGrp="1"/>
          </p:cNvSpPr>
          <p:nvPr>
            <p:ph type="body" sz="quarter" idx="24"/>
          </p:nvPr>
        </p:nvSpPr>
        <p:spPr>
          <a:xfrm>
            <a:off x="3775997" y="772883"/>
            <a:ext cx="4628162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28"/>
          <p:cNvSpPr>
            <a:spLocks noGrp="1"/>
          </p:cNvSpPr>
          <p:nvPr>
            <p:ph type="body" sz="quarter" idx="25"/>
          </p:nvPr>
        </p:nvSpPr>
        <p:spPr>
          <a:xfrm>
            <a:off x="634321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28"/>
          <p:cNvSpPr>
            <a:spLocks noGrp="1"/>
          </p:cNvSpPr>
          <p:nvPr>
            <p:ph type="body" sz="quarter" idx="26"/>
          </p:nvPr>
        </p:nvSpPr>
        <p:spPr>
          <a:xfrm>
            <a:off x="4898347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28"/>
          <p:cNvSpPr>
            <a:spLocks noGrp="1"/>
          </p:cNvSpPr>
          <p:nvPr>
            <p:ph type="body" sz="quarter" idx="27"/>
          </p:nvPr>
        </p:nvSpPr>
        <p:spPr>
          <a:xfrm>
            <a:off x="916237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179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ent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1831975" y="914400"/>
            <a:ext cx="4264025" cy="2514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4264025" cy="2514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5096366" y="1987034"/>
            <a:ext cx="999634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 userDrawn="1"/>
        </p:nvSpPr>
        <p:spPr>
          <a:xfrm>
            <a:off x="6096000" y="4501634"/>
            <a:ext cx="1437892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5096365" y="1980994"/>
            <a:ext cx="4142233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6180139" y="2538415"/>
            <a:ext cx="3059111" cy="708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3386761" y="4495594"/>
            <a:ext cx="4142233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2951038" y="5069250"/>
            <a:ext cx="3059111" cy="708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92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 White"/>
          <p:cNvSpPr/>
          <p:nvPr userDrawn="1"/>
        </p:nvSpPr>
        <p:spPr>
          <a:xfrm>
            <a:off x="3804685" y="0"/>
            <a:ext cx="45826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096000" y="4506835"/>
            <a:ext cx="0" cy="8617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 userDrawn="1"/>
        </p:nvSpPr>
        <p:spPr>
          <a:xfrm>
            <a:off x="5828138" y="5700072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6"/>
                </a:solidFill>
                <a:latin typeface="FontAwesome" pitchFamily="2" charset="0"/>
              </a:rPr>
              <a:t></a:t>
            </a:r>
            <a:endParaRPr lang="en-US" sz="3200">
              <a:solidFill>
                <a:schemeClr val="accent6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1"/>
          </p:nvPr>
        </p:nvSpPr>
        <p:spPr>
          <a:xfrm>
            <a:off x="4362451" y="2322515"/>
            <a:ext cx="3573463" cy="1671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362353" y="1012370"/>
            <a:ext cx="3573463" cy="584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62353" y="1620487"/>
            <a:ext cx="3573463" cy="3705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362352" y="4506837"/>
            <a:ext cx="1733650" cy="1193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202166" y="4506837"/>
            <a:ext cx="1733650" cy="1193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32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Full Scre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/>
          <p:nvPr userDrawn="1"/>
        </p:nvCxnSpPr>
        <p:spPr>
          <a:xfrm>
            <a:off x="6096000" y="4506835"/>
            <a:ext cx="0" cy="8617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3804685" y="2"/>
            <a:ext cx="4582632" cy="4365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484014" y="436841"/>
            <a:ext cx="1225297" cy="246888"/>
          </a:xfrm>
          <a:prstGeom prst="rect">
            <a:avLst/>
          </a:prstGeom>
          <a:solidFill>
            <a:schemeClr val="accent6"/>
          </a:solidFill>
        </p:spPr>
        <p:txBody>
          <a:bodyPr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BRAND NAME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492625" y="825395"/>
            <a:ext cx="3206750" cy="5667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492625" y="1912938"/>
            <a:ext cx="3206750" cy="20383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0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80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0" r:id="rId12"/>
    <p:sldLayoutId id="2147483660" r:id="rId13"/>
    <p:sldLayoutId id="2147483650" r:id="rId14"/>
    <p:sldLayoutId id="2147483659" r:id="rId15"/>
    <p:sldLayoutId id="2147483651" r:id="rId16"/>
    <p:sldLayoutId id="2147483652" r:id="rId17"/>
    <p:sldLayoutId id="2147483653" r:id="rId18"/>
    <p:sldLayoutId id="2147483654" r:id="rId19"/>
    <p:sldLayoutId id="2147483655" r:id="rId20"/>
    <p:sldLayoutId id="2147483656" r:id="rId21"/>
    <p:sldLayoutId id="2147483658" r:id="rId22"/>
    <p:sldLayoutId id="2147483661" r:id="rId23"/>
    <p:sldLayoutId id="214748366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8.png"/><Relationship Id="rId29" Type="http://schemas.openxmlformats.org/officeDocument/2006/relationships/image" Target="../media/image5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0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4.xml"/><Relationship Id="rId28" Type="http://schemas.openxmlformats.org/officeDocument/2006/relationships/image" Target="../media/image12.png"/><Relationship Id="rId10" Type="http://schemas.openxmlformats.org/officeDocument/2006/relationships/tags" Target="../tags/tag10.xml"/><Relationship Id="rId19" Type="http://schemas.openxmlformats.org/officeDocument/2006/relationships/tags" Target="../tags/tag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9.png"/><Relationship Id="rId27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5.tmp"/><Relationship Id="rId5" Type="http://schemas.openxmlformats.org/officeDocument/2006/relationships/tags" Target="../tags/tag2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5.tmp"/><Relationship Id="rId5" Type="http://schemas.openxmlformats.org/officeDocument/2006/relationships/tags" Target="../tags/tag3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5.tmp"/><Relationship Id="rId5" Type="http://schemas.openxmlformats.org/officeDocument/2006/relationships/tags" Target="../tags/tag4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9.xml"/><Relationship Id="rId9" Type="http://schemas.openxmlformats.org/officeDocument/2006/relationships/tags" Target="../tags/tag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19" Type="http://schemas.openxmlformats.org/officeDocument/2006/relationships/image" Target="../media/image5.tmp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5.xml"/><Relationship Id="rId21" Type="http://schemas.openxmlformats.org/officeDocument/2006/relationships/image" Target="../media/image6.png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image" Target="../media/image14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tags" Target="../tags/tag64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image" Target="../media/image5.tm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2.xml"/><Relationship Id="rId21" Type="http://schemas.openxmlformats.org/officeDocument/2006/relationships/image" Target="../media/image6.png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image" Target="../media/image16.pn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image" Target="../media/image5.tmp"/><Relationship Id="rId10" Type="http://schemas.openxmlformats.org/officeDocument/2006/relationships/tags" Target="../tags/tag89.xml"/><Relationship Id="rId19" Type="http://schemas.openxmlformats.org/officeDocument/2006/relationships/tags" Target="../tags/tag81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10" Type="http://schemas.openxmlformats.org/officeDocument/2006/relationships/tags" Target="../tags/tag106.xml"/><Relationship Id="rId19" Type="http://schemas.openxmlformats.org/officeDocument/2006/relationships/image" Target="../media/image5.tmp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tags" Target="../tags/tag12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10" Type="http://schemas.openxmlformats.org/officeDocument/2006/relationships/tags" Target="../tags/tag123.xml"/><Relationship Id="rId19" Type="http://schemas.openxmlformats.org/officeDocument/2006/relationships/image" Target="../media/image5.tmp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image" Target="../media/image5.tmp"/><Relationship Id="rId5" Type="http://schemas.openxmlformats.org/officeDocument/2006/relationships/tags" Target="../tags/tag13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34.xml"/><Relationship Id="rId9" Type="http://schemas.openxmlformats.org/officeDocument/2006/relationships/tags" Target="../tags/tag1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13" Type="http://schemas.openxmlformats.org/officeDocument/2006/relationships/tags" Target="../tags/tag15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10" Type="http://schemas.openxmlformats.org/officeDocument/2006/relationships/tags" Target="../tags/tag150.xml"/><Relationship Id="rId19" Type="http://schemas.openxmlformats.org/officeDocument/2006/relationships/image" Target="../media/image5.tmp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tags" Target="../tags/tag170.xml"/><Relationship Id="rId18" Type="http://schemas.openxmlformats.org/officeDocument/2006/relationships/tags" Target="../tags/tag175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17" Type="http://schemas.openxmlformats.org/officeDocument/2006/relationships/tags" Target="../tags/tag174.xml"/><Relationship Id="rId2" Type="http://schemas.openxmlformats.org/officeDocument/2006/relationships/tags" Target="../tags/tag159.xml"/><Relationship Id="rId16" Type="http://schemas.openxmlformats.org/officeDocument/2006/relationships/tags" Target="../tags/tag173.xml"/><Relationship Id="rId20" Type="http://schemas.openxmlformats.org/officeDocument/2006/relationships/image" Target="../media/image5.tmp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5" Type="http://schemas.openxmlformats.org/officeDocument/2006/relationships/tags" Target="../tags/tag172.xml"/><Relationship Id="rId10" Type="http://schemas.openxmlformats.org/officeDocument/2006/relationships/tags" Target="../tags/tag167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tags" Target="../tags/tag17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image" Target="../media/image5.tmp"/><Relationship Id="rId5" Type="http://schemas.openxmlformats.org/officeDocument/2006/relationships/tags" Target="../tags/tag18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13" Type="http://schemas.openxmlformats.org/officeDocument/2006/relationships/tags" Target="../tags/tag1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2" Type="http://schemas.openxmlformats.org/officeDocument/2006/relationships/tags" Target="../tags/tag187.xml"/><Relationship Id="rId16" Type="http://schemas.openxmlformats.org/officeDocument/2006/relationships/tags" Target="../tags/tag201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tags" Target="../tags/tag196.xml"/><Relationship Id="rId5" Type="http://schemas.openxmlformats.org/officeDocument/2006/relationships/tags" Target="../tags/tag190.xml"/><Relationship Id="rId15" Type="http://schemas.openxmlformats.org/officeDocument/2006/relationships/tags" Target="../tags/tag200.xml"/><Relationship Id="rId10" Type="http://schemas.openxmlformats.org/officeDocument/2006/relationships/tags" Target="../tags/tag195.xml"/><Relationship Id="rId19" Type="http://schemas.openxmlformats.org/officeDocument/2006/relationships/image" Target="../media/image5.tmp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4" Type="http://schemas.openxmlformats.org/officeDocument/2006/relationships/tags" Target="../tags/tag19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tags" Target="../tags/tag2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17" Type="http://schemas.openxmlformats.org/officeDocument/2006/relationships/tags" Target="../tags/tag219.xml"/><Relationship Id="rId2" Type="http://schemas.openxmlformats.org/officeDocument/2006/relationships/tags" Target="../tags/tag204.xml"/><Relationship Id="rId16" Type="http://schemas.openxmlformats.org/officeDocument/2006/relationships/tags" Target="../tags/tag218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5" Type="http://schemas.openxmlformats.org/officeDocument/2006/relationships/tags" Target="../tags/tag217.xml"/><Relationship Id="rId10" Type="http://schemas.openxmlformats.org/officeDocument/2006/relationships/tags" Target="../tags/tag212.xml"/><Relationship Id="rId19" Type="http://schemas.openxmlformats.org/officeDocument/2006/relationships/image" Target="../media/image5.tmp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tags" Target="../tags/tag2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3" Type="http://schemas.openxmlformats.org/officeDocument/2006/relationships/tags" Target="../tags/tag222.xml"/><Relationship Id="rId7" Type="http://schemas.openxmlformats.org/officeDocument/2006/relationships/tags" Target="../tags/tag226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image" Target="../media/image5.tmp"/><Relationship Id="rId5" Type="http://schemas.openxmlformats.org/officeDocument/2006/relationships/tags" Target="../tags/tag22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23.xml"/><Relationship Id="rId9" Type="http://schemas.openxmlformats.org/officeDocument/2006/relationships/tags" Target="../tags/tag22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image" Target="../media/image5.tmp"/><Relationship Id="rId5" Type="http://schemas.openxmlformats.org/officeDocument/2006/relationships/tags" Target="../tags/tag23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32.xml"/><Relationship Id="rId9" Type="http://schemas.openxmlformats.org/officeDocument/2006/relationships/tags" Target="../tags/tag23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image" Target="../media/image5.tmp"/><Relationship Id="rId3" Type="http://schemas.openxmlformats.org/officeDocument/2006/relationships/tags" Target="../tags/tag240.xml"/><Relationship Id="rId7" Type="http://schemas.openxmlformats.org/officeDocument/2006/relationships/tags" Target="../tags/tag244.xml"/><Relationship Id="rId12" Type="http://schemas.openxmlformats.org/officeDocument/2006/relationships/image" Target="../media/image15.png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image" Target="../media/image13.png"/><Relationship Id="rId5" Type="http://schemas.openxmlformats.org/officeDocument/2006/relationships/tags" Target="../tags/tag242.xml"/><Relationship Id="rId10" Type="http://schemas.openxmlformats.org/officeDocument/2006/relationships/image" Target="../media/image7.png"/><Relationship Id="rId4" Type="http://schemas.openxmlformats.org/officeDocument/2006/relationships/tags" Target="../tags/tag241.xml"/><Relationship Id="rId9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image" Target="../media/image5.tmp"/><Relationship Id="rId5" Type="http://schemas.openxmlformats.org/officeDocument/2006/relationships/tags" Target="../tags/tag250.xml"/><Relationship Id="rId10" Type="http://schemas.openxmlformats.org/officeDocument/2006/relationships/image" Target="../media/image19.png"/><Relationship Id="rId4" Type="http://schemas.openxmlformats.org/officeDocument/2006/relationships/tags" Target="../tags/tag249.xml"/><Relationship Id="rId9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61.xml"/><Relationship Id="rId3" Type="http://schemas.openxmlformats.org/officeDocument/2006/relationships/tags" Target="../tags/tag256.xml"/><Relationship Id="rId7" Type="http://schemas.openxmlformats.org/officeDocument/2006/relationships/tags" Target="../tags/tag260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10" Type="http://schemas.openxmlformats.org/officeDocument/2006/relationships/image" Target="../media/image5.tmp"/><Relationship Id="rId4" Type="http://schemas.openxmlformats.org/officeDocument/2006/relationships/tags" Target="../tags/tag257.xml"/><Relationship Id="rId9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3" Type="http://schemas.openxmlformats.org/officeDocument/2006/relationships/tags" Target="../tags/tag264.xml"/><Relationship Id="rId7" Type="http://schemas.openxmlformats.org/officeDocument/2006/relationships/tags" Target="../tags/tag268.xml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image" Target="../media/image5.tmp"/><Relationship Id="rId5" Type="http://schemas.openxmlformats.org/officeDocument/2006/relationships/tags" Target="../tags/tag266.xml"/><Relationship Id="rId10" Type="http://schemas.openxmlformats.org/officeDocument/2006/relationships/image" Target="../media/image20.png"/><Relationship Id="rId4" Type="http://schemas.openxmlformats.org/officeDocument/2006/relationships/tags" Target="../tags/tag265.xml"/><Relationship Id="rId9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B6D234D3-1391-2A62-A76A-8CD0814EF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2"/>
            <a:ext cx="6858000" cy="12192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9BC94D-07D4-428A-9AAC-755689A7B57D}"/>
              </a:ext>
            </a:extLst>
          </p:cNvPr>
          <p:cNvSpPr txBox="1"/>
          <p:nvPr/>
        </p:nvSpPr>
        <p:spPr>
          <a:xfrm>
            <a:off x="-2" y="2005859"/>
            <a:ext cx="12192001" cy="175432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harsh" dir="t">
              <a:rot lat="0" lon="0" rev="0"/>
            </a:lightRig>
          </a:scene3d>
          <a:sp3d>
            <a:bevelT/>
          </a:sp3d>
        </p:spPr>
        <p:txBody>
          <a:bodyPr vert="horz" wrap="square" rtlCol="0">
            <a:spAutoFit/>
            <a:sp3d extrusionH="57150" prstMaterial="powder">
              <a:bevelT w="38100" h="38100"/>
              <a:bevelB w="38100" h="38100"/>
            </a:sp3d>
          </a:bodyPr>
          <a:lstStyle/>
          <a:p>
            <a:pPr algn="ctr"/>
            <a:r>
              <a:rPr lang="zh-CN" altLang="en-US" sz="10800" b="1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rgbClr val="3399FF"/>
                </a:solidFill>
                <a:effectLst>
                  <a:outerShdw blurRad="76200" dist="762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 作 系 统</a:t>
            </a:r>
            <a:endParaRPr lang="en-US" sz="10800" b="1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rgbClr val="3399FF"/>
              </a:solidFill>
              <a:effectLst>
                <a:outerShdw blurRad="76200" dist="762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430EB6A-E456-68C8-9CC1-7F7F9F087DA4}"/>
              </a:ext>
            </a:extLst>
          </p:cNvPr>
          <p:cNvSpPr/>
          <p:nvPr/>
        </p:nvSpPr>
        <p:spPr>
          <a:xfrm>
            <a:off x="2629254" y="4496338"/>
            <a:ext cx="6933492" cy="1446549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91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00">
              <a:solidFill>
                <a:srgbClr val="0099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D70B2-1C32-4B30-AEA0-5685A2415557}"/>
              </a:ext>
            </a:extLst>
          </p:cNvPr>
          <p:cNvSpPr txBox="1"/>
          <p:nvPr/>
        </p:nvSpPr>
        <p:spPr>
          <a:xfrm>
            <a:off x="3631580" y="4529653"/>
            <a:ext cx="4928839" cy="1289905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钟竞辉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办公室：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B3-515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电子邮箱：</a:t>
            </a:r>
            <a:r>
              <a: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jinghuizhong@scut.edu.cn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C0A2BA0-A32D-74D9-5B04-08DAC6D86B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7" y="84152"/>
            <a:ext cx="844884" cy="844884"/>
          </a:xfrm>
          <a:prstGeom prst="rect">
            <a:avLst/>
          </a:prstGeom>
          <a:effectLst/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85917C-5256-09F9-6C34-D6EA9ABBF7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495" y="-42002"/>
            <a:ext cx="1950564" cy="10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6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9C52742-FDB8-48F6-81DC-151A76B47CEA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现在有三个同时到达的作业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J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J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和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J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，它们的执行时间分别是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系统按单道方式运行且采用短作业优先调度算法，则平均周转时间是</a:t>
                </a:r>
                <a:r>
                  <a:rPr lang="en-US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()</a:t>
                </a:r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9C52742-FDB8-48F6-81DC-151A76B47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0"/>
                <a:stretch>
                  <a:fillRect l="-1250" r="-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73CA52-B535-426A-A0DB-472D9A589B2F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73CA52-B535-426A-A0DB-472D9A589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139A9A-F233-4DBB-A080-EDA8248C0467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139A9A-F233-4DBB-A080-EDA8248C0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32EBF4-AD91-4A89-AD74-DCEB814BEA0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32EBF4-AD91-4A89-AD74-DCEB814BE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4BC8B13-8FD2-44F8-B896-96D440EA7A28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4BC8B13-8FD2-44F8-B896-96D440EA7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>
            <a:extLst>
              <a:ext uri="{FF2B5EF4-FFF2-40B4-BE49-F238E27FC236}">
                <a16:creationId xmlns:a16="http://schemas.microsoft.com/office/drawing/2014/main" id="{AF8DE02C-E9E0-4102-8AA3-5CF96C6A074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A9AB0CE-46D9-4C5E-B8CE-4358A547C06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663E1CA-B9A7-4AF6-B3C0-139EC71363B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4C5AD59-E2D2-4744-AD25-2CE392343A4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010AE0-1ABB-473B-AD8B-E5CF38D803D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B4A077D-77F1-4794-B155-CE93FDB1946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9726DAF-BB0E-4FDF-894F-3F2CF81C1B3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574E3AC-8F5A-4067-93A8-1CE82848C81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B808F87-8284-484F-9292-D49DC1F0689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4BE243D2-2603-42DE-A386-6D1C24F7E04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44B018D-88CF-4F0E-A5DB-BF779AD6A79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225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93D39B3-968E-4C87-BA4C-FC668A4F2C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054549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若每个作业只能建立一个进程，为了照顾短作业用户，应采用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(___);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为了照顾紧急作业用户，应采用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 ___);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为了能实现人机交互，应采用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(___);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而能使短作业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endParaRPr lang="zh-CN" altLang="en-US" sz="2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96DC1F-12FF-4860-B296-A2F920F27EF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F76F6A-3871-4156-A799-EF9DDADC109E}"/>
              </a:ext>
            </a:extLst>
          </p:cNvPr>
          <p:cNvSpPr/>
          <p:nvPr/>
        </p:nvSpPr>
        <p:spPr>
          <a:xfrm>
            <a:off x="1206500" y="3197674"/>
            <a:ext cx="6096000" cy="26047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lphaUcPeriod"/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FCFS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调度算法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		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lphaUcPeriod"/>
            </a:pP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短作业优先调度算法</a:t>
            </a:r>
            <a:endParaRPr lang="zh-CN" altLang="zh-CN" sz="28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时间片轮转调度算法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D. 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剥夺式优先级调度算法</a:t>
            </a:r>
            <a:endParaRPr lang="zh-CN" altLang="zh-CN" sz="28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B90B94-EF49-4E2C-8700-7AA7D148801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32464AA-4F55-4F4E-A61F-EA6146DE5A5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E3327631-82D6-459C-ACD4-52C73570326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DDC4F58-266B-4781-AD5A-C2F0913F401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8CA6FA9-694E-477A-AF7E-42C8D6D2032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08DADCF-4A2B-485B-BD81-7E0C62569ED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369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93D39B3-968E-4C87-BA4C-FC668A4F2C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054549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若每个作业只能建立一个进程，为了照顾短作业用户，应采用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(_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_);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为了照顾紧急作业用户，应采用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 _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_);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为了能实现人机交互，应采用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(_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_);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而能使短作业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endParaRPr lang="zh-CN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F76F6A-3871-4156-A799-EF9DDADC109E}"/>
              </a:ext>
            </a:extLst>
          </p:cNvPr>
          <p:cNvSpPr/>
          <p:nvPr/>
        </p:nvSpPr>
        <p:spPr>
          <a:xfrm>
            <a:off x="1206500" y="3197674"/>
            <a:ext cx="6096000" cy="26047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lphaUcPeriod"/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FCFS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调度算法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		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lphaUcPeriod"/>
            </a:pP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短作业优先调度算法</a:t>
            </a:r>
            <a:endParaRPr lang="zh-CN" altLang="zh-CN" sz="28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时间片轮转调度算法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D. 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剥夺式优先级调度算法</a:t>
            </a:r>
            <a:endParaRPr lang="zh-CN" altLang="zh-CN" sz="28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F32C15D-0C5C-4D29-AF20-D175FF1F2AB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B90B94-EF49-4E2C-8700-7AA7D148801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32464AA-4F55-4F4E-A61F-EA6146DE5A5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E3327631-82D6-459C-ACD4-52C73570326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DDC4F58-266B-4781-AD5A-C2F0913F401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8CA6FA9-694E-477A-AF7E-42C8D6D2032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08DADCF-4A2B-485B-BD81-7E0C62569ED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911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55A053-AB51-4EA8-8648-DA3EDD52F1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>
              <a:spcAft>
                <a:spcPts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死锁问题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几个方法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哪种方法资源利用率最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66E75BF-B003-4564-938F-F17496C2A8C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FCDD7B8-EAF3-46CA-B517-84A46C25BE3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31C1F64B-93A6-4482-9906-720CB984D11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B4D64BC-714A-4DC8-87DB-42E2E284006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0E79334F-F7CC-4CE7-9404-7C4110DCB05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6B516FC-951F-4976-BDF4-9D9C84E2B6B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3718134-DACD-406C-8B14-0A65F7FDD7E9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146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3FE82CB-3DC4-4628-90EF-BFF3D60C7587}"/>
              </a:ext>
            </a:extLst>
          </p:cNvPr>
          <p:cNvSpPr/>
          <p:nvPr/>
        </p:nvSpPr>
        <p:spPr>
          <a:xfrm>
            <a:off x="1219200" y="2778125"/>
            <a:ext cx="9387840" cy="2199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答：</a:t>
            </a:r>
            <a:r>
              <a:rPr lang="zh-CN" altLang="zh-CN" sz="2400" dirty="0">
                <a:cs typeface="Times New Roman" panose="02020603050405020304" pitchFamily="18" charset="0"/>
              </a:rPr>
              <a:t>解决</a:t>
            </a:r>
            <a:r>
              <a:rPr lang="en-US" altLang="zh-CN" sz="2400" dirty="0">
                <a:cs typeface="Times New Roman" panose="02020603050405020304" pitchFamily="18" charset="0"/>
              </a:rPr>
              <a:t>/</a:t>
            </a:r>
            <a:r>
              <a:rPr lang="zh-CN" altLang="zh-CN" sz="2400" dirty="0">
                <a:cs typeface="Times New Roman" panose="02020603050405020304" pitchFamily="18" charset="0"/>
              </a:rPr>
              <a:t>处理死锁的方法有预防死锁、避免死锁、检测和解除死锁，其中预防死锁方法由于所施加的限制条件过于严格，会导致系统资源利用率和系统吞吐量降低</a:t>
            </a:r>
            <a:r>
              <a:rPr lang="zh-CN" altLang="en-US" sz="2400" dirty="0">
                <a:cs typeface="Times New Roman" panose="02020603050405020304" pitchFamily="18" charset="0"/>
              </a:rPr>
              <a:t>，</a:t>
            </a:r>
            <a:r>
              <a:rPr lang="zh-CN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资源利用率最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低。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1283E2-497D-4820-99C8-BA8D873596C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>
              <a:spcAft>
                <a:spcPts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死锁问题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几个方法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哪种方法资源利用率最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976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F4135AA-98BB-460C-81B8-0DDC0372278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不会产生内部碎片的存储管理是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（）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2AC511-9C73-4C4D-9034-8BE8A3977F4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分页式存储管理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0232AD-0C60-41E3-A59F-BDBAD813861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分段式存储管理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FDB432-AC1E-4E2A-BA04-D730E51B382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>
                <a:ea typeface="宋体" panose="02010600030101010101" pitchFamily="2" charset="-122"/>
                <a:cs typeface="Times New Roman" panose="02020603050405020304" pitchFamily="18" charset="0"/>
              </a:rPr>
              <a:t>固定分区式存储管理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38DD24-EBFF-4E37-9320-BB177307767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段页式存储管理</a:t>
            </a:r>
            <a:endParaRPr lang="zh-CN" altLang="en-US" sz="28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0967E17-42FC-4581-A865-44548F4AB67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512B747-270B-476C-9EDA-2BC330C5E5D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16061F-5B70-47A7-999F-CE99BF9B728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0806B4B-12A9-4C00-9D65-787BA6CAF7C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ABDCCE9-7E05-428A-9BED-9C05A031C96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F7141BC-774D-4AAB-9B11-24423BD765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5CF9D335-6587-4375-B513-7D9FE608E56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E6B05459-A496-49C0-9BB3-87C8891A8B2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228E18A6-F1B9-4FA8-B295-321782407E9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0B7D7D8-AC0B-4FE6-A969-A5F71B44B23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0272EDF-61F2-4262-A21A-A75A8FFE4F3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916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E0627C-DC47-4235-B801-B7BEE7A0C07A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960120"/>
                <a:ext cx="9753600" cy="37155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某计算机采用二级页表的分页存储管理方式，按字节编址，页大小为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，页表项大小为</a:t>
                </a:r>
                <a:r>
                  <a:rPr lang="en-US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2B</a:t>
                </a:r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，逻辑地址结构为</a:t>
                </a:r>
                <a:endParaRPr lang="en-US" altLang="zh-CN" sz="28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逻辑地址空间大小为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zh-CN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页，则表示整个逻辑地址空间的页目录表中包含表项的个数至少是</a:t>
                </a:r>
                <a:r>
                  <a:rPr lang="en-US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 ).  (</a:t>
                </a:r>
                <a:r>
                  <a:rPr lang="zh-CN" altLang="en-US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页表放在一个页内</a:t>
                </a:r>
                <a:r>
                  <a:rPr lang="en-US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sz="20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E0627C-DC47-4235-B801-B7BEE7A0C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219200" y="960120"/>
                <a:ext cx="9753600" cy="3715544"/>
              </a:xfrm>
              <a:prstGeom prst="rect">
                <a:avLst/>
              </a:prstGeom>
              <a:blipFill>
                <a:blip r:embed="rId20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CAB347C-51DF-4486-B567-536E8CFF5F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3668200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6AFC93-DA85-4628-8252-1326BF22B4C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4433335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9B52A9-EA5F-48C4-B0ED-44A5E520A3E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510299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256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63C994-592F-4895-B7CD-BE717F28B4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96024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512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833A6DA-BD4A-4062-B51E-6A7BE0FBEA5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3249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9DC7D49-374C-4BBD-B189-283DF89DC48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48216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7AABF7C-D1AD-4F69-B335-C317388220A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16728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BB4651-9586-4A4D-8A95-5F150C30FC5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602453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CA19DD9-D0FD-4463-A4B8-B08768CAF1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31A036E-19E5-4C83-A989-20FFD3B9EB99}"/>
              </a:ext>
            </a:extLst>
          </p:cNvPr>
          <p:cNvPicPr/>
          <p:nvPr/>
        </p:nvPicPr>
        <p:blipFill>
          <a:blip r:embed="rId21"/>
          <a:stretch>
            <a:fillRect/>
          </a:stretch>
        </p:blipFill>
        <p:spPr>
          <a:xfrm>
            <a:off x="3184972" y="2079387"/>
            <a:ext cx="4850989" cy="66421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F8BAE93A-1100-4502-A66F-736153CC3B6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6F37ADB-0E69-4E68-AC2A-A407F86AC61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49EA988-5099-4EE3-8C2B-D1BAAF2568F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693DCD6-0A92-4FCE-B384-D0C544E6151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64301DC3-B3A2-45F5-8674-94C0D041ED6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206FAC9-C7AB-4E03-B42D-FE3D0DD60D9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846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312430-89A1-4D8C-A863-389CDDBD84AA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66165" y="422241"/>
                <a:ext cx="9753600" cy="37155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某计算机采用二级页表的分页存储管理方式，按字节编址，页大小为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，页表项大小为</a:t>
                </a:r>
                <a:r>
                  <a:rPr lang="en-US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2B</a:t>
                </a:r>
                <a:r>
                  <a:rPr lang="zh-CN" altLang="zh-CN" sz="28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，逻辑地址结构为</a:t>
                </a:r>
                <a:endParaRPr lang="en-US" altLang="zh-CN" sz="28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逻辑地址空间大小为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zh-CN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页，则表示整个逻辑地址空间的页目录表中包含表项的个数至少是</a:t>
                </a:r>
                <a:r>
                  <a:rPr lang="en-US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 ).  (</a:t>
                </a:r>
                <a:r>
                  <a:rPr lang="zh-CN" altLang="en-US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页表放在一个页内</a:t>
                </a:r>
                <a:r>
                  <a:rPr lang="en-US" altLang="zh-CN" sz="2800" kern="100" dirty="0"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sz="20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312430-89A1-4D8C-A863-389CDDBD8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466165" y="422241"/>
                <a:ext cx="9753600" cy="3715544"/>
              </a:xfrm>
              <a:prstGeom prst="rect">
                <a:avLst/>
              </a:prstGeom>
              <a:blipFill>
                <a:blip r:embed="rId20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78F494D5-35B4-4E3F-8CE7-1534F87213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685365" y="301198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A93F0D-57CB-4819-B768-DDAD2962D3C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85365" y="377711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343F9D-D275-4BF8-8ABC-0E3B6007B06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85365" y="444677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256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68914D-3ED8-4EB6-B353-21AFD81C3C8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85365" y="530402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512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A8CD24F-85D6-46B2-AED5-5EAB2CAB416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18590" y="307627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B7B907C-10FC-43F8-9EA7-D3AE6642294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18590" y="382594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86DE67D-921C-40CA-89E3-CD42845F4ED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818590" y="451107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A725A2A-66EC-4F78-8674-0163E93A468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18590" y="536832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A9431F0-A4A7-4398-8BC7-0CD759F28370}"/>
              </a:ext>
            </a:extLst>
          </p:cNvPr>
          <p:cNvPicPr/>
          <p:nvPr/>
        </p:nvPicPr>
        <p:blipFill>
          <a:blip r:embed="rId21"/>
          <a:stretch>
            <a:fillRect/>
          </a:stretch>
        </p:blipFill>
        <p:spPr>
          <a:xfrm>
            <a:off x="2431937" y="1423170"/>
            <a:ext cx="4850989" cy="6642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E75500D-8E6C-41FD-A64E-71BC187D9A43}"/>
                  </a:ext>
                </a:extLst>
              </p:cNvPr>
              <p:cNvSpPr/>
              <p:nvPr/>
            </p:nvSpPr>
            <p:spPr>
              <a:xfrm>
                <a:off x="3889673" y="3882545"/>
                <a:ext cx="7483737" cy="2285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页大小为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𝟏𝟎</m:t>
                        </m:r>
                      </m:sup>
                    </m:sSup>
                  </m:oMath>
                </a14:m>
                <a:r>
                  <a:rPr lang="en-US" altLang="zh-CN" sz="2800" b="1" kern="100" dirty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，页表项大小为</a:t>
                </a:r>
                <a:r>
                  <a:rPr lang="en-US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2B</a:t>
                </a:r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，因此一页可以存放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个页表项，逻辑地址空间大小为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𝟏𝟔</m:t>
                        </m:r>
                      </m:sup>
                    </m:sSup>
                  </m:oMath>
                </a14:m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页，即共需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𝟏𝟔</m:t>
                        </m:r>
                      </m:sup>
                    </m:sSup>
                  </m:oMath>
                </a14:m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个页表项，因此需要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𝟏𝟔</m:t>
                        </m:r>
                      </m:sup>
                    </m:sSup>
                    <m:r>
                      <a:rPr lang="en-US" altLang="zh-CN" sz="28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US" altLang="zh-CN" sz="2800" b="1" kern="100" dirty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altLang="zh-CN" sz="2800" b="1" kern="100" dirty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= 128</a:t>
                </a:r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个页面保存页表项，即页目录表中包含表项的个数至少是</a:t>
                </a:r>
                <a:r>
                  <a:rPr lang="en-US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128</a:t>
                </a:r>
                <a:r>
                  <a:rPr lang="zh-CN" altLang="zh-CN" sz="2800" b="1" kern="100" dirty="0">
                    <a:solidFill>
                      <a:srgbClr val="FF0000"/>
                    </a:solidFill>
                    <a:latin typeface="等线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800" b="1" kern="100" dirty="0">
                  <a:solidFill>
                    <a:srgbClr val="FF0000"/>
                  </a:solidFill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E75500D-8E6C-41FD-A64E-71BC187D9A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73" y="3882545"/>
                <a:ext cx="7483737" cy="2285754"/>
              </a:xfrm>
              <a:prstGeom prst="rect">
                <a:avLst/>
              </a:prstGeom>
              <a:blipFill>
                <a:blip r:embed="rId22"/>
                <a:stretch>
                  <a:fillRect l="-1629" t="-3733" r="-1629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C7136F8-007A-4BF2-9289-DD3187CEDD2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F43DE77-00D3-464A-A51C-C2CA9BD4946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1" name="TitleBackground">
              <a:extLst>
                <a:ext uri="{FF2B5EF4-FFF2-40B4-BE49-F238E27FC236}">
                  <a16:creationId xmlns:a16="http://schemas.microsoft.com/office/drawing/2014/main" id="{DFB6ACA0-2039-4156-86BF-BC411651B51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ColorBlock">
              <a:extLst>
                <a:ext uri="{FF2B5EF4-FFF2-40B4-BE49-F238E27FC236}">
                  <a16:creationId xmlns:a16="http://schemas.microsoft.com/office/drawing/2014/main" id="{9497E86C-D099-4911-A8A4-270C513A69E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TypeText">
              <a:extLst>
                <a:ext uri="{FF2B5EF4-FFF2-40B4-BE49-F238E27FC236}">
                  <a16:creationId xmlns:a16="http://schemas.microsoft.com/office/drawing/2014/main" id="{5A178C91-20A8-4E75-967D-9A84C94BBF9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4" name="TipText">
              <a:extLst>
                <a:ext uri="{FF2B5EF4-FFF2-40B4-BE49-F238E27FC236}">
                  <a16:creationId xmlns:a16="http://schemas.microsoft.com/office/drawing/2014/main" id="{E4D920C3-E822-4A3E-B2AC-442364E93FC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5EC86612-CD82-4404-9BDC-329B23DAF54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386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D0FFC8E-5917-4AFD-9BC5-F8E5CA1153C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以下不适合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随机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存取的外存分配方式是（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A2CAC8-04B0-45D7-ADCB-04D157F95A9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连续分配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B29273-6C99-4548-9AC6-1353DA77A60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链接分配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6D5755-8F50-48EA-829A-B3859380AA0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索引分配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A76E80-4200-4DA3-B149-F99A4F53A6A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以上答案都适合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329D398-9CC3-4250-806D-0675B61ED5D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7E68767-9E84-45A8-8667-E5E3CE90962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3299670-638B-4D56-8C44-DD090AAEDE3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8D7859C-A7F8-406A-8FF6-06022EAC975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FBB51DA-EB96-46AA-A1C2-89251521466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8F4B190-287E-4ECA-A891-BCA10475A958}"/>
              </a:ext>
            </a:extLst>
          </p:cNvPr>
          <p:cNvSpPr/>
          <p:nvPr/>
        </p:nvSpPr>
        <p:spPr>
          <a:xfrm>
            <a:off x="5311170" y="32443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6061FA6-FBE0-417B-A5EC-0C1434A7601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7F6E5827-FC58-44C2-B8B3-4753761497F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DBEC4D9D-DE59-49D8-BE28-16A70C4025B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EDE3B12-C5DC-4E2D-9573-03F1400512F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58C5AC1C-DFB4-411B-88D8-93A01D23C39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8CF4C7F-CD69-43DA-859D-42D163B9406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94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BC3865FB-38D4-418B-909B-8AC67B8285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以下不适合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随机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存取的外存分配方式是（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74FB9F-BECC-418C-A3E5-17031F30177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连续分配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en-US" sz="2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D6CABD-58E0-4FD6-B7E2-4101276E371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链接分配</a:t>
            </a:r>
            <a:endParaRPr lang="zh-CN" altLang="en-US" sz="28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B69198-B93E-4671-9ACF-9099582FF4A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索引分配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B4DAEB-CC6E-4BA7-A274-17995EA2B4F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以上答案都适合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6EA65BE-8B90-4BD0-958C-C43DE9063E5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26D47E1-B54D-4DEB-90D7-A03DBA93F18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0DAD96FA-A0DA-43B8-990C-6FD50BB0257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B095F26-38A2-4EF4-92B3-BAE9BDDE590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AFEA0E1-3D7E-401F-B6B3-E6D54DE043DF}"/>
              </a:ext>
            </a:extLst>
          </p:cNvPr>
          <p:cNvSpPr/>
          <p:nvPr/>
        </p:nvSpPr>
        <p:spPr>
          <a:xfrm>
            <a:off x="5311170" y="32443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D071A3A-F691-4A5A-9C59-0886A47B040C}"/>
              </a:ext>
            </a:extLst>
          </p:cNvPr>
          <p:cNvSpPr/>
          <p:nvPr/>
        </p:nvSpPr>
        <p:spPr>
          <a:xfrm>
            <a:off x="5096018" y="302592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8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采用连续分配和索引分配的文件都适合于</a:t>
            </a: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</a:t>
            </a:r>
            <a:r>
              <a:rPr lang="zh-CN" altLang="zh-CN" sz="28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存取方式，只有采用链接分配的文件不具有随机存取特性。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63DAE0C-FEBE-4BBE-962B-986501352B2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163F6CC-9E07-40B2-AF53-0A550B136F5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6" name="TitleBackground">
              <a:extLst>
                <a:ext uri="{FF2B5EF4-FFF2-40B4-BE49-F238E27FC236}">
                  <a16:creationId xmlns:a16="http://schemas.microsoft.com/office/drawing/2014/main" id="{AE97EAD5-337D-4D96-99D6-DDB2BC644C0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ColorBlock">
              <a:extLst>
                <a:ext uri="{FF2B5EF4-FFF2-40B4-BE49-F238E27FC236}">
                  <a16:creationId xmlns:a16="http://schemas.microsoft.com/office/drawing/2014/main" id="{D47AAF35-C982-4EFD-A91A-82CD3F25C76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TypeText">
              <a:extLst>
                <a:ext uri="{FF2B5EF4-FFF2-40B4-BE49-F238E27FC236}">
                  <a16:creationId xmlns:a16="http://schemas.microsoft.com/office/drawing/2014/main" id="{AF8F09EC-E9C4-417B-B9F9-D0F37E4746F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39" name="TipText">
              <a:extLst>
                <a:ext uri="{FF2B5EF4-FFF2-40B4-BE49-F238E27FC236}">
                  <a16:creationId xmlns:a16="http://schemas.microsoft.com/office/drawing/2014/main" id="{F9199E8B-D9EF-4AB7-9C09-318756D0A4A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011017F7-DDAA-4DA8-B3F8-20FF4324543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942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03D4E13-ED56-4785-AFA9-D788AB5AF7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>
              <a:spcAft>
                <a:spcPts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有哪几种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控制方式？各适用于何种场合？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CB3E695-C497-43A9-8C28-7EC40717C7C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20106E-5324-4A3A-8D45-1E229619FE8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0A6432F-9F3C-4BF9-B08C-49DA026A039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24C1BD8-1237-4516-8D36-FE4C9F3CC59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6B83D76-27B4-4AC8-8D2D-72B858F9D2E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9C5030C8-864D-4579-AB1D-5CEC688FFD2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F777749-4923-419A-9297-0E08158A9C3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061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046B3E-0A2D-44FD-BC6F-66B9C6C7B02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>
              <a:spcAft>
                <a:spcPts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有哪几种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控制方式？各适用于何种场合？</a:t>
            </a:r>
            <a:endParaRPr lang="en-US" altLang="zh-CN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spcAft>
                <a:spcPts val="0"/>
              </a:spcAft>
            </a:pPr>
            <a:endParaRPr lang="en-US" altLang="zh-CN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spcAft>
                <a:spcPts val="0"/>
              </a:spcAft>
            </a:pPr>
            <a:endParaRPr lang="en-US" altLang="zh-CN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spcAft>
                <a:spcPts val="0"/>
              </a:spcAft>
            </a:pP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6D617E-F0FE-414B-BC48-83803A080F2F}"/>
              </a:ext>
            </a:extLst>
          </p:cNvPr>
          <p:cNvSpPr/>
          <p:nvPr/>
        </p:nvSpPr>
        <p:spPr>
          <a:xfrm>
            <a:off x="482301" y="1620500"/>
            <a:ext cx="11227397" cy="3599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控制方式：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方式、中断驱动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控制方式、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DMA 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控制方式。</a:t>
            </a:r>
            <a:endParaRPr lang="en-US" altLang="zh-CN" sz="2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CN" sz="2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方式适用于早期的计算机系统中，并且是无中断的计算机系统；</a:t>
            </a:r>
            <a:endParaRPr lang="en-US" altLang="zh-CN" sz="2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(2)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中断驱动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控制方式是普遍用于现代的计算机系统中；</a:t>
            </a:r>
            <a:endParaRPr lang="en-US" altLang="zh-CN" sz="2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(3)DMA 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控制方式适用于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设备为块设备时在和主机进行数据交换的一种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I/0</a:t>
            </a:r>
            <a:r>
              <a:rPr lang="zh-CN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控制方式；</a:t>
            </a:r>
          </a:p>
        </p:txBody>
      </p:sp>
    </p:spTree>
    <p:extLst>
      <p:ext uri="{BB962C8B-B14F-4D97-AF65-F5344CB8AC3E}">
        <p14:creationId xmlns:p14="http://schemas.microsoft.com/office/powerpoint/2010/main" val="82452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62E023B-952F-465C-AAF2-13C66F4B7FC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22381" y="1234599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一个典型的文本打印页面有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行，每行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个字符，假定一台标准的打印机每分钟能打印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页，向打印机的输出寄存器中写一个字符的时间很短，可忽略不计。若每打印一个字符都需要花费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50us 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的中断处理时间（包括所有服务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，使用中断驱动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IO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方式运行这台打印机，中断的系统开销占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的百分比为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 ).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4FA12F-17B5-4E19-90CF-1630BA74248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364667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06CF9B-81AE-4112-82A5-95648DD96C5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450392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C499D2-2981-4F27-BC68-83CD90BF6F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536117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F4640C-0037-495E-B7C9-4765EAE25F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621842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50%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5786808-6277-473D-8F89-3169D082422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1096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E818CD3-953E-4C51-BB25-BAB3AC38E09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821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F8DE2F0-3760-47DA-8147-CE9DBDDF02D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546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4FC2AC9-D058-4EFF-A710-6E928650569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628271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E9E6877-A831-43A7-A949-20605C632BA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D9D28F-8864-4812-882A-3492DD9E911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AFC3463-6340-4B6E-9B61-51DE73D2C02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2342841-B6CF-4965-B7D6-335D6B5AB00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8B84ABB-54DA-407D-9A07-9DC4D1F0694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AB6F4209-BC40-4059-B410-9B4771116B5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A4192DD-8582-468E-9113-8D696C06ECC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839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86DC3E-FBBE-422A-9795-7ECB97E783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89000" y="12065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一个典型的文本打印页面有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行，每行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个字符，假定一台标准的打印机每分钟能打印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页，向打印机的输出寄存器中写一个字符的时间很短，可忽略不计。若每打印一个字符都需要花费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50us 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的中断处理时间（包括所有服务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，使用中断驱动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IO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方式运行这台打印机，中断的系统开销占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的百分比为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 ).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61FBE0-1F27-478D-BD38-1B50B9EF30F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205019" y="361857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D22568-C869-4A93-B40B-45B1971C943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05019" y="447582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E61CDD-EA50-4474-8BB3-B9E87540093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05019" y="533307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48226D-8D7F-4E33-9E1A-E6362A850F2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205019" y="619032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50%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10595E1-2B7F-45AA-AC8E-BF3343A9BF3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338244" y="368287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C670980-7393-4A66-9E00-4C45E2A9265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338244" y="45401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0062081-4C33-47EB-A4BE-A1696E10AF7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338244" y="539737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0751D0F-9CFC-4D29-9228-73345DDC928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338244" y="62546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F79C0C-CAD2-4CCD-BA7B-3C55FB4620F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597296D-0139-48BA-A031-F9990F2DD442}"/>
              </a:ext>
            </a:extLst>
          </p:cNvPr>
          <p:cNvSpPr/>
          <p:nvPr/>
        </p:nvSpPr>
        <p:spPr>
          <a:xfrm>
            <a:off x="3951641" y="3595385"/>
            <a:ext cx="77204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这台打印机每分钟打印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50×80×6=24000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个字符，即每秒打印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400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个字符。每个字符打印中断需要占用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时间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50us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，所以每秒用于中断的系统开销为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400×50us =20ms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。若使用中断驱动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剩余的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980ms 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可用于其他处理，中断的开销占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2%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。因此，使用中断驱动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IO</a:t>
            </a:r>
            <a:r>
              <a:rPr lang="zh-CN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方式运行这台打印机是有意义的。</a:t>
            </a:r>
            <a:endParaRPr lang="zh-CN" altLang="zh-CN" sz="24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4C27B7A-F6B9-405E-BF43-C695487E084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15179AE1-877D-47CF-8259-7389575E42B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4FEFCBD4-29F6-473F-9F16-8F8899ADB10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957EEE3F-2E88-4116-9EE6-B076021A317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1DDBCE68-B398-4C0A-8D2F-597846F3CC40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01D79332-FE06-40CF-8583-67C6A1B0AB6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F6564F7-DC50-44C8-8CF6-B859D596735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9935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E4276B-A046-4D54-B36E-ED5E3E6C5F3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>
              <a:spcBef>
                <a:spcPts val="750"/>
              </a:spcBef>
              <a:spcAft>
                <a:spcPts val="75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为什么要引入交换技术？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处理内存不足的技术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可分为哪几种类型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?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F675D2E-5376-44B5-BE74-D81BB68A27A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1FE8FD-01C4-4F09-92C4-E38B90F6D63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95A4424F-589E-4B61-8647-003651146B9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373B6615-2050-4A97-9D0B-13380A2316E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3FCD0E76-4792-4E75-B6CB-47C404DDEF0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8A6BECBC-5AE7-49C6-9812-71AC07E9F1C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200CF2F-EBAE-4BAF-982F-92D7B0B69DC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0903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DBFE88-C9A9-4217-ADCF-05ED05FDD95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>
              <a:spcBef>
                <a:spcPts val="750"/>
              </a:spcBef>
              <a:spcAft>
                <a:spcPts val="75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为什么要引入交换技术？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处理内存不足的技术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可分为哪几种类型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?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5C8383-F26C-49B7-B509-C10CBD2921DE}"/>
              </a:ext>
            </a:extLst>
          </p:cNvPr>
          <p:cNvSpPr/>
          <p:nvPr/>
        </p:nvSpPr>
        <p:spPr>
          <a:xfrm>
            <a:off x="638287" y="2484220"/>
            <a:ext cx="10538908" cy="373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在多道环境下，一方面，在内存中的某些进程由于某事件尚未发生而被阻塞，但它却占用了大量的内存空间，甚至有时可能出现在内存中所有进程都被阻塞而迫使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CPU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停止下来等待的情况；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另一方面，却又有着许多作业在外存上等待，因无内存而不能进入内存运行的情况。显然这对系统资源是一种严重的浪费，且使系统吞吐量下降。为了解决这一问题，在操作系统中引入了对换（也称交换）技术。</a:t>
            </a:r>
            <a:endParaRPr lang="en-US" altLang="zh-CN" sz="20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可以将整个进程换入、换出，也可以将进程的一部分（页、段）换入、换出。前者主要用于缓解目前系统中内存的不足，后者主要用于实现虚拟存储。</a:t>
            </a:r>
            <a:endParaRPr lang="zh-CN" altLang="en-US" sz="20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4611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A40DA7-F052-4905-8BC6-915BE5B4B23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57836" y="1393031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系统将数据从磁盘读到内存的过程包括以下操作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①DMA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控制器发出中断请求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初始化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DMA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控制器并启动磁盘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从磁盘传输一块数据到内存缓冲区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执行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“DMA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结束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中断服务程序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正确的执行顺序是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 ).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54053F-66D1-4B7F-B38D-A2600EAF023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378652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A4E725-3BEE-42F4-80DE-72C445EB0F0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454695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D7535B-5941-4BC7-B2EE-ECB7F78D29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532890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③-④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99C48B-4957-4368-B3AB-3FDF503984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618615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zh-CN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F150181-661A-472F-8BFC-265E4715F95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85082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D546043-8945-4560-9189-748D64DC046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611251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2AACF7F-5CB7-4373-B9B2-186FD56F5C8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39319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B6A0D73-2595-4BC8-88EE-B56786B755D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625044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9CB12EE-CE1D-49E1-B1A7-2FA1A2D915F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5CA8EC9-A4A1-45A5-981F-E310B602A8B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E10CEA0-745C-498D-817D-2B283C152DC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F281909-ED50-4893-8987-B14391C3105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B8B9F6F-613F-414E-87BA-B2E1C2548B1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15B0BC72-24DA-48F7-A0C6-F09282248B5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999A385-814D-45B1-A3EB-3F318DE18AC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8657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63A8F4-028D-49CD-85CA-098AC570C96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在中断发生后，进入中断处理的程序属于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  ).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9F5ECB-B485-46AB-9412-5B1A0339CF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用户程序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FF5095-8FD0-4EB6-8865-20894C7C2C7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可能是用户程序，也可能是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05BF9A-0DD1-4117-AA45-FFB11F12103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操作系统程序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288EF0-6B90-414E-AC52-BB03D9F0592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单独的程序，即不是用户程序也不是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zh-CN" altLang="en-US" sz="28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6983C62-6E73-40DE-BDC2-8D553D74D93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3D89D1A-29E9-4AD8-A170-E1C0F9EC31D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93A3276-0F86-4F3A-92F7-5EDBB7D8C3D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14BDA21-7D2B-4DD6-B6ED-20BF4E6850D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9664BB4-122B-4FD8-8C3F-47682B30D09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92C97A4-28B5-4C45-8EBB-6D5154585A5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0DFE2F6-F169-44EF-BBD2-6A1330EF75F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A2E394E-AAEB-46E0-8565-C08F4DE98DF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4A868DE-E3DF-4B62-8C27-0A85BBF48E3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A5547AD7-0FD4-4DA5-BAEE-D1A94EEE5D8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F4C8D1C-C30D-4561-95DB-376DCDE7D60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6636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708CD7-B9FB-41ED-810A-BD50D0D1E5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分区存储管理中常采用哪些分配策略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比较它们的优缺点。</a:t>
            </a:r>
            <a:endParaRPr lang="zh-CN" altLang="en-US" sz="28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477269B-3BCF-4584-99DD-35ED2BE6FF4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A74A33E-5712-46F3-9594-534A0769AFE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EF1D4C0-2498-4DFA-AF1C-A1E904558F1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649676EF-39F4-491D-8CB3-04148ACBB38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AB433E9E-E905-479D-A5BE-FBCB1365920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9AA29CA-D35A-4F68-A2CF-8928FF5BC8A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AA56FB6-9CDD-4078-838E-0F78C7129F0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620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708CD7-B9FB-41ED-810A-BD50D0D1E5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分区存储管理中常采用哪些分配策略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比较它们的优缺点。</a:t>
            </a:r>
            <a:endParaRPr lang="zh-CN" altLang="en-US" sz="28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477269B-3BCF-4584-99DD-35ED2BE6FF4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83F979-380C-4104-A1D7-EC01496A2575}"/>
              </a:ext>
            </a:extLst>
          </p:cNvPr>
          <p:cNvSpPr/>
          <p:nvPr/>
        </p:nvSpPr>
        <p:spPr>
          <a:xfrm>
            <a:off x="982531" y="2438777"/>
            <a:ext cx="1056042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分区存储管理中常采用的分配策略有：首次适应算法、循环首次适应算法、最佳适应算法、最坏适应算法。</a:t>
            </a:r>
            <a:b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次适应算法的优缺点：保留了高址部分的大空闲区，有利于后到来的大型作业的分配；低址部分不断被划分，留下许多难以利用的、小的空闲区，且每次分区分配查找时都是从低址部分开始，会增加查找时的系统开销。</a:t>
            </a:r>
            <a:b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循环首次适应算法的优缺点：使内存中的空闲分区分布得更为均匀，减少了查找时的系统开销；缺乏大的空闲分区，从而导致不能装入大型作业。</a:t>
            </a:r>
            <a:b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最佳适应算法的优缺点：每次分配给文件的都是最适合该文件大小的分区；内存中留下许多难以利用的小的空闲区。</a:t>
            </a:r>
            <a:b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最坏适应算法的优缺点：给文件分配分区后剩下的的空闲区不至于太小，产生碎片的几率最小，对中小型文件分配分区操作有利；使存储器中缺乏大的空闲区，对大型文件的分区分配不利</a:t>
            </a:r>
            <a:endParaRPr lang="zh-CN" altLang="zh-CN" sz="14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A74A33E-5712-46F3-9594-534A0769AFE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EF1D4C0-2498-4DFA-AF1C-A1E904558F1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649676EF-39F4-491D-8CB3-04148ACBB38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AB433E9E-E905-479D-A5BE-FBCB1365920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9AA29CA-D35A-4F68-A2CF-8928FF5BC8A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AA56FB6-9CDD-4078-838E-0F78C7129F0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9344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9C9EA7D-9B5E-4E26-8D3E-ABCF8B2B93C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pic>
        <p:nvPicPr>
          <p:cNvPr id="5123" name="图片 2">
            <a:extLst>
              <a:ext uri="{FF2B5EF4-FFF2-40B4-BE49-F238E27FC236}">
                <a16:creationId xmlns:a16="http://schemas.microsoft.com/office/drawing/2014/main" id="{80370C6E-F96E-457E-99D1-0F3C40C2E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34" y="1717982"/>
            <a:ext cx="5447277" cy="67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图片 4">
            <a:extLst>
              <a:ext uri="{FF2B5EF4-FFF2-40B4-BE49-F238E27FC236}">
                <a16:creationId xmlns:a16="http://schemas.microsoft.com/office/drawing/2014/main" id="{04A4ABCC-30E5-4C2B-A58F-1A6A0ACF5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48" y="2957420"/>
            <a:ext cx="7391997" cy="73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图片 5">
            <a:extLst>
              <a:ext uri="{FF2B5EF4-FFF2-40B4-BE49-F238E27FC236}">
                <a16:creationId xmlns:a16="http://schemas.microsoft.com/office/drawing/2014/main" id="{755978B0-CE82-49E8-81D5-E236B59E0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121" y="5141680"/>
            <a:ext cx="5077543" cy="173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F7DF43F1-FF39-42E0-A06F-932A89514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95" y="986789"/>
            <a:ext cx="10828605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某计算机主存按字节编址，逻辑地址和物理地址都是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位，页表项大小为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。请回答下列问题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若使用一级页表的分页存储管理方式，逻辑地址结构为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2BB0C97E-042B-4F36-8245-FCCB163A3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93" y="2304837"/>
            <a:ext cx="672491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则页的大小是多少字节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页表最大占用多少字节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）若使用二级页表的分页存储管理方式，逻辑地址结构为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02B490E-F660-4F5A-91C0-4F5A5ADBA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53" y="3634081"/>
            <a:ext cx="1159804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设逻辑地址为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，请分别给出其对应的页目录号和页表索引的表达式。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）采用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中的分页存储管理方式，一个代码段的起始逻辑地址为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0000 8000H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，其长度为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 KB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被装载到从物理地址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0090 0000H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开始的连续主存空间中。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页表从主存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0020 0000H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开始的物理地址处连续存放，如下图所示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地址大小自下向上递增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请计算出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该代码段对应的两个页表项的物理地址、这两个页表项中的页框号，以及代码页面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的起始物理地址。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F9F37A14-761E-48D5-8C74-9AA496678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704" y="49310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C3401D9-1EE2-4B73-86B6-41925174165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194C70C-A127-4E0C-8AFE-A6D97F65CA8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18C532F4-8A6A-443C-821F-85BF421D18F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048F934-25D5-4EDE-9C17-EABD4D3AC71F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B2A5C66F-27F4-44C3-8BE7-2F964E424A1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603F28E-C096-486D-B3AE-D014D3894A2F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4255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4FFF1C2-4015-4ACC-8939-405DFDB81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337" y="874455"/>
            <a:ext cx="1121332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答：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因为主存按字节编址，页内偏移量是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位，所以页大小为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212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B=4KB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页表项数为</a:t>
            </a:r>
            <a:r>
              <a:rPr lang="en-US" altLang="zh-CN" sz="2000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2^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，因此该一级页表最大为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2^20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x4B= 4MB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页目录号可表示为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(((unsigned int)(LA))&gt;&gt;22) &amp; 0x3FF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页表索引可表示为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((unsigned int)(LA))&gt;&gt;12) &amp; 0x3FF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代码页面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的逻辑地址为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0000 8000H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，表明其位于第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个页处，对应页表中的第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个页表项，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所以第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个页表项的物理地址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页表始址＋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8×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页表项的字节数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=0020 0000H +8×4 = 0020 0020H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由此可得如下图所示的答案。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pic>
        <p:nvPicPr>
          <p:cNvPr id="6145" name="图片 6">
            <a:extLst>
              <a:ext uri="{FF2B5EF4-FFF2-40B4-BE49-F238E27FC236}">
                <a16:creationId xmlns:a16="http://schemas.microsoft.com/office/drawing/2014/main" id="{ED5E4028-C8A3-41D9-A112-9700F6211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71" y="3723939"/>
            <a:ext cx="6864774" cy="241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328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F4CCFF79-EC3C-41A5-854A-5BC9906E52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AB75D32-12A4-483B-ACB1-4BEC703E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73" y="605089"/>
            <a:ext cx="1108508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某个文件系统中，外存为硬盘。物理块大小为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512B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，有文件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598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条记录，每条记录占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255B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每个物理块放⒉条记录。文件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所在的目录如下图所示。文件目录采用多级树形目录结构，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由根目录结点、作为目录文件的中间结点和作为信息文件的树叶组成，每个目录项占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127B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每个物理块放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个目录项，根目录的第一块常驻内存。试问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图片 7">
            <a:extLst>
              <a:ext uri="{FF2B5EF4-FFF2-40B4-BE49-F238E27FC236}">
                <a16:creationId xmlns:a16="http://schemas.microsoft.com/office/drawing/2014/main" id="{E954DC62-5C35-486D-A9BF-D059B0CD4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" y="1988791"/>
            <a:ext cx="409575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060594B4-A878-4564-A0ED-61EB1D85C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88" y="4416337"/>
            <a:ext cx="9674443" cy="141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）若文件的物理结构采用链式存储方式，链指针地址占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2B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，则要将文件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读入内存，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至少需要存取几次硬盘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）若文件为连续文件，则要读文件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的第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487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条记录至少要存取几次硬盘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3B883E6-D52B-455F-86A0-BB2C6DDD079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0C96A66-4222-4507-9151-134991DD1DD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BEC3472B-0CBF-426E-A7C9-CED9376234D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B6D7467-A658-48BE-9143-6FAADC9B133A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1EAB5938-EBA2-4B6A-8DDA-D07524371E3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ED8BD48-A886-4C0E-BCF5-ED7AFEBBB417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8639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599EC45-09F1-4968-8DA1-6577B2DD2574}"/>
              </a:ext>
            </a:extLst>
          </p:cNvPr>
          <p:cNvSpPr/>
          <p:nvPr/>
        </p:nvSpPr>
        <p:spPr>
          <a:xfrm>
            <a:off x="1488141" y="412499"/>
            <a:ext cx="84304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答：</a:t>
            </a:r>
            <a:endParaRPr lang="zh-CN" altLang="zh-CN" sz="14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由于根目录的第一块常驻内存（即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root 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所指的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/bin, /dev, </a:t>
            </a:r>
            <a:r>
              <a:rPr lang="en-US" altLang="zh-CN" kern="100" dirty="0" err="1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letc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/boot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等可直接获得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，根目录找到文件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次读盘。由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255×2+2=512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可知，一个物理块在链式存储结构下可放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条记录及下一个物理块地址，而文件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共有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598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条记录，因此读取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的所有记录所需的读盘次数为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598/2=299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，所以将文件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读到内存至少需读盘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299+ 5=304 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次。</a:t>
            </a:r>
            <a:endParaRPr lang="zh-CN" altLang="zh-CN" sz="14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当文件为连续文件时，找到文件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同样需要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次读盘，且知道文件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的地址后通过计算只需一次读盘即可读出第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487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条记录，所以至少需要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5+1=6</a:t>
            </a:r>
            <a:r>
              <a:rPr lang="zh-CN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次读盘。</a:t>
            </a:r>
            <a:endParaRPr lang="zh-CN" altLang="zh-CN" sz="14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942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B2021CA8-A6A4-4066-82E6-09AE6E1F86A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3D9216-D17A-479E-B530-AA83CB10DBEB}"/>
              </a:ext>
            </a:extLst>
          </p:cNvPr>
          <p:cNvSpPr/>
          <p:nvPr/>
        </p:nvSpPr>
        <p:spPr>
          <a:xfrm>
            <a:off x="1206500" y="1241667"/>
            <a:ext cx="9647966" cy="188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假定一个盘组共有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个柱面，每个柱面上有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个磁道，每个磁道分成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个扇区。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整个磁盘空间共有多少个存储块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）若用字长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位的单元来构造位示图，共需要多少个字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）位示图中第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个字的第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位对应的块号是多少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AFAFCDF-C9EE-4A07-922D-1591771A152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092BA2A7-3F04-45FF-95B9-BDE7246B1E4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61FBED26-0AC6-4093-B64C-8407C9EF824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4132750-0FCB-430A-9833-800E4AE194F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D764A51-0DC3-49BD-969B-0823DA6E948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351C3B5-2DCA-4043-8C32-9AC16A956ABE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864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6E68FB4-F2DD-4233-8C2D-A2CC3C248CE5}"/>
              </a:ext>
            </a:extLst>
          </p:cNvPr>
          <p:cNvSpPr/>
          <p:nvPr/>
        </p:nvSpPr>
        <p:spPr>
          <a:xfrm>
            <a:off x="1240715" y="1674674"/>
            <a:ext cx="9570720" cy="234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答：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整个磁盘空间的存储块数目为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4×16x100=6400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个。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位示图应为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6400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个位，如果用字长为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位（即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n=32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）的单元来构造位示图，那么需要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6400/32= 200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个字。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位示图中第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个字的第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=18,j=16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）对应的块号为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32×(18-1)+ 16=560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448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9CED7722-9229-407E-8AA5-F1F6900CD56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E548F90-2868-4696-A255-787B2EEBB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65" y="1044185"/>
            <a:ext cx="1108508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假定要在一台处理器上执行下表所示的作业，且假定这些作业在时刻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1,2,3,4,5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的顺序到达。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说明分别使用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FCFS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RR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（时间片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=1)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SJF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及非剥夺式优先级调度算法时，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这些作业的执行情况（优先级的高低顺序依次为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5 ).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针对上述每种调度算法，给出平均周转时间和平均带权周转时间。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3" name="图片 8">
            <a:extLst>
              <a:ext uri="{FF2B5EF4-FFF2-40B4-BE49-F238E27FC236}">
                <a16:creationId xmlns:a16="http://schemas.microsoft.com/office/drawing/2014/main" id="{DABF0C13-6B87-47D4-8141-4732DB004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66" y="3181981"/>
            <a:ext cx="4757408" cy="242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71CAEC64-018B-4390-BA8C-BEFEC35F2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65" y="39677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1FD5DC-2FE6-47DB-B33F-FF59CFF109B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C7ADD127-A43D-4146-8305-1AEB90C15A9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619BF23-301D-4C6B-A52E-CFB5C047DF8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C2E51A1-8FEE-4589-85C4-7C3FFDC30254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F48436A-E853-442E-A200-410C7CD9BDB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AF008C7-14FF-4B23-9238-3F9D7C54F60B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8585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7B6ED-DFA3-4DD7-BC8E-E7820B616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736" y="7315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217" name="图片 9">
            <a:extLst>
              <a:ext uri="{FF2B5EF4-FFF2-40B4-BE49-F238E27FC236}">
                <a16:creationId xmlns:a16="http://schemas.microsoft.com/office/drawing/2014/main" id="{E51261D1-95DD-4864-89E3-B7554A0E2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736" y="1188720"/>
            <a:ext cx="4400550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C74467-DD21-4941-BD18-FF24C9490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423" y="4045473"/>
            <a:ext cx="9359153" cy="1879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所以，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FCFS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的平均周转时间为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13.4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，平均加权周转时间为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7.26.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RR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的平均周转时间为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9.2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，平均加权周转时间为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2.84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SJF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的平均周转时间为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，平均加权周转时间为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1.74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非剥夺式优先级调度算法的平均周转时间为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，平均加权周转时间为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6.36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965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50.0"/>
  <p:tag name="PROBLEMVOICEALLOWED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50.0"/>
  <p:tag name="PROBLEMVOICEALLOW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0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0.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0.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0.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15287</TotalTime>
  <Words>2646</Words>
  <Application>Microsoft Office PowerPoint</Application>
  <PresentationFormat>宽屏</PresentationFormat>
  <Paragraphs>247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GeosansLight</vt:lpstr>
      <vt:lpstr>Microsoft Yahei</vt:lpstr>
      <vt:lpstr>Open Sans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Cambria Math</vt:lpstr>
      <vt:lpstr>FontAwesome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jinghui</dc:creator>
  <cp:lastModifiedBy>82305</cp:lastModifiedBy>
  <cp:revision>1240</cp:revision>
  <cp:lastPrinted>2016-08-28T08:23:50Z</cp:lastPrinted>
  <dcterms:created xsi:type="dcterms:W3CDTF">2014-10-22T04:24:20Z</dcterms:created>
  <dcterms:modified xsi:type="dcterms:W3CDTF">2025-08-28T23:37:35Z</dcterms:modified>
</cp:coreProperties>
</file>